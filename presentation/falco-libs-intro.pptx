
<file path=[Content_Types].xml><?xml version="1.0" encoding="utf-8"?>
<Types xmlns="http://schemas.openxmlformats.org/package/2006/content-types">
  <Default Extension="xml" ContentType="application/vnd.openxmlformats-package.core-properties+xml"/>
  <Default Extension="dat" ContentType="application/x-fontdata"/>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Masters/slideMaster2.xml" ContentType="application/vnd.openxmlformats-officedocument.presentationml.slideMaster+xml"/>
  <Override PartName="/ppt/slideMasters/theme/theme3.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notesMasters/notesMaster1.xml" ContentType="application/vnd.openxmlformats-officedocument.presentationml.notesMaster+xml"/>
  <Override PartName="/ppt/notesMasters/theme/theme4.xml" ContentType="application/vnd.openxmlformats-officedocument.theme+xml"/>
  <Override PartName="/ppt/presProps.xml" ContentType="application/vnd.openxmlformats-officedocument.presentationml.presProps+xml"/>
  <Override PartName="/ppt/viewProps.xml" ContentType="application/vnd.openxmlformats-officedocument.presentationml.view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56ed889d2c0649c1" /><Relationship Type="http://schemas.openxmlformats.org/officeDocument/2006/relationships/extended-properties" Target="/docProps/app.xml" Id="R22906550c5494d69" /><Relationship Type="http://schemas.openxmlformats.org/officeDocument/2006/relationships/officeDocument" Target="/ppt/presentation.xml" Id="R21654d35394d44d5" /></Relationships>
</file>

<file path=ppt/presentation.xml><?xml version="1.0" encoding="utf-8"?>
<p:presentation xmlns:p="http://schemas.openxmlformats.org/presentationml/2006/main" embedTrueTypeFonts="1" saveSubsetFonts="0">
  <p:sldMasterIdLst>
    <p:sldMasterId xmlns:r="http://schemas.openxmlformats.org/officeDocument/2006/relationships" id="2147483648" r:id="Rd767e1453b764cfb"/>
    <p:sldMasterId xmlns:r="http://schemas.openxmlformats.org/officeDocument/2006/relationships" id="2147483661" r:id="Rf1c57cfe3cca4d85"/>
  </p:sldMasterIdLst>
  <p:notesMasterIdLst>
    <p:notesMasterId xmlns:r="http://schemas.openxmlformats.org/officeDocument/2006/relationships" r:id="Rff21f5453e5e41d7"/>
  </p:notesMasterIdLst>
  <p:sldIdLst>
    <p:sldId xmlns:r="http://schemas.openxmlformats.org/officeDocument/2006/relationships" id="256" r:id="Rd21ad40f79444b2b"/>
    <p:sldId xmlns:r="http://schemas.openxmlformats.org/officeDocument/2006/relationships" id="257" r:id="Rd782929480fa4b03"/>
    <p:sldId xmlns:r="http://schemas.openxmlformats.org/officeDocument/2006/relationships" id="258" r:id="Rd77d6fa71cf0463c"/>
    <p:sldId xmlns:r="http://schemas.openxmlformats.org/officeDocument/2006/relationships" id="259" r:id="Rfc1bb14a26874535"/>
    <p:sldId xmlns:r="http://schemas.openxmlformats.org/officeDocument/2006/relationships" id="260" r:id="R6bc593d77c4d453c"/>
    <p:sldId xmlns:r="http://schemas.openxmlformats.org/officeDocument/2006/relationships" id="261" r:id="R60f5ee6d424f4140"/>
    <p:sldId xmlns:r="http://schemas.openxmlformats.org/officeDocument/2006/relationships" id="262" r:id="R63bb3d7ae89b4b10"/>
    <p:sldId xmlns:r="http://schemas.openxmlformats.org/officeDocument/2006/relationships" id="263" r:id="Rd466ba76941f4b3d"/>
    <p:sldId xmlns:r="http://schemas.openxmlformats.org/officeDocument/2006/relationships" id="264" r:id="R5e63c144eee64a01"/>
    <p:sldId xmlns:r="http://schemas.openxmlformats.org/officeDocument/2006/relationships" id="265" r:id="Rf53edce4de4d46b0"/>
    <p:sldId xmlns:r="http://schemas.openxmlformats.org/officeDocument/2006/relationships" id="266" r:id="R34972aafff354578"/>
    <p:sldId xmlns:r="http://schemas.openxmlformats.org/officeDocument/2006/relationships" id="267" r:id="R34937a84bc094e9d"/>
    <p:sldId xmlns:r="http://schemas.openxmlformats.org/officeDocument/2006/relationships" id="268" r:id="R8c34bfdf8ec148ab"/>
  </p:sldIdLst>
  <p:sldSz cx="9144000" cy="5143500"/>
  <p:notesSz cx="6858000" cy="9144000"/>
  <p:embeddedFontLst>
    <p:embeddedFont>
      <p:font typeface="Roboto Mono Medium"/>
      <p:regular xmlns:r="http://schemas.openxmlformats.org/officeDocument/2006/relationships" r:id="R2fcaf8aa99894d69"/>
      <p:bold xmlns:r="http://schemas.openxmlformats.org/officeDocument/2006/relationships" r:id="R979d7a4ddd8e4a4c"/>
      <p:italic xmlns:r="http://schemas.openxmlformats.org/officeDocument/2006/relationships" r:id="R3e94bf33b68c4b6f"/>
      <p:boldItalic xmlns:r="http://schemas.openxmlformats.org/officeDocument/2006/relationships" r:id="R0f273da18cff4a3f"/>
    </p:embeddedFont>
    <p:embeddedFont>
      <p:font typeface="Inter SemiBold"/>
      <p:regular xmlns:r="http://schemas.openxmlformats.org/officeDocument/2006/relationships" r:id="R1a9cee82416546ea"/>
      <p:bold xmlns:r="http://schemas.openxmlformats.org/officeDocument/2006/relationships" r:id="R825c87dbf9a742d9"/>
      <p:italic xmlns:r="http://schemas.openxmlformats.org/officeDocument/2006/relationships" r:id="R7eba149d4b4345c5"/>
      <p:boldItalic xmlns:r="http://schemas.openxmlformats.org/officeDocument/2006/relationships" r:id="R79de0287b5284cd3"/>
    </p:embeddedFont>
    <p:embeddedFont>
      <p:font typeface="Montserrat Black"/>
      <p:bold xmlns:r="http://schemas.openxmlformats.org/officeDocument/2006/relationships" r:id="Rbbba64fbc449448f"/>
      <p:boldItalic xmlns:r="http://schemas.openxmlformats.org/officeDocument/2006/relationships" r:id="Rb9cf92d4e5fe416c"/>
    </p:embeddedFont>
    <p:embeddedFont>
      <p:font typeface="Montserrat"/>
      <p:bold xmlns:r="http://schemas.openxmlformats.org/officeDocument/2006/relationships" r:id="Rad088502440c49da"/>
      <p:boldItalic xmlns:r="http://schemas.openxmlformats.org/officeDocument/2006/relationships" r:id="Rcc348cbf75664633"/>
    </p:embeddedFont>
    <p:embeddedFont>
      <p:font typeface="Inter"/>
      <p:regular xmlns:r="http://schemas.openxmlformats.org/officeDocument/2006/relationships" r:id="Rada431b5ce4040b3"/>
      <p:bold xmlns:r="http://schemas.openxmlformats.org/officeDocument/2006/relationships" r:id="R486b077860c94167"/>
      <p:italic xmlns:r="http://schemas.openxmlformats.org/officeDocument/2006/relationships" r:id="R3e936ba16ccd4e5f"/>
      <p:boldItalic xmlns:r="http://schemas.openxmlformats.org/officeDocument/2006/relationships" r:id="R0757d40ebb164c73"/>
    </p:embeddedFont>
    <p:embeddedFont>
      <p:font typeface="Montserrat ExtraBold"/>
      <p:bold xmlns:r="http://schemas.openxmlformats.org/officeDocument/2006/relationships" r:id="Rb12897db0a8e44c4"/>
      <p:boldItalic xmlns:r="http://schemas.openxmlformats.org/officeDocument/2006/relationships" r:id="Rabfaf4cc86864ba5"/>
    </p:embeddedFont>
    <p:embeddedFont>
      <p:font typeface="Roboto Mono"/>
      <p:bold xmlns:r="http://schemas.openxmlformats.org/officeDocument/2006/relationships" r:id="Rc82d78d02ab7466a"/>
      <p:boldItalic xmlns:r="http://schemas.openxmlformats.org/officeDocument/2006/relationships" r:id="Rf3cc02b8dab14621"/>
    </p:embeddedFont>
    <p:embeddedFont>
      <p:font typeface="Inter Medium"/>
      <p:regular xmlns:r="http://schemas.openxmlformats.org/officeDocument/2006/relationships" r:id="R62913fb7faea420b"/>
      <p:bold xmlns:r="http://schemas.openxmlformats.org/officeDocument/2006/relationships" r:id="Rca7fdd7b200b4502"/>
      <p:italic xmlns:r="http://schemas.openxmlformats.org/officeDocument/2006/relationships" r:id="R510b0a35110d4301"/>
      <p:boldItalic xmlns:r="http://schemas.openxmlformats.org/officeDocument/2006/relationships" r:id="R87a7c11ba5224df7"/>
    </p:embeddedFont>
  </p:embeddedFontLst>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viewProps.xml><?xml version="1.0" encoding="utf-8"?>
<p:viewPr xmlns:p="http://schemas.openxmlformats.org/presentationml/2006/main">
  <p:slideViewPr>
    <p:cSldViewPr snapToGrid="0">
      <p:cViewPr>
        <p:scale>
          <a:sx xmlns:a="http://schemas.openxmlformats.org/drawingml/2006/main" n="1" d="1"/>
          <a:sy xmlns:a="http://schemas.openxmlformats.org/drawingml/2006/main" n="1" d="1"/>
        </p:scale>
        <p:origin x="0" y="0"/>
      </p:cViewPr>
      <p:guideLst/>
    </p:cSldViewPr>
  </p:slideViewPr>
</p:viewPr>
</file>

<file path=ppt/_rels/presentation.xml.rels>&#65279;<?xml version="1.0" encoding="utf-8"?><Relationships xmlns="http://schemas.openxmlformats.org/package/2006/relationships"><Relationship Type="http://schemas.openxmlformats.org/officeDocument/2006/relationships/theme" Target="/ppt/theme/theme1.xml" Id="R67e73c23ff014acd" /><Relationship Type="http://schemas.openxmlformats.org/officeDocument/2006/relationships/slideMaster" Target="/ppt/slideMasters/slideMaster1.xml" Id="Rd767e1453b764cfb" /><Relationship Type="http://schemas.openxmlformats.org/officeDocument/2006/relationships/slideMaster" Target="/ppt/slideMasters/slideMaster2.xml" Id="Rf1c57cfe3cca4d85" /><Relationship Type="http://schemas.openxmlformats.org/officeDocument/2006/relationships/notesMaster" Target="/ppt/notesMasters/notesMaster1.xml" Id="Rff21f5453e5e41d7" /><Relationship Type="http://schemas.openxmlformats.org/officeDocument/2006/relationships/presProps" Target="/ppt/presProps.xml" Id="Rdce33b0f4d0c4cd2" /><Relationship Type="http://schemas.openxmlformats.org/officeDocument/2006/relationships/viewProps" Target="/ppt/viewProps.xml" Id="R5aaad06669ab4c94" /><Relationship Type="http://schemas.openxmlformats.org/officeDocument/2006/relationships/tableStyles" Target="/ppt/tableStyles.xml" Id="Re5b3ac2b8afe4544" /><Relationship Type="http://schemas.openxmlformats.org/officeDocument/2006/relationships/font" Target="/ppt/fonts/font.dat" Id="R2fcaf8aa99894d69" /><Relationship Type="http://schemas.openxmlformats.org/officeDocument/2006/relationships/font" Target="/ppt/fonts/font2.dat" Id="R979d7a4ddd8e4a4c" /><Relationship Type="http://schemas.openxmlformats.org/officeDocument/2006/relationships/font" Target="/ppt/fonts/font3.dat" Id="R3e94bf33b68c4b6f" /><Relationship Type="http://schemas.openxmlformats.org/officeDocument/2006/relationships/font" Target="/ppt/fonts/font4.dat" Id="R0f273da18cff4a3f" /><Relationship Type="http://schemas.openxmlformats.org/officeDocument/2006/relationships/font" Target="/ppt/fonts/font5.dat" Id="R1a9cee82416546ea" /><Relationship Type="http://schemas.openxmlformats.org/officeDocument/2006/relationships/font" Target="/ppt/fonts/font6.dat" Id="R825c87dbf9a742d9" /><Relationship Type="http://schemas.openxmlformats.org/officeDocument/2006/relationships/font" Target="/ppt/fonts/font7.dat" Id="R7eba149d4b4345c5" /><Relationship Type="http://schemas.openxmlformats.org/officeDocument/2006/relationships/font" Target="/ppt/fonts/font8.dat" Id="R79de0287b5284cd3" /><Relationship Type="http://schemas.openxmlformats.org/officeDocument/2006/relationships/font" Target="/ppt/fonts/font9.dat" Id="Rbbba64fbc449448f" /><Relationship Type="http://schemas.openxmlformats.org/officeDocument/2006/relationships/font" Target="/ppt/fonts/font10.dat" Id="Rb9cf92d4e5fe416c" /><Relationship Type="http://schemas.openxmlformats.org/officeDocument/2006/relationships/font" Target="/ppt/fonts/font11.dat" Id="Rad088502440c49da" /><Relationship Type="http://schemas.openxmlformats.org/officeDocument/2006/relationships/font" Target="/ppt/fonts/font12.dat" Id="Rcc348cbf75664633" /><Relationship Type="http://schemas.openxmlformats.org/officeDocument/2006/relationships/font" Target="/ppt/fonts/font13.dat" Id="Rada431b5ce4040b3" /><Relationship Type="http://schemas.openxmlformats.org/officeDocument/2006/relationships/font" Target="/ppt/fonts/font14.dat" Id="R486b077860c94167" /><Relationship Type="http://schemas.openxmlformats.org/officeDocument/2006/relationships/font" Target="/ppt/fonts/font15.dat" Id="R3e936ba16ccd4e5f" /><Relationship Type="http://schemas.openxmlformats.org/officeDocument/2006/relationships/font" Target="/ppt/fonts/font16.dat" Id="R0757d40ebb164c73" /><Relationship Type="http://schemas.openxmlformats.org/officeDocument/2006/relationships/font" Target="/ppt/fonts/font17.dat" Id="Rb12897db0a8e44c4" /><Relationship Type="http://schemas.openxmlformats.org/officeDocument/2006/relationships/font" Target="/ppt/fonts/font18.dat" Id="Rabfaf4cc86864ba5" /><Relationship Type="http://schemas.openxmlformats.org/officeDocument/2006/relationships/font" Target="/ppt/fonts/font19.dat" Id="Rc82d78d02ab7466a" /><Relationship Type="http://schemas.openxmlformats.org/officeDocument/2006/relationships/font" Target="/ppt/fonts/font20.dat" Id="Rf3cc02b8dab14621" /><Relationship Type="http://schemas.openxmlformats.org/officeDocument/2006/relationships/font" Target="/ppt/fonts/font21.dat" Id="R62913fb7faea420b" /><Relationship Type="http://schemas.openxmlformats.org/officeDocument/2006/relationships/font" Target="/ppt/fonts/font22.dat" Id="Rca7fdd7b200b4502" /><Relationship Type="http://schemas.openxmlformats.org/officeDocument/2006/relationships/font" Target="/ppt/fonts/font23.dat" Id="R510b0a35110d4301" /><Relationship Type="http://schemas.openxmlformats.org/officeDocument/2006/relationships/font" Target="/ppt/fonts/font24.dat" Id="R87a7c11ba5224df7" /><Relationship Type="http://schemas.openxmlformats.org/officeDocument/2006/relationships/slide" Target="/ppt/slides/slide1.xml" Id="Rd21ad40f79444b2b" /><Relationship Type="http://schemas.openxmlformats.org/officeDocument/2006/relationships/slide" Target="/ppt/slides/slide2.xml" Id="Rd782929480fa4b03" /><Relationship Type="http://schemas.openxmlformats.org/officeDocument/2006/relationships/slide" Target="/ppt/slides/slide3.xml" Id="Rd77d6fa71cf0463c" /><Relationship Type="http://schemas.openxmlformats.org/officeDocument/2006/relationships/slide" Target="/ppt/slides/slide4.xml" Id="Rfc1bb14a26874535" /><Relationship Type="http://schemas.openxmlformats.org/officeDocument/2006/relationships/slide" Target="/ppt/slides/slide5.xml" Id="R6bc593d77c4d453c" /><Relationship Type="http://schemas.openxmlformats.org/officeDocument/2006/relationships/slide" Target="/ppt/slides/slide6.xml" Id="R60f5ee6d424f4140" /><Relationship Type="http://schemas.openxmlformats.org/officeDocument/2006/relationships/slide" Target="/ppt/slides/slide7.xml" Id="R63bb3d7ae89b4b10" /><Relationship Type="http://schemas.openxmlformats.org/officeDocument/2006/relationships/slide" Target="/ppt/slides/slide8.xml" Id="Rd466ba76941f4b3d" /><Relationship Type="http://schemas.openxmlformats.org/officeDocument/2006/relationships/slide" Target="/ppt/slides/slide9.xml" Id="R5e63c144eee64a01" /><Relationship Type="http://schemas.openxmlformats.org/officeDocument/2006/relationships/slide" Target="/ppt/slides/slide10.xml" Id="Rf53edce4de4d46b0" /><Relationship Type="http://schemas.openxmlformats.org/officeDocument/2006/relationships/slide" Target="/ppt/slides/slide11.xml" Id="R34972aafff354578" /><Relationship Type="http://schemas.openxmlformats.org/officeDocument/2006/relationships/slide" Target="/ppt/slides/slide12.xml" Id="R34937a84bc094e9d" /><Relationship Type="http://schemas.openxmlformats.org/officeDocument/2006/relationships/slide" Target="/ppt/slides/slide13.xml" Id="R8c34bfdf8ec148ab"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4.xml" Id="R8033a44e22b544ff"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dk2" tx2="lt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4.xml><?xml version="1.0" encoding="utf-8"?>
<a:theme xmlns:a="http://schemas.openxmlformats.org/drawingml/2006/main"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Simple Light">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8a317f9b61ff4a8d" /><Relationship Type="http://schemas.openxmlformats.org/officeDocument/2006/relationships/notesMaster" Target="/ppt/notesMasters/notesMaster1.xml" Id="R890d2305af3540e5" /></Relationships>
</file>

<file path=ppt/notesSlides/_rels/notesSlide2.xml.rels>&#65279;<?xml version="1.0" encoding="utf-8"?><Relationships xmlns="http://schemas.openxmlformats.org/package/2006/relationships"><Relationship Type="http://schemas.openxmlformats.org/officeDocument/2006/relationships/slide" Target="/ppt/slides/slide2.xml" Id="Rd052bb2c3bdc4b27" /><Relationship Type="http://schemas.openxmlformats.org/officeDocument/2006/relationships/notesMaster" Target="/ppt/notesMasters/notesMaster1.xml" Id="R96959abacff640ca" /></Relationships>
</file>

<file path=ppt/notesSlides/_rels/notesSlide3.xml.rels>&#65279;<?xml version="1.0" encoding="utf-8"?><Relationships xmlns="http://schemas.openxmlformats.org/package/2006/relationships"><Relationship Type="http://schemas.openxmlformats.org/officeDocument/2006/relationships/slide" Target="/ppt/slides/slide3.xml" Id="R9d08e1c9617b4e05" /><Relationship Type="http://schemas.openxmlformats.org/officeDocument/2006/relationships/notesMaster" Target="/ppt/notesMasters/notesMaster1.xml" Id="Rce9d84c42ca54f78" /></Relationships>
</file>

<file path=ppt/notesSlides/_rels/notesSlide4.xml.rels>&#65279;<?xml version="1.0" encoding="utf-8"?><Relationships xmlns="http://schemas.openxmlformats.org/package/2006/relationships"><Relationship Type="http://schemas.openxmlformats.org/officeDocument/2006/relationships/slide" Target="/ppt/slides/slide4.xml" Id="R17592c1c7d6b4d91" /><Relationship Type="http://schemas.openxmlformats.org/officeDocument/2006/relationships/notesMaster" Target="/ppt/notesMasters/notesMaster1.xml" Id="R4102b6f5e7ac4f47" /></Relationships>
</file>

<file path=ppt/notesSlides/_rels/notesSlide5.xml.rels>&#65279;<?xml version="1.0" encoding="utf-8"?><Relationships xmlns="http://schemas.openxmlformats.org/package/2006/relationships"><Relationship Type="http://schemas.openxmlformats.org/officeDocument/2006/relationships/slide" Target="/ppt/slides/slide5.xml" Id="R23bccff74c6c4cce" /><Relationship Type="http://schemas.openxmlformats.org/officeDocument/2006/relationships/notesMaster" Target="/ppt/notesMasters/notesMaster1.xml" Id="Ra6729eaba3934a1b" /></Relationships>
</file>

<file path=ppt/notesSlides/_rels/notesSlide6.xml.rels>&#65279;<?xml version="1.0" encoding="utf-8"?><Relationships xmlns="http://schemas.openxmlformats.org/package/2006/relationships"><Relationship Type="http://schemas.openxmlformats.org/officeDocument/2006/relationships/slide" Target="/ppt/slides/slide6.xml" Id="R059f05b5b2804067" /><Relationship Type="http://schemas.openxmlformats.org/officeDocument/2006/relationships/notesMaster" Target="/ppt/notesMasters/notesMaster1.xml" Id="R013e2a12420f4d33" /></Relationships>
</file>

<file path=ppt/notesSlides/_rels/notesSlide7.xml.rels>&#65279;<?xml version="1.0" encoding="utf-8"?><Relationships xmlns="http://schemas.openxmlformats.org/package/2006/relationships"><Relationship Type="http://schemas.openxmlformats.org/officeDocument/2006/relationships/slide" Target="/ppt/slides/slide7.xml" Id="Rf65360c194234932" /><Relationship Type="http://schemas.openxmlformats.org/officeDocument/2006/relationships/notesMaster" Target="/ppt/notesMasters/notesMaster1.xml" Id="R79e6cc77054542b9" /></Relationships>
</file>

<file path=ppt/notesSlides/_rels/notesSlide8.xml.rels>&#65279;<?xml version="1.0" encoding="utf-8"?><Relationships xmlns="http://schemas.openxmlformats.org/package/2006/relationships"><Relationship Type="http://schemas.openxmlformats.org/officeDocument/2006/relationships/slide" Target="/ppt/slides/slide8.xml" Id="R4920d5ea21ae48be" /><Relationship Type="http://schemas.openxmlformats.org/officeDocument/2006/relationships/notesMaster" Target="/ppt/notesMasters/notesMaster1.xml" Id="R6350c1b6d9fb4d3a" /></Relationships>
</file>

<file path=ppt/notesSlides/_rels/notesSlide9.xml.rels>&#65279;<?xml version="1.0" encoding="utf-8"?><Relationships xmlns="http://schemas.openxmlformats.org/package/2006/relationships"><Relationship Type="http://schemas.openxmlformats.org/officeDocument/2006/relationships/slide" Target="/ppt/slides/slide9.xml" Id="Rbc4852b7bafd4c7b" /><Relationship Type="http://schemas.openxmlformats.org/officeDocument/2006/relationships/notesMaster" Target="/ppt/notesMasters/notesMaster1.xml" Id="Raf7d6123613c4bf9"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00b8c17e0cf14786" /><Relationship Type="http://schemas.openxmlformats.org/officeDocument/2006/relationships/notesMaster" Target="/ppt/notesMasters/notesMaster1.xml" Id="Rd893b9c9f10f470d"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0651569d47f840a3" /><Relationship Type="http://schemas.openxmlformats.org/officeDocument/2006/relationships/notesMaster" Target="/ppt/notesMasters/notesMaster1.xml" Id="Rf167cd390d16451a"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d80015c5e73e41f0" /><Relationship Type="http://schemas.openxmlformats.org/officeDocument/2006/relationships/notesMaster" Target="/ppt/notesMasters/notesMaster1.xml" Id="Rb826b845d2b14ecc"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b417c6364c4a4def" /><Relationship Type="http://schemas.openxmlformats.org/officeDocument/2006/relationships/notesMaster" Target="/ppt/notesMasters/notesMaster1.xml" Id="Rf0eb859b685d4ef3"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Build a barebones libscap/libsinsp collector in small steps. Following along is optional. Set up Ubuntu first, then demonstrate attachment, event printing, and process context. Workshop code: https://github.com/julianshalaby-perj/falco-libs-workshop</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Following along is optional. Demonstrate each stage from the VM. The final collector writes the library event stream as JSONL with process context. Status messages go to stderr and syscall JSON goes to stdout. The runner redirects them to separate files. It applies no application filter. Scheduler-switch events are disabled at capture because they are not syscalls. There are no detection rules, JSON formatting, or production deployment exercises.</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Optional Mac setup. Run only your platform’s setup script. It offers to install Multipass, creates Ubuntu 24.04, installs dependencies, and builds the Falco libraries. It creates no collector source files. Step 1 creates them. Approve the installer administrator prompt. After setup, stay in the same host terminal for all commands. The runner generates activity inside Ubuntu automatically. Complete the first build before the workshop if possible. Sources: https://github.com/canonical/multipass/releases/tag/v1.16.4 and https://github.com/julianshalaby-perj/falco-libs-workshop</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Optional Windows setup. Run only your platform’s setup script. It offers to install Multipass, creates Ubuntu 24.04, installs dependencies, and builds the Falco libraries. It creates no collector source files. Step 1 creates them. Approve the installer administrator prompt. If Windows requests a restart, reboot and rerun the command. After setup, stay in the same host terminal for all commands. The runner generates activity inside Ubuntu automatically. Complete the first build before the workshop if possible. Sources: https://github.com/canonical/multipass/releases/tag/v1.16.4 and https://github.com/julianshalaby-perj/falco-libs-workshop</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No VM shell or second terminal is needed. Run starts or reuses the VM, copies source, rebuilds, and starts the collector. After the collector reports attachment, the runner executes /usr/bin/id inside Ubuntu automatically. It waits for capture to finish, transfers the complete status and JSONL files with multipass transfer, then displays only the status locally. The first source comment identifies the stage. Filenames are stage-1.log and stage-1.jsonl, and likewise for stages 2 and 3. Rerunning a stage replaces its files, preserving other stages. Before source exists, the runner uses stage-0. This avoids piping bulk output through multipass exec. Successful build output is hidden; build failures are displayed. The VM stays available for the next run.</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Run from the Mac repo folder in the same host terminal, one step at a time. Each step script writes src/main.cpp and src/CMakeLists.txt locally. Run copies them to Ubuntu, rebuilds, starts a fresh ten-second agent run, generates example activity, then displays status and saves logs/stage-N.log and logs/stage-N.jsonl locally. The agent stops and the VM remains running. Comment blocks mark additions. Step scripts replace local edits. Run copies those current files into the VM. Steps include all earlier changes and can be rerun or skipped. Run executes /usr/bin/id inside Ubuntu automatically after attachment. No second terminal or VM shell is needed.</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Run from the Windows repo folder in the same host terminal, one step at a time. Each step script writes src/main.cpp and src/CMakeLists.txt locally. Run copies them to Ubuntu, rebuilds, starts a fresh ten-second agent run, generates example activity, then displays status and saves logs/stage-N.log and logs/stage-N.jsonl locally. The agent stops and the VM remains running. Comment blocks mark additions. Step scripts replace local edits. Run copies those current files into the VM. Steps include all earlier changes and can be rerun or skipped. Run executes /usr/bin/id inside Ubuntu automatically after attachment. No second terminal or VM shell is needed.</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The repository begins without collector source files. Step 1 creates the source directory and both files locally. Run copies them into Ubuntu and rebuilds. The full CMake file also sets C++17 and the output directory. After open_modern_bpf(), the full source calls inspector.mark_ppm_sc_of_interest(PPM_SC_SCHED_SWITCH, false) to disable scheduler-switch capture. The excerpt omits that configuration line for space. Syscall events are still printed without an application filter. The full main function handles exceptions and prints Attached to the Ubuntu kernel, then Capture stopped. No Enter key or manual editing is needed. The separate run script starts the collector. This initial stage waits ten seconds without draining events; the next stage adds the read loop. Source: https://github.com/falcosecurity/libs/blob/e72873882967cdd86b8753eca09ea3e9f91ccd4a/userspace/libsinsp/sinsp.h</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The step script installs this code automatically. The next slide shows the rest of the loop. The deadline expression is split for readability. next() uses an inspector-owned event pointer. Consume its contents before calling next() again. Source: https://github.com/falcosecurity/libs/blob/e72873882967cdd86b8753eca09ea3e9f91ccd4a/userspace/libsinsp/sinsp.h</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This continues the code installed by step 2. The count is events delivered successfully to this application, not a count of all syscalls on the machine. This first unfiltered run sees background activity. The runner automatically executes /usr/bin/id after attachment. Each successful read serializes one compact JSON object with jsoncpp, which Falco libs already uses. The serializer escapes quotes and other special characters. Full source handles SCAP_TIMEOUT, SCAP_FILTERED_EVENT, SCAP_EOF and errors before this excerpt. stdout contains only JSONL; attachment, summary and stop messages use stderr. Step 3 enriches the same event stream without adding a filter. SCAP_FILTERED_EVENT is a library status with no event to print, not a filter configured by this example. The final summary counts events delivered to the application. SCAP_EOF is included for correct status handling; a live stream normally ends because the ten-second deadline expires. Source: https://github.com/falcosecurity/libs/blob/e72873882967cdd86b8753eca09ea3e9f91ccd4a/userspace/libsinsp/sinsp.h</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A missing thread record is possible, so check for nullptr. Always write the JSON record, even when process context is missing. Omit pid and name when unavailable. Process names are short command names, not full executable paths or command lines. Use the event and thread data immediately; the inspector maintains their lifetime. Sources: https://github.com/falcosecurity/libs/blob/e72873882967cdd86b8753eca09ea3e9f91ccd4a/userspace/libsinsp/event.h and https://github.com/falcosecurity/libs/blob/e72873882967cdd86b8753eca09ea3e9f91ccd4a/userspace/libsinsp/threadinfo.h</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The output is illustrative. The JSONL excerpt omits timestamp_ns for space. The 582-event count is illustrative, as are PIDs and names. Event names, process names, PIDs and counts vary. Step 3 includes all previous additions and works without running steps 1 and 2 first. Step scripts overwrite main.cpp and CMakeLists.txt locally. Run then rebuilds and captures, saving status to logs/stage-N.log and records to logs/stage-N.jsonl. No filter or success-only condition is applied. Both syscall directions can appear, and background activity is included. The scheduler-switch tracepoint is disabled. Other capture defaults are unchanged, so this is not a guarantee of capturing every syscall on the machine.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Run the teardown script for your platform from the same host terminal. It asks for confirmation, then permanently deletes only falco-lab and its disk using multipass delete --purge falco-lab. This ends all activity inside that VM. Local source and logs remain. Other VMs and the Multipass installation remain. Rerun setup to recreate the VM and dependencies. Do not use the global multipass purge command, which affects other deleted VMs. Workshop code: https://github.com/julianshalaby-perj/falco-libs-workshop</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9f43c8c3ffa842b9"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5ce409b8eb8c4583"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0370dec01a3a42c6"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9008fb0e2647418c"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42d36944cdc14ac3"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4dd09e9fe1614f49" /></Relationships>
</file>

<file path=ppt/slideLayouts/_rels/slideLayout7.xml.rels>&#65279;<?xml version="1.0" encoding="utf-8"?><Relationships xmlns="http://schemas.openxmlformats.org/package/2006/relationships"><Relationship Type="http://schemas.openxmlformats.org/officeDocument/2006/relationships/slideMaster" Target="/ppt/slideMasters/slideMaster1.xml" Id="R1ef80f0b3e4f4cd0" /></Relationships>
</file>

<file path=ppt/slideLayouts/_rels/slideLayout8.xml.rels>&#65279;<?xml version="1.0" encoding="utf-8"?><Relationships xmlns="http://schemas.openxmlformats.org/package/2006/relationships"><Relationship Type="http://schemas.openxmlformats.org/officeDocument/2006/relationships/slideMaster" Target="/ppt/slideMasters/slideMaster1.xml" Id="R9dff95a30d2545d1" /></Relationships>
</file>

<file path=ppt/slideLayouts/_rels/slideLayout9.xml.rels>&#65279;<?xml version="1.0" encoding="utf-8"?><Relationships xmlns="http://schemas.openxmlformats.org/package/2006/relationships"><Relationship Type="http://schemas.openxmlformats.org/officeDocument/2006/relationships/slideMaster" Target="/ppt/slideMasters/slideMaster1.xml" Id="Raa2289975c934e65" /></Relationships>
</file>

<file path=ppt/slideLayouts/_rels/slideLayout10.xml.rels>&#65279;<?xml version="1.0" encoding="utf-8"?><Relationships xmlns="http://schemas.openxmlformats.org/package/2006/relationships"><Relationship Type="http://schemas.openxmlformats.org/officeDocument/2006/relationships/slideMaster" Target="/ppt/slideMasters/slideMaster1.xml" Id="R1c6b5402bce24acf" /></Relationships>
</file>

<file path=ppt/slideLayouts/_rels/slideLayout11.xml.rels>&#65279;<?xml version="1.0" encoding="utf-8"?><Relationships xmlns="http://schemas.openxmlformats.org/package/2006/relationships"><Relationship Type="http://schemas.openxmlformats.org/officeDocument/2006/relationships/slideMaster" Target="/ppt/slideMasters/slideMaster1.xml" Id="Rb75ea3fb99424eb0" /></Relationships>
</file>

<file path=ppt/slideLayouts/_rels/slideLayout12.xml.rels>&#65279;<?xml version="1.0" encoding="utf-8"?><Relationships xmlns="http://schemas.openxmlformats.org/package/2006/relationships"><Relationship Type="http://schemas.openxmlformats.org/officeDocument/2006/relationships/slideMaster" Target="/ppt/slideMasters/slideMaster1.xml" Id="R871c6ce70adb4ac5" /></Relationships>
</file>

<file path=ppt/slideLayouts/_rels/slideLayout13.xml.rels>&#65279;<?xml version="1.0" encoding="utf-8"?><Relationships xmlns="http://schemas.openxmlformats.org/package/2006/relationships"><Relationship Type="http://schemas.openxmlformats.org/officeDocument/2006/relationships/slideMaster" Target="/ppt/slideMasters/slideMaster2.xml" Id="R0683b5d10f3c42e7" /></Relationships>
</file>

<file path=ppt/slideLayouts/slideLayout1.xml><?xml version="1.0" encoding="utf-8"?>
<p:sldLayout xmlns:p="http://schemas.openxmlformats.org/presentationml/2006/main" matchingName="Generated (g3fae562e023_13_0)">
  <p:cSld name="Generated (g3fae562e023_13_0)">
    <p:spTree>
      <p:nvGrpSpPr>
        <p:cNvPr id="1" name=""/>
        <p:cNvGrpSpPr/>
        <p:nvPr/>
      </p:nvGrpSpPr>
      <p:grpSpPr>
        <a:xfrm xmlns:a="http://schemas.openxmlformats.org/drawingml/2006/main"/>
      </p:grpSpPr>
    </p:spTree>
  </p:cSld>
</p:sldLayout>
</file>

<file path=ppt/slideLayouts/slideLayout2.xml><?xml version="1.0" encoding="utf-8"?>
<p:sldLayout xmlns:p="http://schemas.openxmlformats.org/presentationml/2006/main" matchingName="Title slide" type="title">
  <p:cSld name="TITLE">
    <p:spTree>
      <p:nvGrpSpPr>
        <p:cNvPr id="1" name=""/>
        <p:cNvGrpSpPr/>
        <p:nvPr/>
      </p:nvGrpSpPr>
      <p:grpSpPr>
        <a:xfrm xmlns:a="http://schemas.openxmlformats.org/drawingml/2006/main"/>
      </p:grpSpPr>
      <p:sp>
        <p:nvSpPr>
          <p:cNvPr id="11" name="Google Shape;11;p3">
            <a:extLst xmlns:a="http://schemas.openxmlformats.org/drawingml/2006/main">
              <a:ext uri="{FF2B5EF4-FFF2-40B4-BE49-F238E27FC236}">
                <a16:creationId xmlns:a16="http://schemas.microsoft.com/office/drawing/2014/main" id="{586C192D-233A-4CD9-96F0-F141F0B22DFA}"/>
              </a:ext>
            </a:extLst>
          </p:cNvPr>
          <p:cNvSpPr>
            <a:spLocks xmlns:a="http://schemas.openxmlformats.org/drawingml/2006/main" noGrp="1"/>
          </p:cNvSpPr>
          <p:nvPr>
            <p:ph type="ctrTitle" idx="0"/>
          </p:nvPr>
        </p:nvSpPr>
        <p:spPr>
          <a:xfrm xmlns:a="http://schemas.openxmlformats.org/drawingml/2006/main">
            <a:off x="311708" y="744575"/>
            <a:ext cx="8520600" cy="2052600"/>
          </a:xfrm>
          <a:prstGeom xmlns:a="http://schemas.openxmlformats.org/drawingml/2006/main" prst="rect">
            <a:avLst/>
          </a:prstGeom>
        </p:spPr>
        <p:txBody>
          <a:bodyPr xmlns:a="http://schemas.openxmlformats.org/drawingml/2006/main" spcFirstLastPara="1" wrap="square" lIns="91425" tIns="91425" rIns="91425" bIns="91425" anchor="b">
            <a:normAutofit/>
          </a:bodyPr>
          <a:lstStyle xmlns:a="http://schemas.openxmlformats.org/drawingml/2006/main">
            <a:lvl1pPr algn="ctr">
              <a:spcBef>
                <a:spcPts val="0"/>
              </a:spcBef>
              <a:spcAft>
                <a:spcPts val="0"/>
              </a:spcAft>
              <a:buSzPts val="5200"/>
              <a:buNone/>
              <a:defRPr sz="5200"/>
            </a:lvl1pPr>
            <a:lvl2pPr algn="ctr">
              <a:spcBef>
                <a:spcPts val="0"/>
              </a:spcBef>
              <a:spcAft>
                <a:spcPts val="0"/>
              </a:spcAft>
              <a:buSzPts val="5200"/>
              <a:buNone/>
              <a:defRPr sz="5200"/>
            </a:lvl2pPr>
            <a:lvl3pPr algn="ctr">
              <a:spcBef>
                <a:spcPts val="0"/>
              </a:spcBef>
              <a:spcAft>
                <a:spcPts val="0"/>
              </a:spcAft>
              <a:buSzPts val="5200"/>
              <a:buNone/>
              <a:defRPr sz="5200"/>
            </a:lvl3pPr>
            <a:lvl4pPr algn="ctr">
              <a:spcBef>
                <a:spcPts val="0"/>
              </a:spcBef>
              <a:spcAft>
                <a:spcPts val="0"/>
              </a:spcAft>
              <a:buSzPts val="5200"/>
              <a:buNone/>
              <a:defRPr sz="5200"/>
            </a:lvl4pPr>
            <a:lvl5pPr algn="ctr">
              <a:spcBef>
                <a:spcPts val="0"/>
              </a:spcBef>
              <a:spcAft>
                <a:spcPts val="0"/>
              </a:spcAft>
              <a:buSzPts val="5200"/>
              <a:buNone/>
              <a:defRPr sz="5200"/>
            </a:lvl5pPr>
            <a:lvl6pPr algn="ctr">
              <a:spcBef>
                <a:spcPts val="0"/>
              </a:spcBef>
              <a:spcAft>
                <a:spcPts val="0"/>
              </a:spcAft>
              <a:buSzPts val="5200"/>
              <a:buNone/>
              <a:defRPr sz="5200"/>
            </a:lvl6pPr>
            <a:lvl7pPr algn="ctr">
              <a:spcBef>
                <a:spcPts val="0"/>
              </a:spcBef>
              <a:spcAft>
                <a:spcPts val="0"/>
              </a:spcAft>
              <a:buSzPts val="5200"/>
              <a:buNone/>
              <a:defRPr sz="5200"/>
            </a:lvl7pPr>
            <a:lvl8pPr algn="ctr">
              <a:spcBef>
                <a:spcPts val="0"/>
              </a:spcBef>
              <a:spcAft>
                <a:spcPts val="0"/>
              </a:spcAft>
              <a:buSzPts val="5200"/>
              <a:buNone/>
              <a:defRPr sz="5200"/>
            </a:lvl8pPr>
            <a:lvl9pPr algn="ctr">
              <a:spcBef>
                <a:spcPts val="0"/>
              </a:spcBef>
              <a:spcAft>
                <a:spcPts val="0"/>
              </a:spcAft>
              <a:buSzPts val="5200"/>
              <a:buNone/>
              <a:defRPr sz="5200"/>
            </a:lvl9pPr>
          </a:lstStyle>
          <a:p xmlns:a="http://schemas.openxmlformats.org/drawingml/2006/main"/>
        </p:txBody>
      </p:sp>
      <p:sp>
        <p:nvSpPr>
          <p:cNvPr id="12" name="Google Shape;12;p3">
            <a:extLst xmlns:a="http://schemas.openxmlformats.org/drawingml/2006/main">
              <a:ext uri="{FF2B5EF4-FFF2-40B4-BE49-F238E27FC236}">
                <a16:creationId xmlns:a16="http://schemas.microsoft.com/office/drawing/2014/main" id="{BA657E44-9D04-4CDB-A546-ED37985F7A8A}"/>
              </a:ext>
            </a:extLst>
          </p:cNvPr>
          <p:cNvSpPr>
            <a:spLocks xmlns:a="http://schemas.openxmlformats.org/drawingml/2006/main" noGrp="1"/>
          </p:cNvSpPr>
          <p:nvPr>
            <p:ph type="subTitle" idx="1"/>
          </p:nvPr>
        </p:nvSpPr>
        <p:spPr>
          <a:xfrm xmlns:a="http://schemas.openxmlformats.org/drawingml/2006/main">
            <a:off x="311700" y="2834125"/>
            <a:ext cx="8520600" cy="792600"/>
          </a:xfrm>
          <a:prstGeom xmlns:a="http://schemas.openxmlformats.org/drawingml/2006/main" prst="rect">
            <a:avLst/>
          </a:prstGeom>
        </p:spPr>
        <p:txBody>
          <a:bodyPr xmlns:a="http://schemas.openxmlformats.org/drawingml/2006/main" spcFirstLastPara="1" wrap="square" lIns="91425" tIns="91425" rIns="91425" bIns="91425" anchor="t">
            <a:normAutofit/>
          </a:bodyPr>
          <a:lstStyle xmlns:a="http://schemas.openxmlformats.org/drawingml/2006/main">
            <a:lvl1pPr algn="ctr">
              <a:lnSpc>
                <a:spcPct val="100000"/>
              </a:lnSpc>
              <a:spcBef>
                <a:spcPts val="0"/>
              </a:spcBef>
              <a:spcAft>
                <a:spcPts val="0"/>
              </a:spcAft>
              <a:buSzPts val="2800"/>
              <a:buNone/>
              <a:defRPr sz="2800"/>
            </a:lvl1pPr>
            <a:lvl2pPr algn="ctr">
              <a:lnSpc>
                <a:spcPct val="100000"/>
              </a:lnSpc>
              <a:spcBef>
                <a:spcPts val="0"/>
              </a:spcBef>
              <a:spcAft>
                <a:spcPts val="0"/>
              </a:spcAft>
              <a:buSzPts val="2800"/>
              <a:buNone/>
              <a:defRPr sz="2800"/>
            </a:lvl2pPr>
            <a:lvl3pPr algn="ctr">
              <a:lnSpc>
                <a:spcPct val="100000"/>
              </a:lnSpc>
              <a:spcBef>
                <a:spcPts val="0"/>
              </a:spcBef>
              <a:spcAft>
                <a:spcPts val="0"/>
              </a:spcAft>
              <a:buSzPts val="2800"/>
              <a:buNone/>
              <a:defRPr sz="2800"/>
            </a:lvl3pPr>
            <a:lvl4pPr algn="ctr">
              <a:lnSpc>
                <a:spcPct val="100000"/>
              </a:lnSpc>
              <a:spcBef>
                <a:spcPts val="0"/>
              </a:spcBef>
              <a:spcAft>
                <a:spcPts val="0"/>
              </a:spcAft>
              <a:buSzPts val="2800"/>
              <a:buNone/>
              <a:defRPr sz="2800"/>
            </a:lvl4pPr>
            <a:lvl5pPr algn="ctr">
              <a:lnSpc>
                <a:spcPct val="100000"/>
              </a:lnSpc>
              <a:spcBef>
                <a:spcPts val="0"/>
              </a:spcBef>
              <a:spcAft>
                <a:spcPts val="0"/>
              </a:spcAft>
              <a:buSzPts val="2800"/>
              <a:buNone/>
              <a:defRPr sz="2800"/>
            </a:lvl5pPr>
            <a:lvl6pPr algn="ctr">
              <a:lnSpc>
                <a:spcPct val="100000"/>
              </a:lnSpc>
              <a:spcBef>
                <a:spcPts val="0"/>
              </a:spcBef>
              <a:spcAft>
                <a:spcPts val="0"/>
              </a:spcAft>
              <a:buSzPts val="2800"/>
              <a:buNone/>
              <a:defRPr sz="2800"/>
            </a:lvl6pPr>
            <a:lvl7pPr algn="ctr">
              <a:lnSpc>
                <a:spcPct val="100000"/>
              </a:lnSpc>
              <a:spcBef>
                <a:spcPts val="0"/>
              </a:spcBef>
              <a:spcAft>
                <a:spcPts val="0"/>
              </a:spcAft>
              <a:buSzPts val="2800"/>
              <a:buNone/>
              <a:defRPr sz="2800"/>
            </a:lvl7pPr>
            <a:lvl8pPr algn="ctr">
              <a:lnSpc>
                <a:spcPct val="100000"/>
              </a:lnSpc>
              <a:spcBef>
                <a:spcPts val="0"/>
              </a:spcBef>
              <a:spcAft>
                <a:spcPts val="0"/>
              </a:spcAft>
              <a:buSzPts val="2800"/>
              <a:buNone/>
              <a:defRPr sz="2800"/>
            </a:lvl8pPr>
            <a:lvl9pPr algn="ctr">
              <a:lnSpc>
                <a:spcPct val="100000"/>
              </a:lnSpc>
              <a:spcBef>
                <a:spcPts val="0"/>
              </a:spcBef>
              <a:spcAft>
                <a:spcPts val="0"/>
              </a:spcAft>
              <a:buSzPts val="2800"/>
              <a:buNone/>
              <a:defRPr sz="2800"/>
            </a:lvl9pPr>
          </a:lstStyle>
          <a:p xmlns:a="http://schemas.openxmlformats.org/drawingml/2006/main"/>
        </p:txBody>
      </p:sp>
      <p:sp>
        <p:nvSpPr>
          <p:cNvPr id="13" name="Google Shape;13;p3">
            <a:extLst xmlns:a="http://schemas.openxmlformats.org/drawingml/2006/main">
              <a:ext uri="{FF2B5EF4-FFF2-40B4-BE49-F238E27FC236}">
                <a16:creationId xmlns:a16="http://schemas.microsoft.com/office/drawing/2014/main" id="{67409D4B-B57F-44A3-8C73-F5B087FC6BF8}"/>
              </a:ext>
            </a:extLst>
          </p:cNvPr>
          <p:cNvSpPr>
            <a:spLocks xmlns:a="http://schemas.openxmlformats.org/drawingml/2006/main" noGrp="1"/>
          </p:cNvSpPr>
          <p:nvPr>
            <p:ph type="sldNum" idx="12"/>
          </p:nvPr>
        </p:nvSpPr>
        <p:spPr>
          <a:xfrm xmlns:a="http://schemas.openxmlformats.org/drawingml/2006/main">
            <a:off x="8472458" y="4663217"/>
            <a:ext cx="548700" cy="393600"/>
          </a:xfrm>
          <a:prstGeom xmlns:a="http://schemas.openxmlformats.org/drawingml/2006/main" prst="rect">
            <a:avLst/>
          </a:prstGeom>
        </p:spPr>
        <p:txBody>
          <a:bodyPr xmlns:a="http://schemas.openxmlformats.org/drawingml/2006/main" spcFirstLastPara="1" wrap="square" lIns="91425" tIns="91425" rIns="91425" bIns="91425" anchor="ctr">
            <a:normAutofit/>
          </a:bodyPr>
          <a:lstStyle xmlns:a="http://schemas.openxmlformats.org/drawingml/2006/main">
            <a:lvl1pPr>
              <a:buNone/>
              <a:defRPr/>
            </a:lvl1pPr>
            <a:lvl2pPr>
              <a:buNone/>
              <a:defRPr/>
            </a:lvl2pPr>
            <a:lvl3pPr>
              <a:buNone/>
              <a:defRPr/>
            </a:lvl3pPr>
            <a:lvl4pPr>
              <a:buNone/>
              <a:defRPr/>
            </a:lvl4pPr>
            <a:lvl5pPr>
              <a:buNone/>
              <a:defRPr/>
            </a:lvl5pPr>
            <a:lvl6pPr>
              <a:buNone/>
              <a:defRPr/>
            </a:lvl6pPr>
            <a:lvl7pPr>
              <a:buNone/>
              <a:defRPr/>
            </a:lvl7pPr>
            <a:lvl8pPr>
              <a:buNone/>
              <a:defRPr/>
            </a:lvl8pPr>
            <a:lvl9pPr>
              <a:buNone/>
              <a:defRPr/>
            </a:lvl9pPr>
          </a:lstStyle>
          <a:p xmlns:a="http://schemas.openxmlformats.org/drawingml/2006/main">
            <a:pPr marL="0" lvl="0" indent="0" algn="r">
              <a:spcBef>
                <a:spcPts val="0"/>
              </a:spcBef>
              <a:spcAft>
                <a:spcPts val="0"/>
              </a:spcAft>
              <a:buNone/>
            </a:pPr>
            <a:fld id="{00000000-1234-1234-1234-123412341234}" type="slidenum">
              <a:t>‹#›</a:t>
            </a:fld>
            <a:endParaRPr/>
          </a:p>
        </p:txBody>
      </p:sp>
    </p:spTree>
  </p:cSld>
</p:sldLayout>
</file>

<file path=ppt/slideLayouts/slideLayout3.xml><?xml version="1.0" encoding="utf-8"?>
<p:sldLayout xmlns:p="http://schemas.openxmlformats.org/presentationml/2006/main" matchingName="Section header" type="secHead">
  <p:cSld name="SECTION_HEADER">
    <p:spTree>
      <p:nvGrpSpPr>
        <p:cNvPr id="1" name=""/>
        <p:cNvGrpSpPr/>
        <p:nvPr/>
      </p:nvGrpSpPr>
      <p:grpSpPr>
        <a:xfrm xmlns:a="http://schemas.openxmlformats.org/drawingml/2006/main"/>
      </p:grpSpPr>
      <p:sp>
        <p:nvSpPr>
          <p:cNvPr id="15" name="Google Shape;15;p4">
            <a:extLst xmlns:a="http://schemas.openxmlformats.org/drawingml/2006/main">
              <a:ext uri="{FF2B5EF4-FFF2-40B4-BE49-F238E27FC236}">
                <a16:creationId xmlns:a16="http://schemas.microsoft.com/office/drawing/2014/main" id="{504D0A4C-DA58-4567-B743-2A8496906CE0}"/>
              </a:ext>
            </a:extLst>
          </p:cNvPr>
          <p:cNvSpPr>
            <a:spLocks xmlns:a="http://schemas.openxmlformats.org/drawingml/2006/main" noGrp="1"/>
          </p:cNvSpPr>
          <p:nvPr>
            <p:ph type="title" idx="0"/>
          </p:nvPr>
        </p:nvSpPr>
        <p:spPr>
          <a:xfrm xmlns:a="http://schemas.openxmlformats.org/drawingml/2006/main">
            <a:off x="311700" y="2150850"/>
            <a:ext cx="8520600" cy="841800"/>
          </a:xfrm>
          <a:prstGeom xmlns:a="http://schemas.openxmlformats.org/drawingml/2006/main" prst="rect">
            <a:avLst/>
          </a:prstGeom>
        </p:spPr>
        <p:txBody>
          <a:bodyPr xmlns:a="http://schemas.openxmlformats.org/drawingml/2006/main" spcFirstLastPara="1" wrap="square" lIns="91425" tIns="91425" rIns="91425" bIns="91425" anchor="ctr">
            <a:normAutofit/>
          </a:bodyPr>
          <a:lstStyle xmlns:a="http://schemas.openxmlformats.org/drawingml/2006/main">
            <a:lvl1pPr algn="ctr">
              <a:spcBef>
                <a:spcPts val="0"/>
              </a:spcBef>
              <a:spcAft>
                <a:spcPts val="0"/>
              </a:spcAft>
              <a:buSzPts val="3600"/>
              <a:buNone/>
              <a:defRPr sz="3600"/>
            </a:lvl1pPr>
            <a:lvl2pPr algn="ctr">
              <a:spcBef>
                <a:spcPts val="0"/>
              </a:spcBef>
              <a:spcAft>
                <a:spcPts val="0"/>
              </a:spcAft>
              <a:buSzPts val="3600"/>
              <a:buNone/>
              <a:defRPr sz="3600"/>
            </a:lvl2pPr>
            <a:lvl3pPr algn="ctr">
              <a:spcBef>
                <a:spcPts val="0"/>
              </a:spcBef>
              <a:spcAft>
                <a:spcPts val="0"/>
              </a:spcAft>
              <a:buSzPts val="3600"/>
              <a:buNone/>
              <a:defRPr sz="3600"/>
            </a:lvl3pPr>
            <a:lvl4pPr algn="ctr">
              <a:spcBef>
                <a:spcPts val="0"/>
              </a:spcBef>
              <a:spcAft>
                <a:spcPts val="0"/>
              </a:spcAft>
              <a:buSzPts val="3600"/>
              <a:buNone/>
              <a:defRPr sz="3600"/>
            </a:lvl4pPr>
            <a:lvl5pPr algn="ctr">
              <a:spcBef>
                <a:spcPts val="0"/>
              </a:spcBef>
              <a:spcAft>
                <a:spcPts val="0"/>
              </a:spcAft>
              <a:buSzPts val="3600"/>
              <a:buNone/>
              <a:defRPr sz="3600"/>
            </a:lvl5pPr>
            <a:lvl6pPr algn="ctr">
              <a:spcBef>
                <a:spcPts val="0"/>
              </a:spcBef>
              <a:spcAft>
                <a:spcPts val="0"/>
              </a:spcAft>
              <a:buSzPts val="3600"/>
              <a:buNone/>
              <a:defRPr sz="3600"/>
            </a:lvl6pPr>
            <a:lvl7pPr algn="ctr">
              <a:spcBef>
                <a:spcPts val="0"/>
              </a:spcBef>
              <a:spcAft>
                <a:spcPts val="0"/>
              </a:spcAft>
              <a:buSzPts val="3600"/>
              <a:buNone/>
              <a:defRPr sz="3600"/>
            </a:lvl7pPr>
            <a:lvl8pPr algn="ctr">
              <a:spcBef>
                <a:spcPts val="0"/>
              </a:spcBef>
              <a:spcAft>
                <a:spcPts val="0"/>
              </a:spcAft>
              <a:buSzPts val="3600"/>
              <a:buNone/>
              <a:defRPr sz="3600"/>
            </a:lvl8pPr>
            <a:lvl9pPr algn="ctr">
              <a:spcBef>
                <a:spcPts val="0"/>
              </a:spcBef>
              <a:spcAft>
                <a:spcPts val="0"/>
              </a:spcAft>
              <a:buSzPts val="3600"/>
              <a:buNone/>
              <a:defRPr sz="3600"/>
            </a:lvl9pPr>
          </a:lstStyle>
          <a:p xmlns:a="http://schemas.openxmlformats.org/drawingml/2006/main"/>
        </p:txBody>
      </p:sp>
      <p:sp>
        <p:nvSpPr>
          <p:cNvPr id="16" name="Google Shape;16;p4">
            <a:extLst xmlns:a="http://schemas.openxmlformats.org/drawingml/2006/main">
              <a:ext uri="{FF2B5EF4-FFF2-40B4-BE49-F238E27FC236}">
                <a16:creationId xmlns:a16="http://schemas.microsoft.com/office/drawing/2014/main" id="{6604BEDB-EF29-49B8-ABD6-694A65F0660C}"/>
              </a:ext>
            </a:extLst>
          </p:cNvPr>
          <p:cNvSpPr>
            <a:spLocks xmlns:a="http://schemas.openxmlformats.org/drawingml/2006/main" noGrp="1"/>
          </p:cNvSpPr>
          <p:nvPr>
            <p:ph type="sldNum" idx="12"/>
          </p:nvPr>
        </p:nvSpPr>
        <p:spPr>
          <a:xfrm xmlns:a="http://schemas.openxmlformats.org/drawingml/2006/main">
            <a:off x="8472458" y="4663217"/>
            <a:ext cx="548700" cy="393600"/>
          </a:xfrm>
          <a:prstGeom xmlns:a="http://schemas.openxmlformats.org/drawingml/2006/main" prst="rect">
            <a:avLst/>
          </a:prstGeom>
        </p:spPr>
        <p:txBody>
          <a:bodyPr xmlns:a="http://schemas.openxmlformats.org/drawingml/2006/main" spcFirstLastPara="1" wrap="square" lIns="91425" tIns="91425" rIns="91425" bIns="91425" anchor="ctr">
            <a:normAutofit/>
          </a:bodyPr>
          <a:lstStyle xmlns:a="http://schemas.openxmlformats.org/drawingml/2006/main">
            <a:lvl1pPr>
              <a:buNone/>
              <a:defRPr/>
            </a:lvl1pPr>
            <a:lvl2pPr>
              <a:buNone/>
              <a:defRPr/>
            </a:lvl2pPr>
            <a:lvl3pPr>
              <a:buNone/>
              <a:defRPr/>
            </a:lvl3pPr>
            <a:lvl4pPr>
              <a:buNone/>
              <a:defRPr/>
            </a:lvl4pPr>
            <a:lvl5pPr>
              <a:buNone/>
              <a:defRPr/>
            </a:lvl5pPr>
            <a:lvl6pPr>
              <a:buNone/>
              <a:defRPr/>
            </a:lvl6pPr>
            <a:lvl7pPr>
              <a:buNone/>
              <a:defRPr/>
            </a:lvl7pPr>
            <a:lvl8pPr>
              <a:buNone/>
              <a:defRPr/>
            </a:lvl8pPr>
            <a:lvl9pPr>
              <a:buNone/>
              <a:defRPr/>
            </a:lvl9pPr>
          </a:lstStyle>
          <a:p xmlns:a="http://schemas.openxmlformats.org/drawingml/2006/main">
            <a:pPr marL="0" lvl="0" indent="0" algn="r">
              <a:spcBef>
                <a:spcPts val="0"/>
              </a:spcBef>
              <a:spcAft>
                <a:spcPts val="0"/>
              </a:spcAft>
              <a:buNone/>
            </a:pPr>
            <a:fld id="{00000000-1234-1234-1234-123412341234}" type="slidenum">
              <a:t>‹#›</a:t>
            </a:fld>
            <a:endParaRPr/>
          </a:p>
        </p:txBody>
      </p:sp>
    </p:spTree>
  </p:cSld>
</p:sldLayout>
</file>

<file path=ppt/slideLayouts/slideLayout4.xml><?xml version="1.0" encoding="utf-8"?>
<p:sldLayout xmlns:p="http://schemas.openxmlformats.org/presentationml/2006/main" matchingName="Title and body">
  <p:cSld name="TITLE_AND_BODY">
    <p:spTree>
      <p:nvGrpSpPr>
        <p:cNvPr id="1" name=""/>
        <p:cNvGrpSpPr/>
        <p:nvPr/>
      </p:nvGrpSpPr>
      <p:grpSpPr>
        <a:xfrm xmlns:a="http://schemas.openxmlformats.org/drawingml/2006/main"/>
      </p:grpSpPr>
      <p:sp>
        <p:nvSpPr>
          <p:cNvPr id="18" name="Google Shape;18;p5">
            <a:extLst xmlns:a="http://schemas.openxmlformats.org/drawingml/2006/main">
              <a:ext uri="{FF2B5EF4-FFF2-40B4-BE49-F238E27FC236}">
                <a16:creationId xmlns:a16="http://schemas.microsoft.com/office/drawing/2014/main" id="{89D66C64-B6C8-4CA6-9A8D-73BD7B3B9D04}"/>
              </a:ext>
            </a:extLst>
          </p:cNvPr>
          <p:cNvSpPr>
            <a:spLocks xmlns:a="http://schemas.openxmlformats.org/drawingml/2006/main" noGrp="1"/>
          </p:cNvSpPr>
          <p:nvPr>
            <p:ph type="title" idx="0"/>
          </p:nvPr>
        </p:nvSpPr>
        <p:spPr>
          <a:xfrm xmlns:a="http://schemas.openxmlformats.org/drawingml/2006/main">
            <a:off x="311700" y="445025"/>
            <a:ext cx="8520600" cy="572700"/>
          </a:xfrm>
          <a:prstGeom xmlns:a="http://schemas.openxmlformats.org/drawingml/2006/main" prst="rect">
            <a:avLst/>
          </a:prstGeom>
        </p:spPr>
        <p:txBody>
          <a:bodyPr xmlns:a="http://schemas.openxmlformats.org/drawingml/2006/main" spcFirstLastPara="1" wrap="square" lIns="91425" tIns="91425" rIns="91425" bIns="91425" anchor="t">
            <a:normAutofit/>
          </a:bodyPr>
          <a:lstStyle xmlns:a="http://schemas.openxmlformats.org/drawingml/2006/main">
            <a:lvl1pPr>
              <a:spcBef>
                <a:spcPts val="0"/>
              </a:spcBef>
              <a:spcAft>
                <a:spcPts val="0"/>
              </a:spcAft>
              <a:buSzPts val="2800"/>
              <a:buNone/>
              <a:defRPr/>
            </a:lvl1pPr>
            <a:lvl2pPr>
              <a:spcBef>
                <a:spcPts val="0"/>
              </a:spcBef>
              <a:spcAft>
                <a:spcPts val="0"/>
              </a:spcAft>
              <a:buSzPts val="2800"/>
              <a:buNone/>
              <a:defRPr/>
            </a:lvl2pPr>
            <a:lvl3pPr>
              <a:spcBef>
                <a:spcPts val="0"/>
              </a:spcBef>
              <a:spcAft>
                <a:spcPts val="0"/>
              </a:spcAft>
              <a:buSzPts val="2800"/>
              <a:buNone/>
              <a:defRPr/>
            </a:lvl3pPr>
            <a:lvl4pPr>
              <a:spcBef>
                <a:spcPts val="0"/>
              </a:spcBef>
              <a:spcAft>
                <a:spcPts val="0"/>
              </a:spcAft>
              <a:buSzPts val="2800"/>
              <a:buNone/>
              <a:defRPr/>
            </a:lvl4pPr>
            <a:lvl5pPr>
              <a:spcBef>
                <a:spcPts val="0"/>
              </a:spcBef>
              <a:spcAft>
                <a:spcPts val="0"/>
              </a:spcAft>
              <a:buSzPts val="2800"/>
              <a:buNone/>
              <a:defRPr/>
            </a:lvl5pPr>
            <a:lvl6pPr>
              <a:spcBef>
                <a:spcPts val="0"/>
              </a:spcBef>
              <a:spcAft>
                <a:spcPts val="0"/>
              </a:spcAft>
              <a:buSzPts val="2800"/>
              <a:buNone/>
              <a:defRPr/>
            </a:lvl6pPr>
            <a:lvl7pPr>
              <a:spcBef>
                <a:spcPts val="0"/>
              </a:spcBef>
              <a:spcAft>
                <a:spcPts val="0"/>
              </a:spcAft>
              <a:buSzPts val="2800"/>
              <a:buNone/>
              <a:defRPr/>
            </a:lvl7pPr>
            <a:lvl8pPr>
              <a:spcBef>
                <a:spcPts val="0"/>
              </a:spcBef>
              <a:spcAft>
                <a:spcPts val="0"/>
              </a:spcAft>
              <a:buSzPts val="2800"/>
              <a:buNone/>
              <a:defRPr/>
            </a:lvl8pPr>
            <a:lvl9pPr>
              <a:spcBef>
                <a:spcPts val="0"/>
              </a:spcBef>
              <a:spcAft>
                <a:spcPts val="0"/>
              </a:spcAft>
              <a:buSzPts val="2800"/>
              <a:buNone/>
              <a:defRPr/>
            </a:lvl9pPr>
          </a:lstStyle>
          <a:p xmlns:a="http://schemas.openxmlformats.org/drawingml/2006/main"/>
        </p:txBody>
      </p:sp>
      <p:sp>
        <p:nvSpPr>
          <p:cNvPr id="19" name="Google Shape;19;p5">
            <a:extLst xmlns:a="http://schemas.openxmlformats.org/drawingml/2006/main">
              <a:ext uri="{FF2B5EF4-FFF2-40B4-BE49-F238E27FC236}">
                <a16:creationId xmlns:a16="http://schemas.microsoft.com/office/drawing/2014/main" id="{2808FA39-F58F-445C-B36D-C45F277CCDAE}"/>
              </a:ext>
            </a:extLst>
          </p:cNvPr>
          <p:cNvSpPr>
            <a:spLocks xmlns:a="http://schemas.openxmlformats.org/drawingml/2006/main" noGrp="1"/>
          </p:cNvSpPr>
          <p:nvPr>
            <p:ph type="body" idx="1"/>
          </p:nvPr>
        </p:nvSpPr>
        <p:spPr>
          <a:xfrm xmlns:a="http://schemas.openxmlformats.org/drawingml/2006/main">
            <a:off x="311700" y="1152475"/>
            <a:ext cx="8520600" cy="3416400"/>
          </a:xfrm>
          <a:prstGeom xmlns:a="http://schemas.openxmlformats.org/drawingml/2006/main" prst="rect">
            <a:avLst/>
          </a:prstGeom>
        </p:spPr>
        <p:txBody>
          <a:bodyPr xmlns:a="http://schemas.openxmlformats.org/drawingml/2006/main" spcFirstLastPara="1" wrap="square" lIns="91425" tIns="91425" rIns="91425" bIns="91425" anchor="t">
            <a:normAutofit/>
          </a:bodyPr>
          <a:lstStyle xmlns:a="http://schemas.openxmlformats.org/drawingml/2006/main">
            <a:lvl1pPr marL="457200" indent="-342900">
              <a:spcBef>
                <a:spcPts val="0"/>
              </a:spcBef>
              <a:spcAft>
                <a:spcPts val="0"/>
              </a:spcAft>
              <a:buSzPts val="1800"/>
              <a:buChar char="●"/>
              <a:defRPr/>
            </a:lvl1pPr>
            <a:lvl2pPr marL="914400" indent="-317500">
              <a:spcBef>
                <a:spcPts val="0"/>
              </a:spcBef>
              <a:spcAft>
                <a:spcPts val="0"/>
              </a:spcAft>
              <a:buSzPts val="1400"/>
              <a:buChar char="○"/>
              <a:defRPr/>
            </a:lvl2pPr>
            <a:lvl3pPr marL="1371600" indent="-317500">
              <a:spcBef>
                <a:spcPts val="0"/>
              </a:spcBef>
              <a:spcAft>
                <a:spcPts val="0"/>
              </a:spcAft>
              <a:buSzPts val="1400"/>
              <a:buChar char="■"/>
              <a:defRPr/>
            </a:lvl3pPr>
            <a:lvl4pPr marL="1828800" indent="-317500">
              <a:spcBef>
                <a:spcPts val="0"/>
              </a:spcBef>
              <a:spcAft>
                <a:spcPts val="0"/>
              </a:spcAft>
              <a:buSzPts val="1400"/>
              <a:buChar char="●"/>
              <a:defRPr/>
            </a:lvl4pPr>
            <a:lvl5pPr marL="2286000" indent="-317500">
              <a:spcBef>
                <a:spcPts val="0"/>
              </a:spcBef>
              <a:spcAft>
                <a:spcPts val="0"/>
              </a:spcAft>
              <a:buSzPts val="1400"/>
              <a:buChar char="○"/>
              <a:defRPr/>
            </a:lvl5pPr>
            <a:lvl6pPr marL="2743200" indent="-317500">
              <a:spcBef>
                <a:spcPts val="0"/>
              </a:spcBef>
              <a:spcAft>
                <a:spcPts val="0"/>
              </a:spcAft>
              <a:buSzPts val="1400"/>
              <a:buChar char="■"/>
              <a:defRPr/>
            </a:lvl6pPr>
            <a:lvl7pPr marL="3200400" indent="-317500">
              <a:spcBef>
                <a:spcPts val="0"/>
              </a:spcBef>
              <a:spcAft>
                <a:spcPts val="0"/>
              </a:spcAft>
              <a:buSzPts val="1400"/>
              <a:buChar char="●"/>
              <a:defRPr/>
            </a:lvl7pPr>
            <a:lvl8pPr marL="3657600" indent="-317500">
              <a:spcBef>
                <a:spcPts val="0"/>
              </a:spcBef>
              <a:spcAft>
                <a:spcPts val="0"/>
              </a:spcAft>
              <a:buSzPts val="1400"/>
              <a:buChar char="○"/>
              <a:defRPr/>
            </a:lvl8pPr>
            <a:lvl9pPr marL="4114800" indent="-317500">
              <a:spcBef>
                <a:spcPts val="0"/>
              </a:spcBef>
              <a:spcAft>
                <a:spcPts val="0"/>
              </a:spcAft>
              <a:buSzPts val="1400"/>
              <a:buChar char="■"/>
              <a:defRPr/>
            </a:lvl9pPr>
          </a:lstStyle>
          <a:p xmlns:a="http://schemas.openxmlformats.org/drawingml/2006/main"/>
        </p:txBody>
      </p:sp>
      <p:sp>
        <p:nvSpPr>
          <p:cNvPr id="20" name="Google Shape;20;p5">
            <a:extLst xmlns:a="http://schemas.openxmlformats.org/drawingml/2006/main">
              <a:ext uri="{FF2B5EF4-FFF2-40B4-BE49-F238E27FC236}">
                <a16:creationId xmlns:a16="http://schemas.microsoft.com/office/drawing/2014/main" id="{C1853C1C-8C67-478B-BDFC-0C7554D58A5A}"/>
              </a:ext>
            </a:extLst>
          </p:cNvPr>
          <p:cNvSpPr>
            <a:spLocks xmlns:a="http://schemas.openxmlformats.org/drawingml/2006/main" noGrp="1"/>
          </p:cNvSpPr>
          <p:nvPr>
            <p:ph type="sldNum" idx="12"/>
          </p:nvPr>
        </p:nvSpPr>
        <p:spPr>
          <a:xfrm xmlns:a="http://schemas.openxmlformats.org/drawingml/2006/main">
            <a:off x="8472458" y="4663217"/>
            <a:ext cx="548700" cy="393600"/>
          </a:xfrm>
          <a:prstGeom xmlns:a="http://schemas.openxmlformats.org/drawingml/2006/main" prst="rect">
            <a:avLst/>
          </a:prstGeom>
        </p:spPr>
        <p:txBody>
          <a:bodyPr xmlns:a="http://schemas.openxmlformats.org/drawingml/2006/main" spcFirstLastPara="1" wrap="square" lIns="91425" tIns="91425" rIns="91425" bIns="91425" anchor="ctr">
            <a:normAutofit/>
          </a:bodyPr>
          <a:lstStyle xmlns:a="http://schemas.openxmlformats.org/drawingml/2006/main">
            <a:lvl1pPr>
              <a:buNone/>
              <a:defRPr/>
            </a:lvl1pPr>
            <a:lvl2pPr>
              <a:buNone/>
              <a:defRPr/>
            </a:lvl2pPr>
            <a:lvl3pPr>
              <a:buNone/>
              <a:defRPr/>
            </a:lvl3pPr>
            <a:lvl4pPr>
              <a:buNone/>
              <a:defRPr/>
            </a:lvl4pPr>
            <a:lvl5pPr>
              <a:buNone/>
              <a:defRPr/>
            </a:lvl5pPr>
            <a:lvl6pPr>
              <a:buNone/>
              <a:defRPr/>
            </a:lvl6pPr>
            <a:lvl7pPr>
              <a:buNone/>
              <a:defRPr/>
            </a:lvl7pPr>
            <a:lvl8pPr>
              <a:buNone/>
              <a:defRPr/>
            </a:lvl8pPr>
            <a:lvl9pPr>
              <a:buNone/>
              <a:defRPr/>
            </a:lvl9pPr>
          </a:lstStyle>
          <a:p xmlns:a="http://schemas.openxmlformats.org/drawingml/2006/main">
            <a:pPr marL="0" lvl="0" indent="0" algn="r">
              <a:spcBef>
                <a:spcPts val="0"/>
              </a:spcBef>
              <a:spcAft>
                <a:spcPts val="0"/>
              </a:spcAft>
              <a:buNone/>
            </a:pPr>
            <a:fld id="{00000000-1234-1234-1234-123412341234}" type="slidenum">
              <a:t>‹#›</a:t>
            </a:fld>
            <a:endParaRPr/>
          </a:p>
        </p:txBody>
      </p:sp>
    </p:spTree>
  </p:cSld>
</p:sldLayout>
</file>

<file path=ppt/slideLayouts/slideLayout5.xml><?xml version="1.0" encoding="utf-8"?>
<p:sldLayout xmlns:p="http://schemas.openxmlformats.org/presentationml/2006/main" matchingName="Title and two columns">
  <p:cSld name="TITLE_AND_TWO_COLUMNS">
    <p:spTree>
      <p:nvGrpSpPr>
        <p:cNvPr id="1" name=""/>
        <p:cNvGrpSpPr/>
        <p:nvPr/>
      </p:nvGrpSpPr>
      <p:grpSpPr>
        <a:xfrm xmlns:a="http://schemas.openxmlformats.org/drawingml/2006/main"/>
      </p:grpSpPr>
      <p:sp>
        <p:nvSpPr>
          <p:cNvPr id="22" name="Google Shape;22;p6">
            <a:extLst xmlns:a="http://schemas.openxmlformats.org/drawingml/2006/main">
              <a:ext uri="{FF2B5EF4-FFF2-40B4-BE49-F238E27FC236}">
                <a16:creationId xmlns:a16="http://schemas.microsoft.com/office/drawing/2014/main" id="{D77EEFC9-C72D-4769-BCE0-D95C82F8ED9D}"/>
              </a:ext>
            </a:extLst>
          </p:cNvPr>
          <p:cNvSpPr>
            <a:spLocks xmlns:a="http://schemas.openxmlformats.org/drawingml/2006/main" noGrp="1"/>
          </p:cNvSpPr>
          <p:nvPr>
            <p:ph type="title" idx="0"/>
          </p:nvPr>
        </p:nvSpPr>
        <p:spPr>
          <a:xfrm xmlns:a="http://schemas.openxmlformats.org/drawingml/2006/main">
            <a:off x="311700" y="445025"/>
            <a:ext cx="8520600" cy="572700"/>
          </a:xfrm>
          <a:prstGeom xmlns:a="http://schemas.openxmlformats.org/drawingml/2006/main" prst="rect">
            <a:avLst/>
          </a:prstGeom>
        </p:spPr>
        <p:txBody>
          <a:bodyPr xmlns:a="http://schemas.openxmlformats.org/drawingml/2006/main" spcFirstLastPara="1" wrap="square" lIns="91425" tIns="91425" rIns="91425" bIns="91425" anchor="t">
            <a:normAutofit/>
          </a:bodyPr>
          <a:lstStyle xmlns:a="http://schemas.openxmlformats.org/drawingml/2006/main">
            <a:lvl1pPr>
              <a:spcBef>
                <a:spcPts val="0"/>
              </a:spcBef>
              <a:spcAft>
                <a:spcPts val="0"/>
              </a:spcAft>
              <a:buSzPts val="2800"/>
              <a:buNone/>
              <a:defRPr/>
            </a:lvl1pPr>
            <a:lvl2pPr>
              <a:spcBef>
                <a:spcPts val="0"/>
              </a:spcBef>
              <a:spcAft>
                <a:spcPts val="0"/>
              </a:spcAft>
              <a:buSzPts val="2800"/>
              <a:buNone/>
              <a:defRPr/>
            </a:lvl2pPr>
            <a:lvl3pPr>
              <a:spcBef>
                <a:spcPts val="0"/>
              </a:spcBef>
              <a:spcAft>
                <a:spcPts val="0"/>
              </a:spcAft>
              <a:buSzPts val="2800"/>
              <a:buNone/>
              <a:defRPr/>
            </a:lvl3pPr>
            <a:lvl4pPr>
              <a:spcBef>
                <a:spcPts val="0"/>
              </a:spcBef>
              <a:spcAft>
                <a:spcPts val="0"/>
              </a:spcAft>
              <a:buSzPts val="2800"/>
              <a:buNone/>
              <a:defRPr/>
            </a:lvl4pPr>
            <a:lvl5pPr>
              <a:spcBef>
                <a:spcPts val="0"/>
              </a:spcBef>
              <a:spcAft>
                <a:spcPts val="0"/>
              </a:spcAft>
              <a:buSzPts val="2800"/>
              <a:buNone/>
              <a:defRPr/>
            </a:lvl5pPr>
            <a:lvl6pPr>
              <a:spcBef>
                <a:spcPts val="0"/>
              </a:spcBef>
              <a:spcAft>
                <a:spcPts val="0"/>
              </a:spcAft>
              <a:buSzPts val="2800"/>
              <a:buNone/>
              <a:defRPr/>
            </a:lvl6pPr>
            <a:lvl7pPr>
              <a:spcBef>
                <a:spcPts val="0"/>
              </a:spcBef>
              <a:spcAft>
                <a:spcPts val="0"/>
              </a:spcAft>
              <a:buSzPts val="2800"/>
              <a:buNone/>
              <a:defRPr/>
            </a:lvl7pPr>
            <a:lvl8pPr>
              <a:spcBef>
                <a:spcPts val="0"/>
              </a:spcBef>
              <a:spcAft>
                <a:spcPts val="0"/>
              </a:spcAft>
              <a:buSzPts val="2800"/>
              <a:buNone/>
              <a:defRPr/>
            </a:lvl8pPr>
            <a:lvl9pPr>
              <a:spcBef>
                <a:spcPts val="0"/>
              </a:spcBef>
              <a:spcAft>
                <a:spcPts val="0"/>
              </a:spcAft>
              <a:buSzPts val="2800"/>
              <a:buNone/>
              <a:defRPr/>
            </a:lvl9pPr>
          </a:lstStyle>
          <a:p xmlns:a="http://schemas.openxmlformats.org/drawingml/2006/main"/>
        </p:txBody>
      </p:sp>
      <p:sp>
        <p:nvSpPr>
          <p:cNvPr id="23" name="Google Shape;23;p6">
            <a:extLst xmlns:a="http://schemas.openxmlformats.org/drawingml/2006/main">
              <a:ext uri="{FF2B5EF4-FFF2-40B4-BE49-F238E27FC236}">
                <a16:creationId xmlns:a16="http://schemas.microsoft.com/office/drawing/2014/main" id="{E041F5F1-3627-4E60-81A6-729B947E5228}"/>
              </a:ext>
            </a:extLst>
          </p:cNvPr>
          <p:cNvSpPr>
            <a:spLocks xmlns:a="http://schemas.openxmlformats.org/drawingml/2006/main" noGrp="1"/>
          </p:cNvSpPr>
          <p:nvPr>
            <p:ph type="body" idx="1"/>
          </p:nvPr>
        </p:nvSpPr>
        <p:spPr>
          <a:xfrm xmlns:a="http://schemas.openxmlformats.org/drawingml/2006/main">
            <a:off x="311700" y="1152475"/>
            <a:ext cx="3999900" cy="3416400"/>
          </a:xfrm>
          <a:prstGeom xmlns:a="http://schemas.openxmlformats.org/drawingml/2006/main" prst="rect">
            <a:avLst/>
          </a:prstGeom>
        </p:spPr>
        <p:txBody>
          <a:bodyPr xmlns:a="http://schemas.openxmlformats.org/drawingml/2006/main" spcFirstLastPara="1" wrap="square" lIns="91425" tIns="91425" rIns="91425" bIns="91425" anchor="t">
            <a:normAutofit/>
          </a:bodyPr>
          <a:lstStyle xmlns:a="http://schemas.openxmlformats.org/drawingml/2006/main">
            <a:lvl1pPr marL="457200" indent="-317500">
              <a:spcBef>
                <a:spcPts val="0"/>
              </a:spcBef>
              <a:spcAft>
                <a:spcPts val="0"/>
              </a:spcAft>
              <a:buSzPts val="1400"/>
              <a:buChar char="●"/>
              <a:defRPr sz="1400"/>
            </a:lvl1pPr>
            <a:lvl2pPr marL="914400" indent="-304800">
              <a:spcBef>
                <a:spcPts val="0"/>
              </a:spcBef>
              <a:spcAft>
                <a:spcPts val="0"/>
              </a:spcAft>
              <a:buSzPts val="1200"/>
              <a:buChar char="○"/>
              <a:defRPr sz="1200"/>
            </a:lvl2pPr>
            <a:lvl3pPr marL="1371600" indent="-304800">
              <a:spcBef>
                <a:spcPts val="0"/>
              </a:spcBef>
              <a:spcAft>
                <a:spcPts val="0"/>
              </a:spcAft>
              <a:buSzPts val="1200"/>
              <a:buChar char="■"/>
              <a:defRPr sz="1200"/>
            </a:lvl3pPr>
            <a:lvl4pPr marL="1828800" indent="-304800">
              <a:spcBef>
                <a:spcPts val="0"/>
              </a:spcBef>
              <a:spcAft>
                <a:spcPts val="0"/>
              </a:spcAft>
              <a:buSzPts val="1200"/>
              <a:buChar char="●"/>
              <a:defRPr sz="1200"/>
            </a:lvl4pPr>
            <a:lvl5pPr marL="2286000" indent="-304800">
              <a:spcBef>
                <a:spcPts val="0"/>
              </a:spcBef>
              <a:spcAft>
                <a:spcPts val="0"/>
              </a:spcAft>
              <a:buSzPts val="1200"/>
              <a:buChar char="○"/>
              <a:defRPr sz="1200"/>
            </a:lvl5pPr>
            <a:lvl6pPr marL="2743200" indent="-304800">
              <a:spcBef>
                <a:spcPts val="0"/>
              </a:spcBef>
              <a:spcAft>
                <a:spcPts val="0"/>
              </a:spcAft>
              <a:buSzPts val="1200"/>
              <a:buChar char="■"/>
              <a:defRPr sz="1200"/>
            </a:lvl6pPr>
            <a:lvl7pPr marL="3200400" indent="-304800">
              <a:spcBef>
                <a:spcPts val="0"/>
              </a:spcBef>
              <a:spcAft>
                <a:spcPts val="0"/>
              </a:spcAft>
              <a:buSzPts val="1200"/>
              <a:buChar char="●"/>
              <a:defRPr sz="1200"/>
            </a:lvl7pPr>
            <a:lvl8pPr marL="3657600" indent="-304800">
              <a:spcBef>
                <a:spcPts val="0"/>
              </a:spcBef>
              <a:spcAft>
                <a:spcPts val="0"/>
              </a:spcAft>
              <a:buSzPts val="1200"/>
              <a:buChar char="○"/>
              <a:defRPr sz="1200"/>
            </a:lvl8pPr>
            <a:lvl9pPr marL="4114800" indent="-304800">
              <a:spcBef>
                <a:spcPts val="0"/>
              </a:spcBef>
              <a:spcAft>
                <a:spcPts val="0"/>
              </a:spcAft>
              <a:buSzPts val="1200"/>
              <a:buChar char="■"/>
              <a:defRPr sz="1200"/>
            </a:lvl9pPr>
          </a:lstStyle>
          <a:p xmlns:a="http://schemas.openxmlformats.org/drawingml/2006/main"/>
        </p:txBody>
      </p:sp>
      <p:sp>
        <p:nvSpPr>
          <p:cNvPr id="24" name="Google Shape;24;p6">
            <a:extLst xmlns:a="http://schemas.openxmlformats.org/drawingml/2006/main">
              <a:ext uri="{FF2B5EF4-FFF2-40B4-BE49-F238E27FC236}">
                <a16:creationId xmlns:a16="http://schemas.microsoft.com/office/drawing/2014/main" id="{21CA697E-16EE-4EC0-9756-2BBF5097DA73}"/>
              </a:ext>
            </a:extLst>
          </p:cNvPr>
          <p:cNvSpPr>
            <a:spLocks xmlns:a="http://schemas.openxmlformats.org/drawingml/2006/main" noGrp="1"/>
          </p:cNvSpPr>
          <p:nvPr>
            <p:ph type="body" idx="2"/>
          </p:nvPr>
        </p:nvSpPr>
        <p:spPr>
          <a:xfrm xmlns:a="http://schemas.openxmlformats.org/drawingml/2006/main">
            <a:off x="4832400" y="1152475"/>
            <a:ext cx="3999900" cy="3416400"/>
          </a:xfrm>
          <a:prstGeom xmlns:a="http://schemas.openxmlformats.org/drawingml/2006/main" prst="rect">
            <a:avLst/>
          </a:prstGeom>
        </p:spPr>
        <p:txBody>
          <a:bodyPr xmlns:a="http://schemas.openxmlformats.org/drawingml/2006/main" spcFirstLastPara="1" wrap="square" lIns="91425" tIns="91425" rIns="91425" bIns="91425" anchor="t">
            <a:normAutofit/>
          </a:bodyPr>
          <a:lstStyle xmlns:a="http://schemas.openxmlformats.org/drawingml/2006/main">
            <a:lvl1pPr marL="457200" indent="-317500">
              <a:spcBef>
                <a:spcPts val="0"/>
              </a:spcBef>
              <a:spcAft>
                <a:spcPts val="0"/>
              </a:spcAft>
              <a:buSzPts val="1400"/>
              <a:buChar char="●"/>
              <a:defRPr sz="1400"/>
            </a:lvl1pPr>
            <a:lvl2pPr marL="914400" indent="-304800">
              <a:spcBef>
                <a:spcPts val="0"/>
              </a:spcBef>
              <a:spcAft>
                <a:spcPts val="0"/>
              </a:spcAft>
              <a:buSzPts val="1200"/>
              <a:buChar char="○"/>
              <a:defRPr sz="1200"/>
            </a:lvl2pPr>
            <a:lvl3pPr marL="1371600" indent="-304800">
              <a:spcBef>
                <a:spcPts val="0"/>
              </a:spcBef>
              <a:spcAft>
                <a:spcPts val="0"/>
              </a:spcAft>
              <a:buSzPts val="1200"/>
              <a:buChar char="■"/>
              <a:defRPr sz="1200"/>
            </a:lvl3pPr>
            <a:lvl4pPr marL="1828800" indent="-304800">
              <a:spcBef>
                <a:spcPts val="0"/>
              </a:spcBef>
              <a:spcAft>
                <a:spcPts val="0"/>
              </a:spcAft>
              <a:buSzPts val="1200"/>
              <a:buChar char="●"/>
              <a:defRPr sz="1200"/>
            </a:lvl4pPr>
            <a:lvl5pPr marL="2286000" indent="-304800">
              <a:spcBef>
                <a:spcPts val="0"/>
              </a:spcBef>
              <a:spcAft>
                <a:spcPts val="0"/>
              </a:spcAft>
              <a:buSzPts val="1200"/>
              <a:buChar char="○"/>
              <a:defRPr sz="1200"/>
            </a:lvl5pPr>
            <a:lvl6pPr marL="2743200" indent="-304800">
              <a:spcBef>
                <a:spcPts val="0"/>
              </a:spcBef>
              <a:spcAft>
                <a:spcPts val="0"/>
              </a:spcAft>
              <a:buSzPts val="1200"/>
              <a:buChar char="■"/>
              <a:defRPr sz="1200"/>
            </a:lvl6pPr>
            <a:lvl7pPr marL="3200400" indent="-304800">
              <a:spcBef>
                <a:spcPts val="0"/>
              </a:spcBef>
              <a:spcAft>
                <a:spcPts val="0"/>
              </a:spcAft>
              <a:buSzPts val="1200"/>
              <a:buChar char="●"/>
              <a:defRPr sz="1200"/>
            </a:lvl7pPr>
            <a:lvl8pPr marL="3657600" indent="-304800">
              <a:spcBef>
                <a:spcPts val="0"/>
              </a:spcBef>
              <a:spcAft>
                <a:spcPts val="0"/>
              </a:spcAft>
              <a:buSzPts val="1200"/>
              <a:buChar char="○"/>
              <a:defRPr sz="1200"/>
            </a:lvl8pPr>
            <a:lvl9pPr marL="4114800" indent="-304800">
              <a:spcBef>
                <a:spcPts val="0"/>
              </a:spcBef>
              <a:spcAft>
                <a:spcPts val="0"/>
              </a:spcAft>
              <a:buSzPts val="1200"/>
              <a:buChar char="■"/>
              <a:defRPr sz="1200"/>
            </a:lvl9pPr>
          </a:lstStyle>
          <a:p xmlns:a="http://schemas.openxmlformats.org/drawingml/2006/main"/>
        </p:txBody>
      </p:sp>
      <p:sp>
        <p:nvSpPr>
          <p:cNvPr id="25" name="Google Shape;25;p6">
            <a:extLst xmlns:a="http://schemas.openxmlformats.org/drawingml/2006/main">
              <a:ext uri="{FF2B5EF4-FFF2-40B4-BE49-F238E27FC236}">
                <a16:creationId xmlns:a16="http://schemas.microsoft.com/office/drawing/2014/main" id="{255C5BA4-E087-4443-9E1C-CC7EE1AAE9EE}"/>
              </a:ext>
            </a:extLst>
          </p:cNvPr>
          <p:cNvSpPr>
            <a:spLocks xmlns:a="http://schemas.openxmlformats.org/drawingml/2006/main" noGrp="1"/>
          </p:cNvSpPr>
          <p:nvPr>
            <p:ph type="sldNum" idx="12"/>
          </p:nvPr>
        </p:nvSpPr>
        <p:spPr>
          <a:xfrm xmlns:a="http://schemas.openxmlformats.org/drawingml/2006/main">
            <a:off x="8472458" y="4663217"/>
            <a:ext cx="548700" cy="393600"/>
          </a:xfrm>
          <a:prstGeom xmlns:a="http://schemas.openxmlformats.org/drawingml/2006/main" prst="rect">
            <a:avLst/>
          </a:prstGeom>
        </p:spPr>
        <p:txBody>
          <a:bodyPr xmlns:a="http://schemas.openxmlformats.org/drawingml/2006/main" spcFirstLastPara="1" wrap="square" lIns="91425" tIns="91425" rIns="91425" bIns="91425" anchor="ctr">
            <a:normAutofit/>
          </a:bodyPr>
          <a:lstStyle xmlns:a="http://schemas.openxmlformats.org/drawingml/2006/main">
            <a:lvl1pPr>
              <a:buNone/>
              <a:defRPr/>
            </a:lvl1pPr>
            <a:lvl2pPr>
              <a:buNone/>
              <a:defRPr/>
            </a:lvl2pPr>
            <a:lvl3pPr>
              <a:buNone/>
              <a:defRPr/>
            </a:lvl3pPr>
            <a:lvl4pPr>
              <a:buNone/>
              <a:defRPr/>
            </a:lvl4pPr>
            <a:lvl5pPr>
              <a:buNone/>
              <a:defRPr/>
            </a:lvl5pPr>
            <a:lvl6pPr>
              <a:buNone/>
              <a:defRPr/>
            </a:lvl6pPr>
            <a:lvl7pPr>
              <a:buNone/>
              <a:defRPr/>
            </a:lvl7pPr>
            <a:lvl8pPr>
              <a:buNone/>
              <a:defRPr/>
            </a:lvl8pPr>
            <a:lvl9pPr>
              <a:buNone/>
              <a:defRPr/>
            </a:lvl9pPr>
          </a:lstStyle>
          <a:p xmlns:a="http://schemas.openxmlformats.org/drawingml/2006/main">
            <a:pPr marL="0" lvl="0" indent="0" algn="r">
              <a:spcBef>
                <a:spcPts val="0"/>
              </a:spcBef>
              <a:spcAft>
                <a:spcPts val="0"/>
              </a:spcAft>
              <a:buNone/>
            </a:pPr>
            <a:fld id="{00000000-1234-1234-1234-123412341234}" type="slidenum">
              <a:t>‹#›</a:t>
            </a:fld>
            <a:endParaRPr/>
          </a:p>
        </p:txBody>
      </p:sp>
    </p:spTree>
  </p:cSld>
</p:sldLayout>
</file>

<file path=ppt/slideLayouts/slideLayout6.xml><?xml version="1.0" encoding="utf-8"?>
<p:sldLayout xmlns:p="http://schemas.openxmlformats.org/presentationml/2006/main" matchingName="Title only" type="titleOnly">
  <p:cSld name="TITLE_ONLY">
    <p:spTree>
      <p:nvGrpSpPr>
        <p:cNvPr id="1" name=""/>
        <p:cNvGrpSpPr/>
        <p:nvPr/>
      </p:nvGrpSpPr>
      <p:grpSpPr>
        <a:xfrm xmlns:a="http://schemas.openxmlformats.org/drawingml/2006/main"/>
      </p:grpSpPr>
      <p:sp>
        <p:nvSpPr>
          <p:cNvPr id="27" name="Google Shape;27;p7">
            <a:extLst xmlns:a="http://schemas.openxmlformats.org/drawingml/2006/main">
              <a:ext uri="{FF2B5EF4-FFF2-40B4-BE49-F238E27FC236}">
                <a16:creationId xmlns:a16="http://schemas.microsoft.com/office/drawing/2014/main" id="{0A9F9183-28D3-45C6-9ADE-EDE49C2399E5}"/>
              </a:ext>
            </a:extLst>
          </p:cNvPr>
          <p:cNvSpPr>
            <a:spLocks xmlns:a="http://schemas.openxmlformats.org/drawingml/2006/main" noGrp="1"/>
          </p:cNvSpPr>
          <p:nvPr>
            <p:ph type="title" idx="0"/>
          </p:nvPr>
        </p:nvSpPr>
        <p:spPr>
          <a:xfrm xmlns:a="http://schemas.openxmlformats.org/drawingml/2006/main">
            <a:off x="311700" y="445025"/>
            <a:ext cx="8520600" cy="572700"/>
          </a:xfrm>
          <a:prstGeom xmlns:a="http://schemas.openxmlformats.org/drawingml/2006/main" prst="rect">
            <a:avLst/>
          </a:prstGeom>
        </p:spPr>
        <p:txBody>
          <a:bodyPr xmlns:a="http://schemas.openxmlformats.org/drawingml/2006/main" spcFirstLastPara="1" wrap="square" lIns="91425" tIns="91425" rIns="91425" bIns="91425" anchor="t">
            <a:normAutofit/>
          </a:bodyPr>
          <a:lstStyle xmlns:a="http://schemas.openxmlformats.org/drawingml/2006/main">
            <a:lvl1pPr>
              <a:spcBef>
                <a:spcPts val="0"/>
              </a:spcBef>
              <a:spcAft>
                <a:spcPts val="0"/>
              </a:spcAft>
              <a:buSzPts val="2800"/>
              <a:buNone/>
              <a:defRPr/>
            </a:lvl1pPr>
            <a:lvl2pPr>
              <a:spcBef>
                <a:spcPts val="0"/>
              </a:spcBef>
              <a:spcAft>
                <a:spcPts val="0"/>
              </a:spcAft>
              <a:buSzPts val="2800"/>
              <a:buNone/>
              <a:defRPr/>
            </a:lvl2pPr>
            <a:lvl3pPr>
              <a:spcBef>
                <a:spcPts val="0"/>
              </a:spcBef>
              <a:spcAft>
                <a:spcPts val="0"/>
              </a:spcAft>
              <a:buSzPts val="2800"/>
              <a:buNone/>
              <a:defRPr/>
            </a:lvl3pPr>
            <a:lvl4pPr>
              <a:spcBef>
                <a:spcPts val="0"/>
              </a:spcBef>
              <a:spcAft>
                <a:spcPts val="0"/>
              </a:spcAft>
              <a:buSzPts val="2800"/>
              <a:buNone/>
              <a:defRPr/>
            </a:lvl4pPr>
            <a:lvl5pPr>
              <a:spcBef>
                <a:spcPts val="0"/>
              </a:spcBef>
              <a:spcAft>
                <a:spcPts val="0"/>
              </a:spcAft>
              <a:buSzPts val="2800"/>
              <a:buNone/>
              <a:defRPr/>
            </a:lvl5pPr>
            <a:lvl6pPr>
              <a:spcBef>
                <a:spcPts val="0"/>
              </a:spcBef>
              <a:spcAft>
                <a:spcPts val="0"/>
              </a:spcAft>
              <a:buSzPts val="2800"/>
              <a:buNone/>
              <a:defRPr/>
            </a:lvl6pPr>
            <a:lvl7pPr>
              <a:spcBef>
                <a:spcPts val="0"/>
              </a:spcBef>
              <a:spcAft>
                <a:spcPts val="0"/>
              </a:spcAft>
              <a:buSzPts val="2800"/>
              <a:buNone/>
              <a:defRPr/>
            </a:lvl7pPr>
            <a:lvl8pPr>
              <a:spcBef>
                <a:spcPts val="0"/>
              </a:spcBef>
              <a:spcAft>
                <a:spcPts val="0"/>
              </a:spcAft>
              <a:buSzPts val="2800"/>
              <a:buNone/>
              <a:defRPr/>
            </a:lvl8pPr>
            <a:lvl9pPr>
              <a:spcBef>
                <a:spcPts val="0"/>
              </a:spcBef>
              <a:spcAft>
                <a:spcPts val="0"/>
              </a:spcAft>
              <a:buSzPts val="2800"/>
              <a:buNone/>
              <a:defRPr/>
            </a:lvl9pPr>
          </a:lstStyle>
          <a:p xmlns:a="http://schemas.openxmlformats.org/drawingml/2006/main"/>
        </p:txBody>
      </p:sp>
      <p:sp>
        <p:nvSpPr>
          <p:cNvPr id="28" name="Google Shape;28;p7">
            <a:extLst xmlns:a="http://schemas.openxmlformats.org/drawingml/2006/main">
              <a:ext uri="{FF2B5EF4-FFF2-40B4-BE49-F238E27FC236}">
                <a16:creationId xmlns:a16="http://schemas.microsoft.com/office/drawing/2014/main" id="{110C5491-99F8-473A-8B00-E00548F4CF59}"/>
              </a:ext>
            </a:extLst>
          </p:cNvPr>
          <p:cNvSpPr>
            <a:spLocks xmlns:a="http://schemas.openxmlformats.org/drawingml/2006/main" noGrp="1"/>
          </p:cNvSpPr>
          <p:nvPr>
            <p:ph type="sldNum" idx="12"/>
          </p:nvPr>
        </p:nvSpPr>
        <p:spPr>
          <a:xfrm xmlns:a="http://schemas.openxmlformats.org/drawingml/2006/main">
            <a:off x="8472458" y="4663217"/>
            <a:ext cx="548700" cy="393600"/>
          </a:xfrm>
          <a:prstGeom xmlns:a="http://schemas.openxmlformats.org/drawingml/2006/main" prst="rect">
            <a:avLst/>
          </a:prstGeom>
        </p:spPr>
        <p:txBody>
          <a:bodyPr xmlns:a="http://schemas.openxmlformats.org/drawingml/2006/main" spcFirstLastPara="1" wrap="square" lIns="91425" tIns="91425" rIns="91425" bIns="91425" anchor="ctr">
            <a:normAutofit/>
          </a:bodyPr>
          <a:lstStyle xmlns:a="http://schemas.openxmlformats.org/drawingml/2006/main">
            <a:lvl1pPr>
              <a:buNone/>
              <a:defRPr/>
            </a:lvl1pPr>
            <a:lvl2pPr>
              <a:buNone/>
              <a:defRPr/>
            </a:lvl2pPr>
            <a:lvl3pPr>
              <a:buNone/>
              <a:defRPr/>
            </a:lvl3pPr>
            <a:lvl4pPr>
              <a:buNone/>
              <a:defRPr/>
            </a:lvl4pPr>
            <a:lvl5pPr>
              <a:buNone/>
              <a:defRPr/>
            </a:lvl5pPr>
            <a:lvl6pPr>
              <a:buNone/>
              <a:defRPr/>
            </a:lvl6pPr>
            <a:lvl7pPr>
              <a:buNone/>
              <a:defRPr/>
            </a:lvl7pPr>
            <a:lvl8pPr>
              <a:buNone/>
              <a:defRPr/>
            </a:lvl8pPr>
            <a:lvl9pPr>
              <a:buNone/>
              <a:defRPr/>
            </a:lvl9pPr>
          </a:lstStyle>
          <a:p xmlns:a="http://schemas.openxmlformats.org/drawingml/2006/main">
            <a:pPr marL="0" lvl="0" indent="0" algn="r">
              <a:spcBef>
                <a:spcPts val="0"/>
              </a:spcBef>
              <a:spcAft>
                <a:spcPts val="0"/>
              </a:spcAft>
              <a:buNone/>
            </a:pPr>
            <a:fld id="{00000000-1234-1234-1234-123412341234}" type="slidenum">
              <a:t>‹#›</a:t>
            </a:fld>
            <a:endParaRPr/>
          </a:p>
        </p:txBody>
      </p:sp>
    </p:spTree>
  </p:cSld>
</p:sldLayout>
</file>

<file path=ppt/slideLayouts/slideLayout7.xml><?xml version="1.0" encoding="utf-8"?>
<p:sldLayout xmlns:p="http://schemas.openxmlformats.org/presentationml/2006/main" matchingName="One column text">
  <p:cSld name="ONE_COLUMN_TEXT">
    <p:spTree>
      <p:nvGrpSpPr>
        <p:cNvPr id="1" name=""/>
        <p:cNvGrpSpPr/>
        <p:nvPr/>
      </p:nvGrpSpPr>
      <p:grpSpPr>
        <a:xfrm xmlns:a="http://schemas.openxmlformats.org/drawingml/2006/main"/>
      </p:grpSpPr>
      <p:sp>
        <p:nvSpPr>
          <p:cNvPr id="30" name="Google Shape;30;p8">
            <a:extLst xmlns:a="http://schemas.openxmlformats.org/drawingml/2006/main">
              <a:ext uri="{FF2B5EF4-FFF2-40B4-BE49-F238E27FC236}">
                <a16:creationId xmlns:a16="http://schemas.microsoft.com/office/drawing/2014/main" id="{5E905A46-E3DF-4BFA-9F59-6234472AFA29}"/>
              </a:ext>
            </a:extLst>
          </p:cNvPr>
          <p:cNvSpPr>
            <a:spLocks xmlns:a="http://schemas.openxmlformats.org/drawingml/2006/main" noGrp="1"/>
          </p:cNvSpPr>
          <p:nvPr>
            <p:ph type="title" idx="0"/>
          </p:nvPr>
        </p:nvSpPr>
        <p:spPr>
          <a:xfrm xmlns:a="http://schemas.openxmlformats.org/drawingml/2006/main">
            <a:off x="311700" y="555600"/>
            <a:ext cx="2808000" cy="755700"/>
          </a:xfrm>
          <a:prstGeom xmlns:a="http://schemas.openxmlformats.org/drawingml/2006/main" prst="rect">
            <a:avLst/>
          </a:prstGeom>
        </p:spPr>
        <p:txBody>
          <a:bodyPr xmlns:a="http://schemas.openxmlformats.org/drawingml/2006/main" spcFirstLastPara="1" wrap="square" lIns="91425" tIns="91425" rIns="91425" bIns="91425" anchor="b">
            <a:normAutofit/>
          </a:bodyPr>
          <a:lstStyle xmlns:a="http://schemas.openxmlformats.org/drawingml/2006/main">
            <a:lvl1pPr>
              <a:spcBef>
                <a:spcPts val="0"/>
              </a:spcBef>
              <a:spcAft>
                <a:spcPts val="0"/>
              </a:spcAft>
              <a:buSzPts val="2400"/>
              <a:buNone/>
              <a:defRPr sz="2400"/>
            </a:lvl1pPr>
            <a:lvl2pPr>
              <a:spcBef>
                <a:spcPts val="0"/>
              </a:spcBef>
              <a:spcAft>
                <a:spcPts val="0"/>
              </a:spcAft>
              <a:buSzPts val="2400"/>
              <a:buNone/>
              <a:defRPr sz="2400"/>
            </a:lvl2pPr>
            <a:lvl3pPr>
              <a:spcBef>
                <a:spcPts val="0"/>
              </a:spcBef>
              <a:spcAft>
                <a:spcPts val="0"/>
              </a:spcAft>
              <a:buSzPts val="2400"/>
              <a:buNone/>
              <a:defRPr sz="2400"/>
            </a:lvl3pPr>
            <a:lvl4pPr>
              <a:spcBef>
                <a:spcPts val="0"/>
              </a:spcBef>
              <a:spcAft>
                <a:spcPts val="0"/>
              </a:spcAft>
              <a:buSzPts val="2400"/>
              <a:buNone/>
              <a:defRPr sz="2400"/>
            </a:lvl4pPr>
            <a:lvl5pPr>
              <a:spcBef>
                <a:spcPts val="0"/>
              </a:spcBef>
              <a:spcAft>
                <a:spcPts val="0"/>
              </a:spcAft>
              <a:buSzPts val="2400"/>
              <a:buNone/>
              <a:defRPr sz="2400"/>
            </a:lvl5pPr>
            <a:lvl6pPr>
              <a:spcBef>
                <a:spcPts val="0"/>
              </a:spcBef>
              <a:spcAft>
                <a:spcPts val="0"/>
              </a:spcAft>
              <a:buSzPts val="2400"/>
              <a:buNone/>
              <a:defRPr sz="2400"/>
            </a:lvl6pPr>
            <a:lvl7pPr>
              <a:spcBef>
                <a:spcPts val="0"/>
              </a:spcBef>
              <a:spcAft>
                <a:spcPts val="0"/>
              </a:spcAft>
              <a:buSzPts val="2400"/>
              <a:buNone/>
              <a:defRPr sz="2400"/>
            </a:lvl7pPr>
            <a:lvl8pPr>
              <a:spcBef>
                <a:spcPts val="0"/>
              </a:spcBef>
              <a:spcAft>
                <a:spcPts val="0"/>
              </a:spcAft>
              <a:buSzPts val="2400"/>
              <a:buNone/>
              <a:defRPr sz="2400"/>
            </a:lvl8pPr>
            <a:lvl9pPr>
              <a:spcBef>
                <a:spcPts val="0"/>
              </a:spcBef>
              <a:spcAft>
                <a:spcPts val="0"/>
              </a:spcAft>
              <a:buSzPts val="2400"/>
              <a:buNone/>
              <a:defRPr sz="2400"/>
            </a:lvl9pPr>
          </a:lstStyle>
          <a:p xmlns:a="http://schemas.openxmlformats.org/drawingml/2006/main"/>
        </p:txBody>
      </p:sp>
      <p:sp>
        <p:nvSpPr>
          <p:cNvPr id="31" name="Google Shape;31;p8">
            <a:extLst xmlns:a="http://schemas.openxmlformats.org/drawingml/2006/main">
              <a:ext uri="{FF2B5EF4-FFF2-40B4-BE49-F238E27FC236}">
                <a16:creationId xmlns:a16="http://schemas.microsoft.com/office/drawing/2014/main" id="{9301B87B-515D-48DA-AF17-E6B500518B02}"/>
              </a:ext>
            </a:extLst>
          </p:cNvPr>
          <p:cNvSpPr>
            <a:spLocks xmlns:a="http://schemas.openxmlformats.org/drawingml/2006/main" noGrp="1"/>
          </p:cNvSpPr>
          <p:nvPr>
            <p:ph type="body" idx="1"/>
          </p:nvPr>
        </p:nvSpPr>
        <p:spPr>
          <a:xfrm xmlns:a="http://schemas.openxmlformats.org/drawingml/2006/main">
            <a:off x="311700" y="1389600"/>
            <a:ext cx="2808000" cy="3179400"/>
          </a:xfrm>
          <a:prstGeom xmlns:a="http://schemas.openxmlformats.org/drawingml/2006/main" prst="rect">
            <a:avLst/>
          </a:prstGeom>
        </p:spPr>
        <p:txBody>
          <a:bodyPr xmlns:a="http://schemas.openxmlformats.org/drawingml/2006/main" spcFirstLastPara="1" wrap="square" lIns="91425" tIns="91425" rIns="91425" bIns="91425" anchor="t">
            <a:normAutofit/>
          </a:bodyPr>
          <a:lstStyle xmlns:a="http://schemas.openxmlformats.org/drawingml/2006/main">
            <a:lvl1pPr marL="457200" indent="-304800">
              <a:spcBef>
                <a:spcPts val="0"/>
              </a:spcBef>
              <a:spcAft>
                <a:spcPts val="0"/>
              </a:spcAft>
              <a:buSzPts val="1200"/>
              <a:buChar char="●"/>
              <a:defRPr sz="1200"/>
            </a:lvl1pPr>
            <a:lvl2pPr marL="914400" indent="-304800">
              <a:spcBef>
                <a:spcPts val="0"/>
              </a:spcBef>
              <a:spcAft>
                <a:spcPts val="0"/>
              </a:spcAft>
              <a:buSzPts val="1200"/>
              <a:buChar char="○"/>
              <a:defRPr sz="1200"/>
            </a:lvl2pPr>
            <a:lvl3pPr marL="1371600" indent="-304800">
              <a:spcBef>
                <a:spcPts val="0"/>
              </a:spcBef>
              <a:spcAft>
                <a:spcPts val="0"/>
              </a:spcAft>
              <a:buSzPts val="1200"/>
              <a:buChar char="■"/>
              <a:defRPr sz="1200"/>
            </a:lvl3pPr>
            <a:lvl4pPr marL="1828800" indent="-304800">
              <a:spcBef>
                <a:spcPts val="0"/>
              </a:spcBef>
              <a:spcAft>
                <a:spcPts val="0"/>
              </a:spcAft>
              <a:buSzPts val="1200"/>
              <a:buChar char="●"/>
              <a:defRPr sz="1200"/>
            </a:lvl4pPr>
            <a:lvl5pPr marL="2286000" indent="-304800">
              <a:spcBef>
                <a:spcPts val="0"/>
              </a:spcBef>
              <a:spcAft>
                <a:spcPts val="0"/>
              </a:spcAft>
              <a:buSzPts val="1200"/>
              <a:buChar char="○"/>
              <a:defRPr sz="1200"/>
            </a:lvl5pPr>
            <a:lvl6pPr marL="2743200" indent="-304800">
              <a:spcBef>
                <a:spcPts val="0"/>
              </a:spcBef>
              <a:spcAft>
                <a:spcPts val="0"/>
              </a:spcAft>
              <a:buSzPts val="1200"/>
              <a:buChar char="■"/>
              <a:defRPr sz="1200"/>
            </a:lvl6pPr>
            <a:lvl7pPr marL="3200400" indent="-304800">
              <a:spcBef>
                <a:spcPts val="0"/>
              </a:spcBef>
              <a:spcAft>
                <a:spcPts val="0"/>
              </a:spcAft>
              <a:buSzPts val="1200"/>
              <a:buChar char="●"/>
              <a:defRPr sz="1200"/>
            </a:lvl7pPr>
            <a:lvl8pPr marL="3657600" indent="-304800">
              <a:spcBef>
                <a:spcPts val="0"/>
              </a:spcBef>
              <a:spcAft>
                <a:spcPts val="0"/>
              </a:spcAft>
              <a:buSzPts val="1200"/>
              <a:buChar char="○"/>
              <a:defRPr sz="1200"/>
            </a:lvl8pPr>
            <a:lvl9pPr marL="4114800" indent="-304800">
              <a:spcBef>
                <a:spcPts val="0"/>
              </a:spcBef>
              <a:spcAft>
                <a:spcPts val="0"/>
              </a:spcAft>
              <a:buSzPts val="1200"/>
              <a:buChar char="■"/>
              <a:defRPr sz="1200"/>
            </a:lvl9pPr>
          </a:lstStyle>
          <a:p xmlns:a="http://schemas.openxmlformats.org/drawingml/2006/main"/>
        </p:txBody>
      </p:sp>
      <p:sp>
        <p:nvSpPr>
          <p:cNvPr id="32" name="Google Shape;32;p8">
            <a:extLst xmlns:a="http://schemas.openxmlformats.org/drawingml/2006/main">
              <a:ext uri="{FF2B5EF4-FFF2-40B4-BE49-F238E27FC236}">
                <a16:creationId xmlns:a16="http://schemas.microsoft.com/office/drawing/2014/main" id="{EE733B16-175B-4548-898F-2ACCEFCD6544}"/>
              </a:ext>
            </a:extLst>
          </p:cNvPr>
          <p:cNvSpPr>
            <a:spLocks xmlns:a="http://schemas.openxmlformats.org/drawingml/2006/main" noGrp="1"/>
          </p:cNvSpPr>
          <p:nvPr>
            <p:ph type="sldNum" idx="12"/>
          </p:nvPr>
        </p:nvSpPr>
        <p:spPr>
          <a:xfrm xmlns:a="http://schemas.openxmlformats.org/drawingml/2006/main">
            <a:off x="8472458" y="4663217"/>
            <a:ext cx="548700" cy="393600"/>
          </a:xfrm>
          <a:prstGeom xmlns:a="http://schemas.openxmlformats.org/drawingml/2006/main" prst="rect">
            <a:avLst/>
          </a:prstGeom>
        </p:spPr>
        <p:txBody>
          <a:bodyPr xmlns:a="http://schemas.openxmlformats.org/drawingml/2006/main" spcFirstLastPara="1" wrap="square" lIns="91425" tIns="91425" rIns="91425" bIns="91425" anchor="ctr">
            <a:normAutofit/>
          </a:bodyPr>
          <a:lstStyle xmlns:a="http://schemas.openxmlformats.org/drawingml/2006/main">
            <a:lvl1pPr>
              <a:buNone/>
              <a:defRPr/>
            </a:lvl1pPr>
            <a:lvl2pPr>
              <a:buNone/>
              <a:defRPr/>
            </a:lvl2pPr>
            <a:lvl3pPr>
              <a:buNone/>
              <a:defRPr/>
            </a:lvl3pPr>
            <a:lvl4pPr>
              <a:buNone/>
              <a:defRPr/>
            </a:lvl4pPr>
            <a:lvl5pPr>
              <a:buNone/>
              <a:defRPr/>
            </a:lvl5pPr>
            <a:lvl6pPr>
              <a:buNone/>
              <a:defRPr/>
            </a:lvl6pPr>
            <a:lvl7pPr>
              <a:buNone/>
              <a:defRPr/>
            </a:lvl7pPr>
            <a:lvl8pPr>
              <a:buNone/>
              <a:defRPr/>
            </a:lvl8pPr>
            <a:lvl9pPr>
              <a:buNone/>
              <a:defRPr/>
            </a:lvl9pPr>
          </a:lstStyle>
          <a:p xmlns:a="http://schemas.openxmlformats.org/drawingml/2006/main">
            <a:pPr marL="0" lvl="0" indent="0" algn="r">
              <a:spcBef>
                <a:spcPts val="0"/>
              </a:spcBef>
              <a:spcAft>
                <a:spcPts val="0"/>
              </a:spcAft>
              <a:buNone/>
            </a:pPr>
            <a:fld id="{00000000-1234-1234-1234-123412341234}" type="slidenum">
              <a:t>‹#›</a:t>
            </a:fld>
            <a:endParaRPr/>
          </a:p>
        </p:txBody>
      </p:sp>
    </p:spTree>
  </p:cSld>
</p:sldLayout>
</file>

<file path=ppt/slideLayouts/slideLayout8.xml><?xml version="1.0" encoding="utf-8"?>
<p:sldLayout xmlns:p="http://schemas.openxmlformats.org/presentationml/2006/main" matchingName="Main point">
  <p:cSld name="MAIN_POINT">
    <p:spTree>
      <p:nvGrpSpPr>
        <p:cNvPr id="1" name=""/>
        <p:cNvGrpSpPr/>
        <p:nvPr/>
      </p:nvGrpSpPr>
      <p:grpSpPr>
        <a:xfrm xmlns:a="http://schemas.openxmlformats.org/drawingml/2006/main"/>
      </p:grpSpPr>
      <p:sp>
        <p:nvSpPr>
          <p:cNvPr id="34" name="Google Shape;34;p9">
            <a:extLst xmlns:a="http://schemas.openxmlformats.org/drawingml/2006/main">
              <a:ext uri="{FF2B5EF4-FFF2-40B4-BE49-F238E27FC236}">
                <a16:creationId xmlns:a16="http://schemas.microsoft.com/office/drawing/2014/main" id="{58F30EF6-5090-468A-83C1-D87E097A3246}"/>
              </a:ext>
            </a:extLst>
          </p:cNvPr>
          <p:cNvSpPr>
            <a:spLocks xmlns:a="http://schemas.openxmlformats.org/drawingml/2006/main" noGrp="1"/>
          </p:cNvSpPr>
          <p:nvPr>
            <p:ph type="title" idx="0"/>
          </p:nvPr>
        </p:nvSpPr>
        <p:spPr>
          <a:xfrm xmlns:a="http://schemas.openxmlformats.org/drawingml/2006/main">
            <a:off x="490250" y="450150"/>
            <a:ext cx="6367800" cy="4090800"/>
          </a:xfrm>
          <a:prstGeom xmlns:a="http://schemas.openxmlformats.org/drawingml/2006/main" prst="rect">
            <a:avLst/>
          </a:prstGeom>
        </p:spPr>
        <p:txBody>
          <a:bodyPr xmlns:a="http://schemas.openxmlformats.org/drawingml/2006/main" spcFirstLastPara="1" wrap="square" lIns="91425" tIns="91425" rIns="91425" bIns="91425" anchor="ctr">
            <a:normAutofit/>
          </a:bodyPr>
          <a:lstStyle xmlns:a="http://schemas.openxmlformats.org/drawingml/2006/main">
            <a:lvl1pPr>
              <a:spcBef>
                <a:spcPts val="0"/>
              </a:spcBef>
              <a:spcAft>
                <a:spcPts val="0"/>
              </a:spcAft>
              <a:buSzPts val="4800"/>
              <a:buNone/>
              <a:defRPr sz="4800"/>
            </a:lvl1pPr>
            <a:lvl2pPr>
              <a:spcBef>
                <a:spcPts val="0"/>
              </a:spcBef>
              <a:spcAft>
                <a:spcPts val="0"/>
              </a:spcAft>
              <a:buSzPts val="4800"/>
              <a:buNone/>
              <a:defRPr sz="4800"/>
            </a:lvl2pPr>
            <a:lvl3pPr>
              <a:spcBef>
                <a:spcPts val="0"/>
              </a:spcBef>
              <a:spcAft>
                <a:spcPts val="0"/>
              </a:spcAft>
              <a:buSzPts val="4800"/>
              <a:buNone/>
              <a:defRPr sz="4800"/>
            </a:lvl3pPr>
            <a:lvl4pPr>
              <a:spcBef>
                <a:spcPts val="0"/>
              </a:spcBef>
              <a:spcAft>
                <a:spcPts val="0"/>
              </a:spcAft>
              <a:buSzPts val="4800"/>
              <a:buNone/>
              <a:defRPr sz="4800"/>
            </a:lvl4pPr>
            <a:lvl5pPr>
              <a:spcBef>
                <a:spcPts val="0"/>
              </a:spcBef>
              <a:spcAft>
                <a:spcPts val="0"/>
              </a:spcAft>
              <a:buSzPts val="4800"/>
              <a:buNone/>
              <a:defRPr sz="4800"/>
            </a:lvl5pPr>
            <a:lvl6pPr>
              <a:spcBef>
                <a:spcPts val="0"/>
              </a:spcBef>
              <a:spcAft>
                <a:spcPts val="0"/>
              </a:spcAft>
              <a:buSzPts val="4800"/>
              <a:buNone/>
              <a:defRPr sz="4800"/>
            </a:lvl6pPr>
            <a:lvl7pPr>
              <a:spcBef>
                <a:spcPts val="0"/>
              </a:spcBef>
              <a:spcAft>
                <a:spcPts val="0"/>
              </a:spcAft>
              <a:buSzPts val="4800"/>
              <a:buNone/>
              <a:defRPr sz="4800"/>
            </a:lvl7pPr>
            <a:lvl8pPr>
              <a:spcBef>
                <a:spcPts val="0"/>
              </a:spcBef>
              <a:spcAft>
                <a:spcPts val="0"/>
              </a:spcAft>
              <a:buSzPts val="4800"/>
              <a:buNone/>
              <a:defRPr sz="4800"/>
            </a:lvl8pPr>
            <a:lvl9pPr>
              <a:spcBef>
                <a:spcPts val="0"/>
              </a:spcBef>
              <a:spcAft>
                <a:spcPts val="0"/>
              </a:spcAft>
              <a:buSzPts val="4800"/>
              <a:buNone/>
              <a:defRPr sz="4800"/>
            </a:lvl9pPr>
          </a:lstStyle>
          <a:p xmlns:a="http://schemas.openxmlformats.org/drawingml/2006/main"/>
        </p:txBody>
      </p:sp>
      <p:sp>
        <p:nvSpPr>
          <p:cNvPr id="35" name="Google Shape;35;p9">
            <a:extLst xmlns:a="http://schemas.openxmlformats.org/drawingml/2006/main">
              <a:ext uri="{FF2B5EF4-FFF2-40B4-BE49-F238E27FC236}">
                <a16:creationId xmlns:a16="http://schemas.microsoft.com/office/drawing/2014/main" id="{1C7B0BFA-763F-47D1-BABC-6BA5E17ABD19}"/>
              </a:ext>
            </a:extLst>
          </p:cNvPr>
          <p:cNvSpPr>
            <a:spLocks xmlns:a="http://schemas.openxmlformats.org/drawingml/2006/main" noGrp="1"/>
          </p:cNvSpPr>
          <p:nvPr>
            <p:ph type="sldNum" idx="12"/>
          </p:nvPr>
        </p:nvSpPr>
        <p:spPr>
          <a:xfrm xmlns:a="http://schemas.openxmlformats.org/drawingml/2006/main">
            <a:off x="8472458" y="4663217"/>
            <a:ext cx="548700" cy="393600"/>
          </a:xfrm>
          <a:prstGeom xmlns:a="http://schemas.openxmlformats.org/drawingml/2006/main" prst="rect">
            <a:avLst/>
          </a:prstGeom>
        </p:spPr>
        <p:txBody>
          <a:bodyPr xmlns:a="http://schemas.openxmlformats.org/drawingml/2006/main" spcFirstLastPara="1" wrap="square" lIns="91425" tIns="91425" rIns="91425" bIns="91425" anchor="ctr">
            <a:normAutofit/>
          </a:bodyPr>
          <a:lstStyle xmlns:a="http://schemas.openxmlformats.org/drawingml/2006/main">
            <a:lvl1pPr>
              <a:buNone/>
              <a:defRPr/>
            </a:lvl1pPr>
            <a:lvl2pPr>
              <a:buNone/>
              <a:defRPr/>
            </a:lvl2pPr>
            <a:lvl3pPr>
              <a:buNone/>
              <a:defRPr/>
            </a:lvl3pPr>
            <a:lvl4pPr>
              <a:buNone/>
              <a:defRPr/>
            </a:lvl4pPr>
            <a:lvl5pPr>
              <a:buNone/>
              <a:defRPr/>
            </a:lvl5pPr>
            <a:lvl6pPr>
              <a:buNone/>
              <a:defRPr/>
            </a:lvl6pPr>
            <a:lvl7pPr>
              <a:buNone/>
              <a:defRPr/>
            </a:lvl7pPr>
            <a:lvl8pPr>
              <a:buNone/>
              <a:defRPr/>
            </a:lvl8pPr>
            <a:lvl9pPr>
              <a:buNone/>
              <a:defRPr/>
            </a:lvl9pPr>
          </a:lstStyle>
          <a:p xmlns:a="http://schemas.openxmlformats.org/drawingml/2006/main">
            <a:pPr marL="0" lvl="0" indent="0" algn="r">
              <a:spcBef>
                <a:spcPts val="0"/>
              </a:spcBef>
              <a:spcAft>
                <a:spcPts val="0"/>
              </a:spcAft>
              <a:buNone/>
            </a:pPr>
            <a:fld id="{00000000-1234-1234-1234-123412341234}" type="slidenum">
              <a:t>‹#›</a:t>
            </a:fld>
            <a:endParaRPr/>
          </a:p>
        </p:txBody>
      </p:sp>
    </p:spTree>
  </p:cSld>
</p:sldLayout>
</file>

<file path=ppt/slideLayouts/slideLayout9.xml><?xml version="1.0" encoding="utf-8"?>
<p:sldLayout xmlns:p="http://schemas.openxmlformats.org/presentationml/2006/main" matchingName="Section title and description">
  <p:cSld name="SECTION_TITLE_AND_DESCRIPTION">
    <p:spTree>
      <p:nvGrpSpPr>
        <p:cNvPr id="1" name=""/>
        <p:cNvGrpSpPr/>
        <p:nvPr/>
      </p:nvGrpSpPr>
      <p:grpSpPr>
        <a:xfrm xmlns:a="http://schemas.openxmlformats.org/drawingml/2006/main"/>
      </p:grpSpPr>
      <p:sp>
        <p:nvSpPr>
          <p:cNvPr id="37" name="Google Shape;37;p10">
            <a:extLst xmlns:a="http://schemas.openxmlformats.org/drawingml/2006/main">
              <a:ext uri="{FF2B5EF4-FFF2-40B4-BE49-F238E27FC236}">
                <a16:creationId xmlns:a16="http://schemas.microsoft.com/office/drawing/2014/main" id="{80A0F435-7769-478F-A559-EFD142D32589}"/>
              </a:ext>
            </a:extLst>
          </p:cNvPr>
          <p:cNvSpPr>
            <a:spLocks xmlns:a="http://schemas.openxmlformats.org/drawingml/2006/main" noGrp="1"/>
          </p:cNvSpPr>
          <p:nvPr/>
        </p:nvSpPr>
        <p:spPr>
          <a:xfrm xmlns:a="http://schemas.openxmlformats.org/drawingml/2006/main">
            <a:off x="4572000" y="-125"/>
            <a:ext cx="4572000" cy="5143500"/>
          </a:xfrm>
          <a:prstGeom xmlns:a="http://schemas.openxmlformats.org/drawingml/2006/main" prst="rect">
            <a:avLst/>
          </a:prstGeom>
          <a:solidFill xmlns:a="http://schemas.openxmlformats.org/drawingml/2006/main">
            <a:schemeClr val="lt2"/>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38" name="Google Shape;38;p10">
            <a:extLst xmlns:a="http://schemas.openxmlformats.org/drawingml/2006/main">
              <a:ext uri="{FF2B5EF4-FFF2-40B4-BE49-F238E27FC236}">
                <a16:creationId xmlns:a16="http://schemas.microsoft.com/office/drawing/2014/main" id="{31B33C7E-184C-43E8-BBAC-DE75A0F7EC4B}"/>
              </a:ext>
            </a:extLst>
          </p:cNvPr>
          <p:cNvSpPr>
            <a:spLocks xmlns:a="http://schemas.openxmlformats.org/drawingml/2006/main" noGrp="1"/>
          </p:cNvSpPr>
          <p:nvPr>
            <p:ph type="title" idx="0"/>
          </p:nvPr>
        </p:nvSpPr>
        <p:spPr>
          <a:xfrm xmlns:a="http://schemas.openxmlformats.org/drawingml/2006/main">
            <a:off x="265500" y="1233175"/>
            <a:ext cx="4045200" cy="1482300"/>
          </a:xfrm>
          <a:prstGeom xmlns:a="http://schemas.openxmlformats.org/drawingml/2006/main" prst="rect">
            <a:avLst/>
          </a:prstGeom>
        </p:spPr>
        <p:txBody>
          <a:bodyPr xmlns:a="http://schemas.openxmlformats.org/drawingml/2006/main" spcFirstLastPara="1" wrap="square" lIns="91425" tIns="91425" rIns="91425" bIns="91425" anchor="b">
            <a:normAutofit/>
          </a:bodyPr>
          <a:lstStyle xmlns:a="http://schemas.openxmlformats.org/drawingml/2006/main">
            <a:lvl1pPr algn="ctr">
              <a:spcBef>
                <a:spcPts val="0"/>
              </a:spcBef>
              <a:spcAft>
                <a:spcPts val="0"/>
              </a:spcAft>
              <a:buSzPts val="4200"/>
              <a:buNone/>
              <a:defRPr sz="4200"/>
            </a:lvl1pPr>
            <a:lvl2pPr algn="ctr">
              <a:spcBef>
                <a:spcPts val="0"/>
              </a:spcBef>
              <a:spcAft>
                <a:spcPts val="0"/>
              </a:spcAft>
              <a:buSzPts val="4200"/>
              <a:buNone/>
              <a:defRPr sz="4200"/>
            </a:lvl2pPr>
            <a:lvl3pPr algn="ctr">
              <a:spcBef>
                <a:spcPts val="0"/>
              </a:spcBef>
              <a:spcAft>
                <a:spcPts val="0"/>
              </a:spcAft>
              <a:buSzPts val="4200"/>
              <a:buNone/>
              <a:defRPr sz="4200"/>
            </a:lvl3pPr>
            <a:lvl4pPr algn="ctr">
              <a:spcBef>
                <a:spcPts val="0"/>
              </a:spcBef>
              <a:spcAft>
                <a:spcPts val="0"/>
              </a:spcAft>
              <a:buSzPts val="4200"/>
              <a:buNone/>
              <a:defRPr sz="4200"/>
            </a:lvl4pPr>
            <a:lvl5pPr algn="ctr">
              <a:spcBef>
                <a:spcPts val="0"/>
              </a:spcBef>
              <a:spcAft>
                <a:spcPts val="0"/>
              </a:spcAft>
              <a:buSzPts val="4200"/>
              <a:buNone/>
              <a:defRPr sz="4200"/>
            </a:lvl5pPr>
            <a:lvl6pPr algn="ctr">
              <a:spcBef>
                <a:spcPts val="0"/>
              </a:spcBef>
              <a:spcAft>
                <a:spcPts val="0"/>
              </a:spcAft>
              <a:buSzPts val="4200"/>
              <a:buNone/>
              <a:defRPr sz="4200"/>
            </a:lvl6pPr>
            <a:lvl7pPr algn="ctr">
              <a:spcBef>
                <a:spcPts val="0"/>
              </a:spcBef>
              <a:spcAft>
                <a:spcPts val="0"/>
              </a:spcAft>
              <a:buSzPts val="4200"/>
              <a:buNone/>
              <a:defRPr sz="4200"/>
            </a:lvl7pPr>
            <a:lvl8pPr algn="ctr">
              <a:spcBef>
                <a:spcPts val="0"/>
              </a:spcBef>
              <a:spcAft>
                <a:spcPts val="0"/>
              </a:spcAft>
              <a:buSzPts val="4200"/>
              <a:buNone/>
              <a:defRPr sz="4200"/>
            </a:lvl8pPr>
            <a:lvl9pPr algn="ctr">
              <a:spcBef>
                <a:spcPts val="0"/>
              </a:spcBef>
              <a:spcAft>
                <a:spcPts val="0"/>
              </a:spcAft>
              <a:buSzPts val="4200"/>
              <a:buNone/>
              <a:defRPr sz="4200"/>
            </a:lvl9pPr>
          </a:lstStyle>
          <a:p xmlns:a="http://schemas.openxmlformats.org/drawingml/2006/main"/>
        </p:txBody>
      </p:sp>
      <p:sp>
        <p:nvSpPr>
          <p:cNvPr id="39" name="Google Shape;39;p10">
            <a:extLst xmlns:a="http://schemas.openxmlformats.org/drawingml/2006/main">
              <a:ext uri="{FF2B5EF4-FFF2-40B4-BE49-F238E27FC236}">
                <a16:creationId xmlns:a16="http://schemas.microsoft.com/office/drawing/2014/main" id="{5C36214D-5D34-4D95-B7C4-F703F8E17146}"/>
              </a:ext>
            </a:extLst>
          </p:cNvPr>
          <p:cNvSpPr>
            <a:spLocks xmlns:a="http://schemas.openxmlformats.org/drawingml/2006/main" noGrp="1"/>
          </p:cNvSpPr>
          <p:nvPr>
            <p:ph type="subTitle" idx="1"/>
          </p:nvPr>
        </p:nvSpPr>
        <p:spPr>
          <a:xfrm xmlns:a="http://schemas.openxmlformats.org/drawingml/2006/main">
            <a:off x="265500" y="2803075"/>
            <a:ext cx="4045200" cy="1235100"/>
          </a:xfrm>
          <a:prstGeom xmlns:a="http://schemas.openxmlformats.org/drawingml/2006/main" prst="rect">
            <a:avLst/>
          </a:prstGeom>
        </p:spPr>
        <p:txBody>
          <a:bodyPr xmlns:a="http://schemas.openxmlformats.org/drawingml/2006/main" spcFirstLastPara="1" wrap="square" lIns="91425" tIns="91425" rIns="91425" bIns="91425" anchor="t">
            <a:normAutofit/>
          </a:bodyPr>
          <a:lstStyle xmlns:a="http://schemas.openxmlformats.org/drawingml/2006/main">
            <a:lvl1pPr algn="ctr">
              <a:lnSpc>
                <a:spcPct val="100000"/>
              </a:lnSpc>
              <a:spcBef>
                <a:spcPts val="0"/>
              </a:spcBef>
              <a:spcAft>
                <a:spcPts val="0"/>
              </a:spcAft>
              <a:buSzPts val="2100"/>
              <a:buNone/>
              <a:defRPr sz="2100"/>
            </a:lvl1pPr>
            <a:lvl2pPr algn="ctr">
              <a:lnSpc>
                <a:spcPct val="100000"/>
              </a:lnSpc>
              <a:spcBef>
                <a:spcPts val="0"/>
              </a:spcBef>
              <a:spcAft>
                <a:spcPts val="0"/>
              </a:spcAft>
              <a:buSzPts val="2100"/>
              <a:buNone/>
              <a:defRPr sz="2100"/>
            </a:lvl2pPr>
            <a:lvl3pPr algn="ctr">
              <a:lnSpc>
                <a:spcPct val="100000"/>
              </a:lnSpc>
              <a:spcBef>
                <a:spcPts val="0"/>
              </a:spcBef>
              <a:spcAft>
                <a:spcPts val="0"/>
              </a:spcAft>
              <a:buSzPts val="2100"/>
              <a:buNone/>
              <a:defRPr sz="2100"/>
            </a:lvl3pPr>
            <a:lvl4pPr algn="ctr">
              <a:lnSpc>
                <a:spcPct val="100000"/>
              </a:lnSpc>
              <a:spcBef>
                <a:spcPts val="0"/>
              </a:spcBef>
              <a:spcAft>
                <a:spcPts val="0"/>
              </a:spcAft>
              <a:buSzPts val="2100"/>
              <a:buNone/>
              <a:defRPr sz="2100"/>
            </a:lvl4pPr>
            <a:lvl5pPr algn="ctr">
              <a:lnSpc>
                <a:spcPct val="100000"/>
              </a:lnSpc>
              <a:spcBef>
                <a:spcPts val="0"/>
              </a:spcBef>
              <a:spcAft>
                <a:spcPts val="0"/>
              </a:spcAft>
              <a:buSzPts val="2100"/>
              <a:buNone/>
              <a:defRPr sz="2100"/>
            </a:lvl5pPr>
            <a:lvl6pPr algn="ctr">
              <a:lnSpc>
                <a:spcPct val="100000"/>
              </a:lnSpc>
              <a:spcBef>
                <a:spcPts val="0"/>
              </a:spcBef>
              <a:spcAft>
                <a:spcPts val="0"/>
              </a:spcAft>
              <a:buSzPts val="2100"/>
              <a:buNone/>
              <a:defRPr sz="2100"/>
            </a:lvl6pPr>
            <a:lvl7pPr algn="ctr">
              <a:lnSpc>
                <a:spcPct val="100000"/>
              </a:lnSpc>
              <a:spcBef>
                <a:spcPts val="0"/>
              </a:spcBef>
              <a:spcAft>
                <a:spcPts val="0"/>
              </a:spcAft>
              <a:buSzPts val="2100"/>
              <a:buNone/>
              <a:defRPr sz="2100"/>
            </a:lvl7pPr>
            <a:lvl8pPr algn="ctr">
              <a:lnSpc>
                <a:spcPct val="100000"/>
              </a:lnSpc>
              <a:spcBef>
                <a:spcPts val="0"/>
              </a:spcBef>
              <a:spcAft>
                <a:spcPts val="0"/>
              </a:spcAft>
              <a:buSzPts val="2100"/>
              <a:buNone/>
              <a:defRPr sz="2100"/>
            </a:lvl8pPr>
            <a:lvl9pPr algn="ctr">
              <a:lnSpc>
                <a:spcPct val="100000"/>
              </a:lnSpc>
              <a:spcBef>
                <a:spcPts val="0"/>
              </a:spcBef>
              <a:spcAft>
                <a:spcPts val="0"/>
              </a:spcAft>
              <a:buSzPts val="2100"/>
              <a:buNone/>
              <a:defRPr sz="2100"/>
            </a:lvl9pPr>
          </a:lstStyle>
          <a:p xmlns:a="http://schemas.openxmlformats.org/drawingml/2006/main"/>
        </p:txBody>
      </p:sp>
      <p:sp>
        <p:nvSpPr>
          <p:cNvPr id="40" name="Google Shape;40;p10">
            <a:extLst xmlns:a="http://schemas.openxmlformats.org/drawingml/2006/main">
              <a:ext uri="{FF2B5EF4-FFF2-40B4-BE49-F238E27FC236}">
                <a16:creationId xmlns:a16="http://schemas.microsoft.com/office/drawing/2014/main" id="{21BF9CA2-FE0C-4DA0-9699-BA9D6661F001}"/>
              </a:ext>
            </a:extLst>
          </p:cNvPr>
          <p:cNvSpPr>
            <a:spLocks xmlns:a="http://schemas.openxmlformats.org/drawingml/2006/main" noGrp="1"/>
          </p:cNvSpPr>
          <p:nvPr>
            <p:ph type="body" idx="2"/>
          </p:nvPr>
        </p:nvSpPr>
        <p:spPr>
          <a:xfrm xmlns:a="http://schemas.openxmlformats.org/drawingml/2006/main">
            <a:off x="4939500" y="724075"/>
            <a:ext cx="3837000" cy="3695100"/>
          </a:xfrm>
          <a:prstGeom xmlns:a="http://schemas.openxmlformats.org/drawingml/2006/main" prst="rect">
            <a:avLst/>
          </a:prstGeom>
        </p:spPr>
        <p:txBody>
          <a:bodyPr xmlns:a="http://schemas.openxmlformats.org/drawingml/2006/main" spcFirstLastPara="1" wrap="square" lIns="91425" tIns="91425" rIns="91425" bIns="91425" anchor="ctr">
            <a:normAutofit/>
          </a:bodyPr>
          <a:lstStyle xmlns:a="http://schemas.openxmlformats.org/drawingml/2006/main">
            <a:lvl1pPr marL="457200" indent="-342900">
              <a:spcBef>
                <a:spcPts val="0"/>
              </a:spcBef>
              <a:spcAft>
                <a:spcPts val="0"/>
              </a:spcAft>
              <a:buSzPts val="1800"/>
              <a:buChar char="●"/>
              <a:defRPr/>
            </a:lvl1pPr>
            <a:lvl2pPr marL="914400" indent="-317500">
              <a:spcBef>
                <a:spcPts val="0"/>
              </a:spcBef>
              <a:spcAft>
                <a:spcPts val="0"/>
              </a:spcAft>
              <a:buSzPts val="1400"/>
              <a:buChar char="○"/>
              <a:defRPr/>
            </a:lvl2pPr>
            <a:lvl3pPr marL="1371600" indent="-317500">
              <a:spcBef>
                <a:spcPts val="0"/>
              </a:spcBef>
              <a:spcAft>
                <a:spcPts val="0"/>
              </a:spcAft>
              <a:buSzPts val="1400"/>
              <a:buChar char="■"/>
              <a:defRPr/>
            </a:lvl3pPr>
            <a:lvl4pPr marL="1828800" indent="-317500">
              <a:spcBef>
                <a:spcPts val="0"/>
              </a:spcBef>
              <a:spcAft>
                <a:spcPts val="0"/>
              </a:spcAft>
              <a:buSzPts val="1400"/>
              <a:buChar char="●"/>
              <a:defRPr/>
            </a:lvl4pPr>
            <a:lvl5pPr marL="2286000" indent="-317500">
              <a:spcBef>
                <a:spcPts val="0"/>
              </a:spcBef>
              <a:spcAft>
                <a:spcPts val="0"/>
              </a:spcAft>
              <a:buSzPts val="1400"/>
              <a:buChar char="○"/>
              <a:defRPr/>
            </a:lvl5pPr>
            <a:lvl6pPr marL="2743200" indent="-317500">
              <a:spcBef>
                <a:spcPts val="0"/>
              </a:spcBef>
              <a:spcAft>
                <a:spcPts val="0"/>
              </a:spcAft>
              <a:buSzPts val="1400"/>
              <a:buChar char="■"/>
              <a:defRPr/>
            </a:lvl6pPr>
            <a:lvl7pPr marL="3200400" indent="-317500">
              <a:spcBef>
                <a:spcPts val="0"/>
              </a:spcBef>
              <a:spcAft>
                <a:spcPts val="0"/>
              </a:spcAft>
              <a:buSzPts val="1400"/>
              <a:buChar char="●"/>
              <a:defRPr/>
            </a:lvl7pPr>
            <a:lvl8pPr marL="3657600" indent="-317500">
              <a:spcBef>
                <a:spcPts val="0"/>
              </a:spcBef>
              <a:spcAft>
                <a:spcPts val="0"/>
              </a:spcAft>
              <a:buSzPts val="1400"/>
              <a:buChar char="○"/>
              <a:defRPr/>
            </a:lvl8pPr>
            <a:lvl9pPr marL="4114800" indent="-317500">
              <a:spcBef>
                <a:spcPts val="0"/>
              </a:spcBef>
              <a:spcAft>
                <a:spcPts val="0"/>
              </a:spcAft>
              <a:buSzPts val="1400"/>
              <a:buChar char="■"/>
              <a:defRPr/>
            </a:lvl9pPr>
          </a:lstStyle>
          <a:p xmlns:a="http://schemas.openxmlformats.org/drawingml/2006/main"/>
        </p:txBody>
      </p:sp>
      <p:sp>
        <p:nvSpPr>
          <p:cNvPr id="41" name="Google Shape;41;p10">
            <a:extLst xmlns:a="http://schemas.openxmlformats.org/drawingml/2006/main">
              <a:ext uri="{FF2B5EF4-FFF2-40B4-BE49-F238E27FC236}">
                <a16:creationId xmlns:a16="http://schemas.microsoft.com/office/drawing/2014/main" id="{93076F3D-A67D-4B6B-9690-5EC1B676900B}"/>
              </a:ext>
            </a:extLst>
          </p:cNvPr>
          <p:cNvSpPr>
            <a:spLocks xmlns:a="http://schemas.openxmlformats.org/drawingml/2006/main" noGrp="1"/>
          </p:cNvSpPr>
          <p:nvPr>
            <p:ph type="sldNum" idx="12"/>
          </p:nvPr>
        </p:nvSpPr>
        <p:spPr>
          <a:xfrm xmlns:a="http://schemas.openxmlformats.org/drawingml/2006/main">
            <a:off x="8472458" y="4663217"/>
            <a:ext cx="548700" cy="393600"/>
          </a:xfrm>
          <a:prstGeom xmlns:a="http://schemas.openxmlformats.org/drawingml/2006/main" prst="rect">
            <a:avLst/>
          </a:prstGeom>
        </p:spPr>
        <p:txBody>
          <a:bodyPr xmlns:a="http://schemas.openxmlformats.org/drawingml/2006/main" spcFirstLastPara="1" wrap="square" lIns="91425" tIns="91425" rIns="91425" bIns="91425" anchor="ctr">
            <a:normAutofit/>
          </a:bodyPr>
          <a:lstStyle xmlns:a="http://schemas.openxmlformats.org/drawingml/2006/main">
            <a:lvl1pPr>
              <a:buNone/>
              <a:defRPr/>
            </a:lvl1pPr>
            <a:lvl2pPr>
              <a:buNone/>
              <a:defRPr/>
            </a:lvl2pPr>
            <a:lvl3pPr>
              <a:buNone/>
              <a:defRPr/>
            </a:lvl3pPr>
            <a:lvl4pPr>
              <a:buNone/>
              <a:defRPr/>
            </a:lvl4pPr>
            <a:lvl5pPr>
              <a:buNone/>
              <a:defRPr/>
            </a:lvl5pPr>
            <a:lvl6pPr>
              <a:buNone/>
              <a:defRPr/>
            </a:lvl6pPr>
            <a:lvl7pPr>
              <a:buNone/>
              <a:defRPr/>
            </a:lvl7pPr>
            <a:lvl8pPr>
              <a:buNone/>
              <a:defRPr/>
            </a:lvl8pPr>
            <a:lvl9pPr>
              <a:buNone/>
              <a:defRPr/>
            </a:lvl9pPr>
          </a:lstStyle>
          <a:p xmlns:a="http://schemas.openxmlformats.org/drawingml/2006/main">
            <a:pPr marL="0" lvl="0" indent="0" algn="r">
              <a:spcBef>
                <a:spcPts val="0"/>
              </a:spcBef>
              <a:spcAft>
                <a:spcPts val="0"/>
              </a:spcAft>
              <a:buNone/>
            </a:pPr>
            <a:fld id="{00000000-1234-1234-1234-123412341234}" type="slidenum">
              <a:t>‹#›</a:t>
            </a:fld>
            <a:endParaRPr/>
          </a:p>
        </p:txBody>
      </p:sp>
    </p:spTree>
  </p:cSld>
</p:sldLayout>
</file>

<file path=ppt/slideLayouts/slideLayout10.xml><?xml version="1.0" encoding="utf-8"?>
<p:sldLayout xmlns:p="http://schemas.openxmlformats.org/presentationml/2006/main" matchingName="Caption">
  <p:cSld name="CAPTION_ONLY">
    <p:spTree>
      <p:nvGrpSpPr>
        <p:cNvPr id="1" name=""/>
        <p:cNvGrpSpPr/>
        <p:nvPr/>
      </p:nvGrpSpPr>
      <p:grpSpPr>
        <a:xfrm xmlns:a="http://schemas.openxmlformats.org/drawingml/2006/main"/>
      </p:grpSpPr>
      <p:sp>
        <p:nvSpPr>
          <p:cNvPr id="43" name="Google Shape;43;p11">
            <a:extLst xmlns:a="http://schemas.openxmlformats.org/drawingml/2006/main">
              <a:ext uri="{FF2B5EF4-FFF2-40B4-BE49-F238E27FC236}">
                <a16:creationId xmlns:a16="http://schemas.microsoft.com/office/drawing/2014/main" id="{A58B9BD8-4E4E-4554-96F1-596D9040FCE9}"/>
              </a:ext>
            </a:extLst>
          </p:cNvPr>
          <p:cNvSpPr>
            <a:spLocks xmlns:a="http://schemas.openxmlformats.org/drawingml/2006/main" noGrp="1"/>
          </p:cNvSpPr>
          <p:nvPr>
            <p:ph type="body" idx="1"/>
          </p:nvPr>
        </p:nvSpPr>
        <p:spPr>
          <a:xfrm xmlns:a="http://schemas.openxmlformats.org/drawingml/2006/main">
            <a:off x="311700" y="4230575"/>
            <a:ext cx="5998800" cy="605100"/>
          </a:xfrm>
          <a:prstGeom xmlns:a="http://schemas.openxmlformats.org/drawingml/2006/main" prst="rect">
            <a:avLst/>
          </a:prstGeom>
        </p:spPr>
        <p:txBody>
          <a:bodyPr xmlns:a="http://schemas.openxmlformats.org/drawingml/2006/main" spcFirstLastPara="1" wrap="square" lIns="91425" tIns="91425" rIns="91425" bIns="91425" anchor="ctr">
            <a:normAutofit/>
          </a:bodyPr>
          <a:lstStyle xmlns:a="http://schemas.openxmlformats.org/drawingml/2006/main">
            <a:lvl1pPr marL="457200" indent="-228600">
              <a:lnSpc>
                <a:spcPct val="100000"/>
              </a:lnSpc>
              <a:spcBef>
                <a:spcPts val="0"/>
              </a:spcBef>
              <a:spcAft>
                <a:spcPts val="0"/>
              </a:spcAft>
              <a:buSzPts val="1800"/>
              <a:buNone/>
              <a:defRPr/>
            </a:lvl1pPr>
          </a:lstStyle>
          <a:p xmlns:a="http://schemas.openxmlformats.org/drawingml/2006/main"/>
        </p:txBody>
      </p:sp>
      <p:sp>
        <p:nvSpPr>
          <p:cNvPr id="44" name="Google Shape;44;p11">
            <a:extLst xmlns:a="http://schemas.openxmlformats.org/drawingml/2006/main">
              <a:ext uri="{FF2B5EF4-FFF2-40B4-BE49-F238E27FC236}">
                <a16:creationId xmlns:a16="http://schemas.microsoft.com/office/drawing/2014/main" id="{2BE685DE-8A10-455B-9673-557B92D43C24}"/>
              </a:ext>
            </a:extLst>
          </p:cNvPr>
          <p:cNvSpPr>
            <a:spLocks xmlns:a="http://schemas.openxmlformats.org/drawingml/2006/main" noGrp="1"/>
          </p:cNvSpPr>
          <p:nvPr>
            <p:ph type="sldNum" idx="12"/>
          </p:nvPr>
        </p:nvSpPr>
        <p:spPr>
          <a:xfrm xmlns:a="http://schemas.openxmlformats.org/drawingml/2006/main">
            <a:off x="8472458" y="4663217"/>
            <a:ext cx="548700" cy="393600"/>
          </a:xfrm>
          <a:prstGeom xmlns:a="http://schemas.openxmlformats.org/drawingml/2006/main" prst="rect">
            <a:avLst/>
          </a:prstGeom>
        </p:spPr>
        <p:txBody>
          <a:bodyPr xmlns:a="http://schemas.openxmlformats.org/drawingml/2006/main" spcFirstLastPara="1" wrap="square" lIns="91425" tIns="91425" rIns="91425" bIns="91425" anchor="ctr">
            <a:normAutofit/>
          </a:bodyPr>
          <a:lstStyle xmlns:a="http://schemas.openxmlformats.org/drawingml/2006/main">
            <a:lvl1pPr>
              <a:buNone/>
              <a:defRPr/>
            </a:lvl1pPr>
            <a:lvl2pPr>
              <a:buNone/>
              <a:defRPr/>
            </a:lvl2pPr>
            <a:lvl3pPr>
              <a:buNone/>
              <a:defRPr/>
            </a:lvl3pPr>
            <a:lvl4pPr>
              <a:buNone/>
              <a:defRPr/>
            </a:lvl4pPr>
            <a:lvl5pPr>
              <a:buNone/>
              <a:defRPr/>
            </a:lvl5pPr>
            <a:lvl6pPr>
              <a:buNone/>
              <a:defRPr/>
            </a:lvl6pPr>
            <a:lvl7pPr>
              <a:buNone/>
              <a:defRPr/>
            </a:lvl7pPr>
            <a:lvl8pPr>
              <a:buNone/>
              <a:defRPr/>
            </a:lvl8pPr>
            <a:lvl9pPr>
              <a:buNone/>
              <a:defRPr/>
            </a:lvl9pPr>
          </a:lstStyle>
          <a:p xmlns:a="http://schemas.openxmlformats.org/drawingml/2006/main">
            <a:pPr marL="0" lvl="0" indent="0" algn="r">
              <a:spcBef>
                <a:spcPts val="0"/>
              </a:spcBef>
              <a:spcAft>
                <a:spcPts val="0"/>
              </a:spcAft>
              <a:buNone/>
            </a:pPr>
            <a:fld id="{00000000-1234-1234-1234-123412341234}" type="slidenum">
              <a:t>‹#›</a:t>
            </a:fld>
            <a:endParaRPr/>
          </a:p>
        </p:txBody>
      </p:sp>
    </p:spTree>
  </p:cSld>
</p:sldLayout>
</file>

<file path=ppt/slideLayouts/slideLayout11.xml><?xml version="1.0" encoding="utf-8"?>
<p:sldLayout xmlns:p="http://schemas.openxmlformats.org/presentationml/2006/main" matchingName="Big number">
  <p:cSld name="BIG_NUMBER">
    <p:spTree>
      <p:nvGrpSpPr>
        <p:cNvPr id="1" name=""/>
        <p:cNvGrpSpPr/>
        <p:nvPr/>
      </p:nvGrpSpPr>
      <p:grpSpPr>
        <a:xfrm xmlns:a="http://schemas.openxmlformats.org/drawingml/2006/main"/>
      </p:grpSpPr>
      <p:sp>
        <p:nvSpPr>
          <p:cNvPr id="46" name="Google Shape;46;p12">
            <a:extLst xmlns:a="http://schemas.openxmlformats.org/drawingml/2006/main">
              <a:ext uri="{FF2B5EF4-FFF2-40B4-BE49-F238E27FC236}">
                <a16:creationId xmlns:a16="http://schemas.microsoft.com/office/drawing/2014/main" id="{DD097F06-A575-4117-B53D-49A727FFCAED}"/>
              </a:ext>
            </a:extLst>
          </p:cNvPr>
          <p:cNvSpPr>
            <a:spLocks xmlns:a="http://schemas.openxmlformats.org/drawingml/2006/main" noGrp="1"/>
          </p:cNvSpPr>
          <p:nvPr>
            <p:ph type="title" idx="0" hasCustomPrompt="1"/>
          </p:nvPr>
        </p:nvSpPr>
        <p:spPr>
          <a:xfrm xmlns:a="http://schemas.openxmlformats.org/drawingml/2006/main">
            <a:off x="311700" y="1106125"/>
            <a:ext cx="8520600" cy="1963500"/>
          </a:xfrm>
          <a:prstGeom xmlns:a="http://schemas.openxmlformats.org/drawingml/2006/main" prst="rect">
            <a:avLst/>
          </a:prstGeom>
        </p:spPr>
        <p:txBody>
          <a:bodyPr xmlns:a="http://schemas.openxmlformats.org/drawingml/2006/main" spcFirstLastPara="1" wrap="square" lIns="91425" tIns="91425" rIns="91425" bIns="91425" anchor="b">
            <a:normAutofit/>
          </a:bodyPr>
          <a:lstStyle xmlns:a="http://schemas.openxmlformats.org/drawingml/2006/main">
            <a:lvl1pPr algn="ctr">
              <a:spcBef>
                <a:spcPts val="0"/>
              </a:spcBef>
              <a:spcAft>
                <a:spcPts val="0"/>
              </a:spcAft>
              <a:buSzPts val="12000"/>
              <a:buNone/>
              <a:defRPr sz="12000"/>
            </a:lvl1pPr>
            <a:lvl2pPr algn="ctr">
              <a:spcBef>
                <a:spcPts val="0"/>
              </a:spcBef>
              <a:spcAft>
                <a:spcPts val="0"/>
              </a:spcAft>
              <a:buSzPts val="12000"/>
              <a:buNone/>
              <a:defRPr sz="12000"/>
            </a:lvl2pPr>
            <a:lvl3pPr algn="ctr">
              <a:spcBef>
                <a:spcPts val="0"/>
              </a:spcBef>
              <a:spcAft>
                <a:spcPts val="0"/>
              </a:spcAft>
              <a:buSzPts val="12000"/>
              <a:buNone/>
              <a:defRPr sz="12000"/>
            </a:lvl3pPr>
            <a:lvl4pPr algn="ctr">
              <a:spcBef>
                <a:spcPts val="0"/>
              </a:spcBef>
              <a:spcAft>
                <a:spcPts val="0"/>
              </a:spcAft>
              <a:buSzPts val="12000"/>
              <a:buNone/>
              <a:defRPr sz="12000"/>
            </a:lvl4pPr>
            <a:lvl5pPr algn="ctr">
              <a:spcBef>
                <a:spcPts val="0"/>
              </a:spcBef>
              <a:spcAft>
                <a:spcPts val="0"/>
              </a:spcAft>
              <a:buSzPts val="12000"/>
              <a:buNone/>
              <a:defRPr sz="12000"/>
            </a:lvl5pPr>
            <a:lvl6pPr algn="ctr">
              <a:spcBef>
                <a:spcPts val="0"/>
              </a:spcBef>
              <a:spcAft>
                <a:spcPts val="0"/>
              </a:spcAft>
              <a:buSzPts val="12000"/>
              <a:buNone/>
              <a:defRPr sz="12000"/>
            </a:lvl6pPr>
            <a:lvl7pPr algn="ctr">
              <a:spcBef>
                <a:spcPts val="0"/>
              </a:spcBef>
              <a:spcAft>
                <a:spcPts val="0"/>
              </a:spcAft>
              <a:buSzPts val="12000"/>
              <a:buNone/>
              <a:defRPr sz="12000"/>
            </a:lvl7pPr>
            <a:lvl8pPr algn="ctr">
              <a:spcBef>
                <a:spcPts val="0"/>
              </a:spcBef>
              <a:spcAft>
                <a:spcPts val="0"/>
              </a:spcAft>
              <a:buSzPts val="12000"/>
              <a:buNone/>
              <a:defRPr sz="12000"/>
            </a:lvl8pPr>
            <a:lvl9pPr algn="ctr">
              <a:spcBef>
                <a:spcPts val="0"/>
              </a:spcBef>
              <a:spcAft>
                <a:spcPts val="0"/>
              </a:spcAft>
              <a:buSzPts val="12000"/>
              <a:buNone/>
              <a:defRPr sz="12000"/>
            </a:lvl9pPr>
          </a:lstStyle>
          <a:p xmlns:a="http://schemas.openxmlformats.org/drawingml/2006/main">
            <a:r>
              <a:t>xx%</a:t>
            </a:r>
          </a:p>
        </p:txBody>
      </p:sp>
      <p:sp>
        <p:nvSpPr>
          <p:cNvPr id="47" name="Google Shape;47;p12">
            <a:extLst xmlns:a="http://schemas.openxmlformats.org/drawingml/2006/main">
              <a:ext uri="{FF2B5EF4-FFF2-40B4-BE49-F238E27FC236}">
                <a16:creationId xmlns:a16="http://schemas.microsoft.com/office/drawing/2014/main" id="{E0707E74-648C-47F4-BCBC-6627CF4902C3}"/>
              </a:ext>
            </a:extLst>
          </p:cNvPr>
          <p:cNvSpPr>
            <a:spLocks xmlns:a="http://schemas.openxmlformats.org/drawingml/2006/main" noGrp="1"/>
          </p:cNvSpPr>
          <p:nvPr>
            <p:ph type="body" idx="1"/>
          </p:nvPr>
        </p:nvSpPr>
        <p:spPr>
          <a:xfrm xmlns:a="http://schemas.openxmlformats.org/drawingml/2006/main">
            <a:off x="311700" y="3152225"/>
            <a:ext cx="8520600" cy="1300800"/>
          </a:xfrm>
          <a:prstGeom xmlns:a="http://schemas.openxmlformats.org/drawingml/2006/main" prst="rect">
            <a:avLst/>
          </a:prstGeom>
        </p:spPr>
        <p:txBody>
          <a:bodyPr xmlns:a="http://schemas.openxmlformats.org/drawingml/2006/main" spcFirstLastPara="1" wrap="square" lIns="91425" tIns="91425" rIns="91425" bIns="91425" anchor="t">
            <a:normAutofit/>
          </a:bodyPr>
          <a:lstStyle xmlns:a="http://schemas.openxmlformats.org/drawingml/2006/main">
            <a:lvl1pPr marL="457200" indent="-342900" algn="ctr">
              <a:spcBef>
                <a:spcPts val="0"/>
              </a:spcBef>
              <a:spcAft>
                <a:spcPts val="0"/>
              </a:spcAft>
              <a:buSzPts val="1800"/>
              <a:buChar char="●"/>
              <a:defRPr/>
            </a:lvl1pPr>
            <a:lvl2pPr marL="914400" indent="-317500" algn="ctr">
              <a:spcBef>
                <a:spcPts val="0"/>
              </a:spcBef>
              <a:spcAft>
                <a:spcPts val="0"/>
              </a:spcAft>
              <a:buSzPts val="1400"/>
              <a:buChar char="○"/>
              <a:defRPr/>
            </a:lvl2pPr>
            <a:lvl3pPr marL="1371600" indent="-317500" algn="ctr">
              <a:spcBef>
                <a:spcPts val="0"/>
              </a:spcBef>
              <a:spcAft>
                <a:spcPts val="0"/>
              </a:spcAft>
              <a:buSzPts val="1400"/>
              <a:buChar char="■"/>
              <a:defRPr/>
            </a:lvl3pPr>
            <a:lvl4pPr marL="1828800" indent="-317500" algn="ctr">
              <a:spcBef>
                <a:spcPts val="0"/>
              </a:spcBef>
              <a:spcAft>
                <a:spcPts val="0"/>
              </a:spcAft>
              <a:buSzPts val="1400"/>
              <a:buChar char="●"/>
              <a:defRPr/>
            </a:lvl4pPr>
            <a:lvl5pPr marL="2286000" indent="-317500" algn="ctr">
              <a:spcBef>
                <a:spcPts val="0"/>
              </a:spcBef>
              <a:spcAft>
                <a:spcPts val="0"/>
              </a:spcAft>
              <a:buSzPts val="1400"/>
              <a:buChar char="○"/>
              <a:defRPr/>
            </a:lvl5pPr>
            <a:lvl6pPr marL="2743200" indent="-317500" algn="ctr">
              <a:spcBef>
                <a:spcPts val="0"/>
              </a:spcBef>
              <a:spcAft>
                <a:spcPts val="0"/>
              </a:spcAft>
              <a:buSzPts val="1400"/>
              <a:buChar char="■"/>
              <a:defRPr/>
            </a:lvl6pPr>
            <a:lvl7pPr marL="3200400" indent="-317500" algn="ctr">
              <a:spcBef>
                <a:spcPts val="0"/>
              </a:spcBef>
              <a:spcAft>
                <a:spcPts val="0"/>
              </a:spcAft>
              <a:buSzPts val="1400"/>
              <a:buChar char="●"/>
              <a:defRPr/>
            </a:lvl7pPr>
            <a:lvl8pPr marL="3657600" indent="-317500" algn="ctr">
              <a:spcBef>
                <a:spcPts val="0"/>
              </a:spcBef>
              <a:spcAft>
                <a:spcPts val="0"/>
              </a:spcAft>
              <a:buSzPts val="1400"/>
              <a:buChar char="○"/>
              <a:defRPr/>
            </a:lvl8pPr>
            <a:lvl9pPr marL="4114800" indent="-317500" algn="ctr">
              <a:spcBef>
                <a:spcPts val="0"/>
              </a:spcBef>
              <a:spcAft>
                <a:spcPts val="0"/>
              </a:spcAft>
              <a:buSzPts val="1400"/>
              <a:buChar char="■"/>
              <a:defRPr/>
            </a:lvl9pPr>
          </a:lstStyle>
          <a:p xmlns:a="http://schemas.openxmlformats.org/drawingml/2006/main"/>
        </p:txBody>
      </p:sp>
      <p:sp>
        <p:nvSpPr>
          <p:cNvPr id="48" name="Google Shape;48;p12">
            <a:extLst xmlns:a="http://schemas.openxmlformats.org/drawingml/2006/main">
              <a:ext uri="{FF2B5EF4-FFF2-40B4-BE49-F238E27FC236}">
                <a16:creationId xmlns:a16="http://schemas.microsoft.com/office/drawing/2014/main" id="{8AE0A9B9-2BF1-4565-92E7-E82FBD44582A}"/>
              </a:ext>
            </a:extLst>
          </p:cNvPr>
          <p:cNvSpPr>
            <a:spLocks xmlns:a="http://schemas.openxmlformats.org/drawingml/2006/main" noGrp="1"/>
          </p:cNvSpPr>
          <p:nvPr>
            <p:ph type="sldNum" idx="12"/>
          </p:nvPr>
        </p:nvSpPr>
        <p:spPr>
          <a:xfrm xmlns:a="http://schemas.openxmlformats.org/drawingml/2006/main">
            <a:off x="8472458" y="4663217"/>
            <a:ext cx="548700" cy="393600"/>
          </a:xfrm>
          <a:prstGeom xmlns:a="http://schemas.openxmlformats.org/drawingml/2006/main" prst="rect">
            <a:avLst/>
          </a:prstGeom>
        </p:spPr>
        <p:txBody>
          <a:bodyPr xmlns:a="http://schemas.openxmlformats.org/drawingml/2006/main" spcFirstLastPara="1" wrap="square" lIns="91425" tIns="91425" rIns="91425" bIns="91425" anchor="ctr">
            <a:normAutofit/>
          </a:bodyPr>
          <a:lstStyle xmlns:a="http://schemas.openxmlformats.org/drawingml/2006/main">
            <a:lvl1pPr>
              <a:buNone/>
              <a:defRPr/>
            </a:lvl1pPr>
            <a:lvl2pPr>
              <a:buNone/>
              <a:defRPr/>
            </a:lvl2pPr>
            <a:lvl3pPr>
              <a:buNone/>
              <a:defRPr/>
            </a:lvl3pPr>
            <a:lvl4pPr>
              <a:buNone/>
              <a:defRPr/>
            </a:lvl4pPr>
            <a:lvl5pPr>
              <a:buNone/>
              <a:defRPr/>
            </a:lvl5pPr>
            <a:lvl6pPr>
              <a:buNone/>
              <a:defRPr/>
            </a:lvl6pPr>
            <a:lvl7pPr>
              <a:buNone/>
              <a:defRPr/>
            </a:lvl7pPr>
            <a:lvl8pPr>
              <a:buNone/>
              <a:defRPr/>
            </a:lvl8pPr>
            <a:lvl9pPr>
              <a:buNone/>
              <a:defRPr/>
            </a:lvl9pPr>
          </a:lstStyle>
          <a:p xmlns:a="http://schemas.openxmlformats.org/drawingml/2006/main">
            <a:pPr marL="0" lvl="0" indent="0" algn="r">
              <a:spcBef>
                <a:spcPts val="0"/>
              </a:spcBef>
              <a:spcAft>
                <a:spcPts val="0"/>
              </a:spcAft>
              <a:buNone/>
            </a:pPr>
            <a:fld id="{00000000-1234-1234-1234-123412341234}" type="slidenum">
              <a:t>‹#›</a:t>
            </a:fld>
            <a:endParaRPr/>
          </a:p>
        </p:txBody>
      </p:sp>
    </p:spTree>
  </p:cSld>
</p:sldLayout>
</file>

<file path=ppt/slideLayouts/slideLayout12.xml><?xml version="1.0" encoding="utf-8"?>
<p:sldLayout xmlns:p="http://schemas.openxmlformats.org/presentationml/2006/main" matchingName="Blank" type="blank">
  <p:cSld name="BLANK">
    <p:spTree>
      <p:nvGrpSpPr>
        <p:cNvPr id="1" name=""/>
        <p:cNvGrpSpPr/>
        <p:nvPr/>
      </p:nvGrpSpPr>
      <p:grpSpPr>
        <a:xfrm xmlns:a="http://schemas.openxmlformats.org/drawingml/2006/main"/>
      </p:grpSpPr>
      <p:sp>
        <p:nvSpPr>
          <p:cNvPr id="50" name="Google Shape;50;p13">
            <a:extLst xmlns:a="http://schemas.openxmlformats.org/drawingml/2006/main">
              <a:ext uri="{FF2B5EF4-FFF2-40B4-BE49-F238E27FC236}">
                <a16:creationId xmlns:a16="http://schemas.microsoft.com/office/drawing/2014/main" id="{A838B777-9827-4993-8C12-A96ED7758653}"/>
              </a:ext>
            </a:extLst>
          </p:cNvPr>
          <p:cNvSpPr>
            <a:spLocks xmlns:a="http://schemas.openxmlformats.org/drawingml/2006/main" noGrp="1"/>
          </p:cNvSpPr>
          <p:nvPr>
            <p:ph type="sldNum" idx="12"/>
          </p:nvPr>
        </p:nvSpPr>
        <p:spPr>
          <a:xfrm xmlns:a="http://schemas.openxmlformats.org/drawingml/2006/main">
            <a:off x="8472458" y="4663217"/>
            <a:ext cx="548700" cy="393600"/>
          </a:xfrm>
          <a:prstGeom xmlns:a="http://schemas.openxmlformats.org/drawingml/2006/main" prst="rect">
            <a:avLst/>
          </a:prstGeom>
        </p:spPr>
        <p:txBody>
          <a:bodyPr xmlns:a="http://schemas.openxmlformats.org/drawingml/2006/main" spcFirstLastPara="1" wrap="square" lIns="91425" tIns="91425" rIns="91425" bIns="91425" anchor="ctr">
            <a:normAutofit/>
          </a:bodyPr>
          <a:lstStyle xmlns:a="http://schemas.openxmlformats.org/drawingml/2006/main">
            <a:lvl1pPr>
              <a:buNone/>
              <a:defRPr/>
            </a:lvl1pPr>
            <a:lvl2pPr>
              <a:buNone/>
              <a:defRPr/>
            </a:lvl2pPr>
            <a:lvl3pPr>
              <a:buNone/>
              <a:defRPr/>
            </a:lvl3pPr>
            <a:lvl4pPr>
              <a:buNone/>
              <a:defRPr/>
            </a:lvl4pPr>
            <a:lvl5pPr>
              <a:buNone/>
              <a:defRPr/>
            </a:lvl5pPr>
            <a:lvl6pPr>
              <a:buNone/>
              <a:defRPr/>
            </a:lvl6pPr>
            <a:lvl7pPr>
              <a:buNone/>
              <a:defRPr/>
            </a:lvl7pPr>
            <a:lvl8pPr>
              <a:buNone/>
              <a:defRPr/>
            </a:lvl8pPr>
            <a:lvl9pPr>
              <a:buNone/>
              <a:defRPr/>
            </a:lvl9pPr>
          </a:lstStyle>
          <a:p xmlns:a="http://schemas.openxmlformats.org/drawingml/2006/main">
            <a:pPr marL="0" lvl="0" indent="0" algn="r">
              <a:spcBef>
                <a:spcPts val="0"/>
              </a:spcBef>
              <a:spcAft>
                <a:spcPts val="0"/>
              </a:spcAft>
              <a:buNone/>
            </a:pPr>
            <a:fld id="{00000000-1234-1234-1234-123412341234}" type="slidenum">
              <a:t>‹#›</a:t>
            </a:fld>
            <a:endParaRPr/>
          </a:p>
        </p:txBody>
      </p:sp>
    </p:spTree>
  </p:cSld>
</p:sldLayout>
</file>

<file path=ppt/slideLayouts/slideLayout13.xml><?xml version="1.0" encoding="utf-8"?>
<p:sldLayout xmlns:p="http://schemas.openxmlformats.org/presentationml/2006/main" matchingName="Title Slide" type="title">
  <p:cSld name="TITL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c1ae31f49bc64456" /><Relationship Type="http://schemas.openxmlformats.org/officeDocument/2006/relationships/slideLayout" Target="/ppt/slideLayouts/slideLayout1.xml" Id="Rc82f69ab6c7f4312" /><Relationship Type="http://schemas.openxmlformats.org/officeDocument/2006/relationships/slideLayout" Target="/ppt/slideLayouts/slideLayout2.xml" Id="R320d29c593f04b56" /><Relationship Type="http://schemas.openxmlformats.org/officeDocument/2006/relationships/slideLayout" Target="/ppt/slideLayouts/slideLayout3.xml" Id="Rdf53aee855e6494b" /><Relationship Type="http://schemas.openxmlformats.org/officeDocument/2006/relationships/slideLayout" Target="/ppt/slideLayouts/slideLayout4.xml" Id="R0cc1502ae0aa4714" /><Relationship Type="http://schemas.openxmlformats.org/officeDocument/2006/relationships/slideLayout" Target="/ppt/slideLayouts/slideLayout5.xml" Id="R4561d0d615144a4a" /><Relationship Type="http://schemas.openxmlformats.org/officeDocument/2006/relationships/slideLayout" Target="/ppt/slideLayouts/slideLayout6.xml" Id="R1076af88943e4671" /><Relationship Type="http://schemas.openxmlformats.org/officeDocument/2006/relationships/slideLayout" Target="/ppt/slideLayouts/slideLayout7.xml" Id="R31a825233d1540df" /><Relationship Type="http://schemas.openxmlformats.org/officeDocument/2006/relationships/slideLayout" Target="/ppt/slideLayouts/slideLayout8.xml" Id="Rc666c6f37d144c33" /><Relationship Type="http://schemas.openxmlformats.org/officeDocument/2006/relationships/slideLayout" Target="/ppt/slideLayouts/slideLayout9.xml" Id="Rfdf71c9d8a9b46f6" /><Relationship Type="http://schemas.openxmlformats.org/officeDocument/2006/relationships/slideLayout" Target="/ppt/slideLayouts/slideLayout10.xml" Id="Rab05487845384af6" /><Relationship Type="http://schemas.openxmlformats.org/officeDocument/2006/relationships/slideLayout" Target="/ppt/slideLayouts/slideLayout11.xml" Id="R613540de7bcf4516" /><Relationship Type="http://schemas.openxmlformats.org/officeDocument/2006/relationships/slideLayout" Target="/ppt/slideLayouts/slideLayout12.xml" Id="Rc19ae71143e2464e" /></Relationships>
</file>

<file path=ppt/slideMasters/_rels/slideMaster2.xml.rels>&#65279;<?xml version="1.0" encoding="utf-8"?><Relationships xmlns="http://schemas.openxmlformats.org/package/2006/relationships"><Relationship Type="http://schemas.openxmlformats.org/officeDocument/2006/relationships/theme" Target="/ppt/slideMasters/theme/theme3.xml" Id="Rfc40948b5685483b" /><Relationship Type="http://schemas.openxmlformats.org/officeDocument/2006/relationships/slideLayout" Target="/ppt/slideLayouts/slideLayout13.xml" Id="R70eba5c8f2fb4466" /></Relationships>
</file>

<file path=ppt/slideMasters/slideMaster1.xml><?xml version="1.0" encoding="utf-8"?>
<p:sldMaster xmlns:p="http://schemas.openxmlformats.org/presentationml/2006/main">
  <p:cSld name="simple-light-2">
    <p:bg>
      <p:bgPr>
        <a:solidFill xmlns:a="http://schemas.openxmlformats.org/drawingml/2006/main">
          <a:schemeClr val="lt1"/>
        </a:solidFill>
      </p:bgPr>
    </p:bg>
    <p:spTree>
      <p:nvGrpSpPr>
        <p:cNvPr id="1" name=""/>
        <p:cNvGrpSpPr/>
        <p:nvPr/>
      </p:nvGrpSpPr>
      <p:grpSpPr>
        <a:xfrm xmlns:a="http://schemas.openxmlformats.org/drawingml/2006/main"/>
      </p:grpSpPr>
      <p:sp>
        <p:nvSpPr>
          <p:cNvPr id="6" name="Google Shape;6;p1">
            <a:extLst xmlns:a="http://schemas.openxmlformats.org/drawingml/2006/main">
              <a:ext uri="{FF2B5EF4-FFF2-40B4-BE49-F238E27FC236}">
                <a16:creationId xmlns:a16="http://schemas.microsoft.com/office/drawing/2014/main" id="{DA1BD362-98EE-4F13-9996-BA24B50AC9C8}"/>
              </a:ext>
            </a:extLst>
          </p:cNvPr>
          <p:cNvSpPr>
            <a:spLocks xmlns:a="http://schemas.openxmlformats.org/drawingml/2006/main" noGrp="1"/>
          </p:cNvSpPr>
          <p:nvPr>
            <p:ph type="title" idx="0"/>
          </p:nvPr>
        </p:nvSpPr>
        <p:spPr>
          <a:xfrm xmlns:a="http://schemas.openxmlformats.org/drawingml/2006/main">
            <a:off x="311700" y="445025"/>
            <a:ext cx="8520600" cy="572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91425" rIns="91425" bIns="91425" anchor="t">
            <a:normAutofit/>
          </a:bodyPr>
          <a:lstStyle xmlns:a="http://schemas.openxmlformats.org/drawingml/2006/main">
            <a:lvl1pPr>
              <a:spcBef>
                <a:spcPts val="0"/>
              </a:spcBef>
              <a:spcAft>
                <a:spcPts val="0"/>
              </a:spcAft>
              <a:buClr>
                <a:schemeClr val="dk1"/>
              </a:buClr>
              <a:buSzPts val="2800"/>
              <a:buNone/>
              <a:defRPr sz="2800">
                <a:solidFill>
                  <a:schemeClr val="dk1"/>
                </a:solidFill>
              </a:defRPr>
            </a:lvl1pPr>
            <a:lvl2pPr>
              <a:spcBef>
                <a:spcPts val="0"/>
              </a:spcBef>
              <a:spcAft>
                <a:spcPts val="0"/>
              </a:spcAft>
              <a:buClr>
                <a:schemeClr val="dk1"/>
              </a:buClr>
              <a:buSzPts val="2800"/>
              <a:buNone/>
              <a:defRPr sz="2800">
                <a:solidFill>
                  <a:schemeClr val="dk1"/>
                </a:solidFill>
              </a:defRPr>
            </a:lvl2pPr>
            <a:lvl3pPr>
              <a:spcBef>
                <a:spcPts val="0"/>
              </a:spcBef>
              <a:spcAft>
                <a:spcPts val="0"/>
              </a:spcAft>
              <a:buClr>
                <a:schemeClr val="dk1"/>
              </a:buClr>
              <a:buSzPts val="2800"/>
              <a:buNone/>
              <a:defRPr sz="2800">
                <a:solidFill>
                  <a:schemeClr val="dk1"/>
                </a:solidFill>
              </a:defRPr>
            </a:lvl3pPr>
            <a:lvl4pPr>
              <a:spcBef>
                <a:spcPts val="0"/>
              </a:spcBef>
              <a:spcAft>
                <a:spcPts val="0"/>
              </a:spcAft>
              <a:buClr>
                <a:schemeClr val="dk1"/>
              </a:buClr>
              <a:buSzPts val="2800"/>
              <a:buNone/>
              <a:defRPr sz="2800">
                <a:solidFill>
                  <a:schemeClr val="dk1"/>
                </a:solidFill>
              </a:defRPr>
            </a:lvl4pPr>
            <a:lvl5pPr>
              <a:spcBef>
                <a:spcPts val="0"/>
              </a:spcBef>
              <a:spcAft>
                <a:spcPts val="0"/>
              </a:spcAft>
              <a:buClr>
                <a:schemeClr val="dk1"/>
              </a:buClr>
              <a:buSzPts val="2800"/>
              <a:buNone/>
              <a:defRPr sz="2800">
                <a:solidFill>
                  <a:schemeClr val="dk1"/>
                </a:solidFill>
              </a:defRPr>
            </a:lvl5pPr>
            <a:lvl6pPr>
              <a:spcBef>
                <a:spcPts val="0"/>
              </a:spcBef>
              <a:spcAft>
                <a:spcPts val="0"/>
              </a:spcAft>
              <a:buClr>
                <a:schemeClr val="dk1"/>
              </a:buClr>
              <a:buSzPts val="2800"/>
              <a:buNone/>
              <a:defRPr sz="2800">
                <a:solidFill>
                  <a:schemeClr val="dk1"/>
                </a:solidFill>
              </a:defRPr>
            </a:lvl6pPr>
            <a:lvl7pPr>
              <a:spcBef>
                <a:spcPts val="0"/>
              </a:spcBef>
              <a:spcAft>
                <a:spcPts val="0"/>
              </a:spcAft>
              <a:buClr>
                <a:schemeClr val="dk1"/>
              </a:buClr>
              <a:buSzPts val="2800"/>
              <a:buNone/>
              <a:defRPr sz="2800">
                <a:solidFill>
                  <a:schemeClr val="dk1"/>
                </a:solidFill>
              </a:defRPr>
            </a:lvl7pPr>
            <a:lvl8pPr>
              <a:spcBef>
                <a:spcPts val="0"/>
              </a:spcBef>
              <a:spcAft>
                <a:spcPts val="0"/>
              </a:spcAft>
              <a:buClr>
                <a:schemeClr val="dk1"/>
              </a:buClr>
              <a:buSzPts val="2800"/>
              <a:buNone/>
              <a:defRPr sz="2800">
                <a:solidFill>
                  <a:schemeClr val="dk1"/>
                </a:solidFill>
              </a:defRPr>
            </a:lvl8pPr>
            <a:lvl9pPr>
              <a:spcBef>
                <a:spcPts val="0"/>
              </a:spcBef>
              <a:spcAft>
                <a:spcPts val="0"/>
              </a:spcAft>
              <a:buClr>
                <a:schemeClr val="dk1"/>
              </a:buClr>
              <a:buSzPts val="2800"/>
              <a:buNone/>
              <a:defRPr sz="2800">
                <a:solidFill>
                  <a:schemeClr val="dk1"/>
                </a:solidFill>
              </a:defRPr>
            </a:lvl9pPr>
          </a:lstStyle>
          <a:p xmlns:a="http://schemas.openxmlformats.org/drawingml/2006/main"/>
        </p:txBody>
      </p:sp>
      <p:sp>
        <p:nvSpPr>
          <p:cNvPr id="7" name="Google Shape;7;p1">
            <a:extLst xmlns:a="http://schemas.openxmlformats.org/drawingml/2006/main">
              <a:ext uri="{FF2B5EF4-FFF2-40B4-BE49-F238E27FC236}">
                <a16:creationId xmlns:a16="http://schemas.microsoft.com/office/drawing/2014/main" id="{A0780717-8ECE-4B81-AD2B-DD93B494FF0F}"/>
              </a:ext>
            </a:extLst>
          </p:cNvPr>
          <p:cNvSpPr>
            <a:spLocks xmlns:a="http://schemas.openxmlformats.org/drawingml/2006/main" noGrp="1"/>
          </p:cNvSpPr>
          <p:nvPr>
            <p:ph type="body" idx="1"/>
          </p:nvPr>
        </p:nvSpPr>
        <p:spPr>
          <a:xfrm xmlns:a="http://schemas.openxmlformats.org/drawingml/2006/main">
            <a:off x="311700" y="1152475"/>
            <a:ext cx="8520600" cy="34164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91425" rIns="91425" bIns="91425" anchor="t">
            <a:normAutofit/>
          </a:bodyPr>
          <a:lstStyle xmlns:a="http://schemas.openxmlformats.org/drawingml/2006/main">
            <a:lvl1pPr marL="457200" indent="-342900">
              <a:lnSpc>
                <a:spcPct val="115000"/>
              </a:lnSpc>
              <a:spcBef>
                <a:spcPts val="0"/>
              </a:spcBef>
              <a:spcAft>
                <a:spcPts val="0"/>
              </a:spcAft>
              <a:buClr>
                <a:schemeClr val="dk2"/>
              </a:buClr>
              <a:buSzPts val="1800"/>
              <a:buChar char="●"/>
              <a:defRPr sz="1800">
                <a:solidFill>
                  <a:schemeClr val="dk2"/>
                </a:solidFill>
              </a:defRPr>
            </a:lvl1pPr>
            <a:lvl2pPr marL="914400" indent="-317500">
              <a:lnSpc>
                <a:spcPct val="115000"/>
              </a:lnSpc>
              <a:spcBef>
                <a:spcPts val="0"/>
              </a:spcBef>
              <a:spcAft>
                <a:spcPts val="0"/>
              </a:spcAft>
              <a:buClr>
                <a:schemeClr val="dk2"/>
              </a:buClr>
              <a:buSzPts val="1400"/>
              <a:buChar char="○"/>
              <a:defRPr>
                <a:solidFill>
                  <a:schemeClr val="dk2"/>
                </a:solidFill>
              </a:defRPr>
            </a:lvl2pPr>
            <a:lvl3pPr marL="1371600" indent="-317500">
              <a:lnSpc>
                <a:spcPct val="115000"/>
              </a:lnSpc>
              <a:spcBef>
                <a:spcPts val="0"/>
              </a:spcBef>
              <a:spcAft>
                <a:spcPts val="0"/>
              </a:spcAft>
              <a:buClr>
                <a:schemeClr val="dk2"/>
              </a:buClr>
              <a:buSzPts val="1400"/>
              <a:buChar char="■"/>
              <a:defRPr>
                <a:solidFill>
                  <a:schemeClr val="dk2"/>
                </a:solidFill>
              </a:defRPr>
            </a:lvl3pPr>
            <a:lvl4pPr marL="1828800" indent="-317500">
              <a:lnSpc>
                <a:spcPct val="115000"/>
              </a:lnSpc>
              <a:spcBef>
                <a:spcPts val="0"/>
              </a:spcBef>
              <a:spcAft>
                <a:spcPts val="0"/>
              </a:spcAft>
              <a:buClr>
                <a:schemeClr val="dk2"/>
              </a:buClr>
              <a:buSzPts val="1400"/>
              <a:buChar char="●"/>
              <a:defRPr>
                <a:solidFill>
                  <a:schemeClr val="dk2"/>
                </a:solidFill>
              </a:defRPr>
            </a:lvl4pPr>
            <a:lvl5pPr marL="2286000" indent="-317500">
              <a:lnSpc>
                <a:spcPct val="115000"/>
              </a:lnSpc>
              <a:spcBef>
                <a:spcPts val="0"/>
              </a:spcBef>
              <a:spcAft>
                <a:spcPts val="0"/>
              </a:spcAft>
              <a:buClr>
                <a:schemeClr val="dk2"/>
              </a:buClr>
              <a:buSzPts val="1400"/>
              <a:buChar char="○"/>
              <a:defRPr>
                <a:solidFill>
                  <a:schemeClr val="dk2"/>
                </a:solidFill>
              </a:defRPr>
            </a:lvl5pPr>
            <a:lvl6pPr marL="2743200" indent="-317500">
              <a:lnSpc>
                <a:spcPct val="115000"/>
              </a:lnSpc>
              <a:spcBef>
                <a:spcPts val="0"/>
              </a:spcBef>
              <a:spcAft>
                <a:spcPts val="0"/>
              </a:spcAft>
              <a:buClr>
                <a:schemeClr val="dk2"/>
              </a:buClr>
              <a:buSzPts val="1400"/>
              <a:buChar char="■"/>
              <a:defRPr>
                <a:solidFill>
                  <a:schemeClr val="dk2"/>
                </a:solidFill>
              </a:defRPr>
            </a:lvl6pPr>
            <a:lvl7pPr marL="3200400" indent="-317500">
              <a:lnSpc>
                <a:spcPct val="115000"/>
              </a:lnSpc>
              <a:spcBef>
                <a:spcPts val="0"/>
              </a:spcBef>
              <a:spcAft>
                <a:spcPts val="0"/>
              </a:spcAft>
              <a:buClr>
                <a:schemeClr val="dk2"/>
              </a:buClr>
              <a:buSzPts val="1400"/>
              <a:buChar char="●"/>
              <a:defRPr>
                <a:solidFill>
                  <a:schemeClr val="dk2"/>
                </a:solidFill>
              </a:defRPr>
            </a:lvl7pPr>
            <a:lvl8pPr marL="3657600" indent="-317500">
              <a:lnSpc>
                <a:spcPct val="115000"/>
              </a:lnSpc>
              <a:spcBef>
                <a:spcPts val="0"/>
              </a:spcBef>
              <a:spcAft>
                <a:spcPts val="0"/>
              </a:spcAft>
              <a:buClr>
                <a:schemeClr val="dk2"/>
              </a:buClr>
              <a:buSzPts val="1400"/>
              <a:buChar char="○"/>
              <a:defRPr>
                <a:solidFill>
                  <a:schemeClr val="dk2"/>
                </a:solidFill>
              </a:defRPr>
            </a:lvl8pPr>
            <a:lvl9pPr marL="4114800" indent="-317500">
              <a:lnSpc>
                <a:spcPct val="115000"/>
              </a:lnSpc>
              <a:spcBef>
                <a:spcPts val="0"/>
              </a:spcBef>
              <a:spcAft>
                <a:spcPts val="0"/>
              </a:spcAft>
              <a:buClr>
                <a:schemeClr val="dk2"/>
              </a:buClr>
              <a:buSzPts val="1400"/>
              <a:buChar char="■"/>
              <a:defRPr>
                <a:solidFill>
                  <a:schemeClr val="dk2"/>
                </a:solidFill>
              </a:defRPr>
            </a:lvl9pPr>
          </a:lstStyle>
          <a:p xmlns:a="http://schemas.openxmlformats.org/drawingml/2006/main"/>
        </p:txBody>
      </p:sp>
      <p:sp>
        <p:nvSpPr>
          <p:cNvPr id="8" name="Google Shape;8;p1">
            <a:extLst xmlns:a="http://schemas.openxmlformats.org/drawingml/2006/main">
              <a:ext uri="{FF2B5EF4-FFF2-40B4-BE49-F238E27FC236}">
                <a16:creationId xmlns:a16="http://schemas.microsoft.com/office/drawing/2014/main" id="{D25FD48D-64B5-412D-AF69-FA5238A4D65E}"/>
              </a:ext>
            </a:extLst>
          </p:cNvPr>
          <p:cNvSpPr>
            <a:spLocks xmlns:a="http://schemas.openxmlformats.org/drawingml/2006/main" noGrp="1"/>
          </p:cNvSpPr>
          <p:nvPr>
            <p:ph type="sldNum" idx="12"/>
          </p:nvPr>
        </p:nvSpPr>
        <p:spPr>
          <a:xfrm xmlns:a="http://schemas.openxmlformats.org/drawingml/2006/main">
            <a:off x="8472458" y="4663217"/>
            <a:ext cx="548700" cy="393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91425" rIns="91425" bIns="91425" anchor="ctr">
            <a:normAutofit/>
          </a:bodyPr>
          <a:lstStyle xmlns:a="http://schemas.openxmlformats.org/drawingml/2006/main">
            <a:lvl1pPr algn="r">
              <a:buNone/>
              <a:defRPr sz="1000">
                <a:solidFill>
                  <a:schemeClr val="dk2"/>
                </a:solidFill>
              </a:defRPr>
            </a:lvl1pPr>
            <a:lvl2pPr algn="r">
              <a:buNone/>
              <a:defRPr sz="1000">
                <a:solidFill>
                  <a:schemeClr val="dk2"/>
                </a:solidFill>
              </a:defRPr>
            </a:lvl2pPr>
            <a:lvl3pPr algn="r">
              <a:buNone/>
              <a:defRPr sz="1000">
                <a:solidFill>
                  <a:schemeClr val="dk2"/>
                </a:solidFill>
              </a:defRPr>
            </a:lvl3pPr>
            <a:lvl4pPr algn="r">
              <a:buNone/>
              <a:defRPr sz="1000">
                <a:solidFill>
                  <a:schemeClr val="dk2"/>
                </a:solidFill>
              </a:defRPr>
            </a:lvl4pPr>
            <a:lvl5pPr algn="r">
              <a:buNone/>
              <a:defRPr sz="1000">
                <a:solidFill>
                  <a:schemeClr val="dk2"/>
                </a:solidFill>
              </a:defRPr>
            </a:lvl5pPr>
            <a:lvl6pPr algn="r">
              <a:buNone/>
              <a:defRPr sz="1000">
                <a:solidFill>
                  <a:schemeClr val="dk2"/>
                </a:solidFill>
              </a:defRPr>
            </a:lvl6pPr>
            <a:lvl7pPr algn="r">
              <a:buNone/>
              <a:defRPr sz="1000">
                <a:solidFill>
                  <a:schemeClr val="dk2"/>
                </a:solidFill>
              </a:defRPr>
            </a:lvl7pPr>
            <a:lvl8pPr algn="r">
              <a:buNone/>
              <a:defRPr sz="1000">
                <a:solidFill>
                  <a:schemeClr val="dk2"/>
                </a:solidFill>
              </a:defRPr>
            </a:lvl8pPr>
            <a:lvl9pPr algn="r">
              <a:buNone/>
              <a:defRPr sz="1000">
                <a:solidFill>
                  <a:schemeClr val="dk2"/>
                </a:solidFill>
              </a:defRPr>
            </a:lvl9pPr>
          </a:lstStyle>
          <a:p xmlns:a="http://schemas.openxmlformats.org/drawingml/2006/main">
            <a:pPr marL="0" lvl="0" indent="0" algn="r">
              <a:spcBef>
                <a:spcPts val="0"/>
              </a:spcBef>
              <a:spcAft>
                <a:spcPts val="0"/>
              </a:spcAft>
              <a:buNone/>
            </a:pPr>
            <a:fld id="{00000000-1234-1234-1234-123412341234}" type="slidenum">
              <a:t>‹#›</a:t>
            </a:fld>
            <a:endParaRPr/>
          </a:p>
        </p:txBody>
      </p:sp>
    </p:spTree>
  </p:cSld>
  <p:clrMap bg1="lt1" tx1="dk1" bg2="dk2" tx2="lt2" accent1="accent1" accent2="accent2" accent3="accent3" accent4="accent4" accent5="accent5" accent6="accent6" hlink="hlink" folHlink="folHlink"/>
  <p:sldLayoutIdLst>
    <p:sldLayoutId xmlns:r="http://schemas.openxmlformats.org/officeDocument/2006/relationships" id="2147483649" r:id="Rc82f69ab6c7f4312"/>
    <p:sldLayoutId xmlns:r="http://schemas.openxmlformats.org/officeDocument/2006/relationships" id="2147483650" r:id="R320d29c593f04b56"/>
    <p:sldLayoutId xmlns:r="http://schemas.openxmlformats.org/officeDocument/2006/relationships" id="2147483651" r:id="Rdf53aee855e6494b"/>
    <p:sldLayoutId xmlns:r="http://schemas.openxmlformats.org/officeDocument/2006/relationships" id="2147483652" r:id="R0cc1502ae0aa4714"/>
    <p:sldLayoutId xmlns:r="http://schemas.openxmlformats.org/officeDocument/2006/relationships" id="2147483653" r:id="R4561d0d615144a4a"/>
    <p:sldLayoutId xmlns:r="http://schemas.openxmlformats.org/officeDocument/2006/relationships" id="2147483654" r:id="R1076af88943e4671"/>
    <p:sldLayoutId xmlns:r="http://schemas.openxmlformats.org/officeDocument/2006/relationships" id="2147483655" r:id="R31a825233d1540df"/>
    <p:sldLayoutId xmlns:r="http://schemas.openxmlformats.org/officeDocument/2006/relationships" id="2147483656" r:id="Rc666c6f37d144c33"/>
    <p:sldLayoutId xmlns:r="http://schemas.openxmlformats.org/officeDocument/2006/relationships" id="2147483657" r:id="Rfdf71c9d8a9b46f6"/>
    <p:sldLayoutId xmlns:r="http://schemas.openxmlformats.org/officeDocument/2006/relationships" id="2147483658" r:id="Rab05487845384af6"/>
    <p:sldLayoutId xmlns:r="http://schemas.openxmlformats.org/officeDocument/2006/relationships" id="2147483659" r:id="R613540de7bcf4516"/>
    <p:sldLayoutId xmlns:r="http://schemas.openxmlformats.org/officeDocument/2006/relationships" id="2147483660" r:id="Rc19ae71143e2464e"/>
  </p:sldLayoutIdLst>
  <p:hf sldNum="0" hdr="0" ftr="0" dt="0"/>
  <p:txStyles>
    <p:titleStyle>
      <a:lvl1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1pPr>
      <a:lvl2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2pPr>
      <a:lvl3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3pPr>
      <a:lvl4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4pPr>
      <a:lvl5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5pPr>
      <a:lvl6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6pPr>
      <a:lvl7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7pPr>
      <a:lvl8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8pPr>
      <a:lvl9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9pPr>
    </p:titleStyle>
    <p:bodyStyle>
      <a:lvl1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1pPr>
      <a:lvl2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2pPr>
      <a:lvl3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3pPr>
      <a:lvl4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4pPr>
      <a:lvl5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5pPr>
      <a:lvl6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6pPr>
      <a:lvl7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7pPr>
      <a:lvl8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8pPr>
      <a:lvl9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9pPr>
    </p:bodyStyle>
    <p:otherStyle>
      <a:lvl1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1pPr>
      <a:lvl2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2pPr>
      <a:lvl3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3pPr>
      <a:lvl4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4pPr>
      <a:lvl5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5pPr>
      <a:lvl6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6pPr>
      <a:lvl7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7pPr>
      <a:lvl8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8pPr>
      <a:lvl9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9pPr>
    </p:otherStyle>
  </p:txStyles>
</p:sldMaster>
</file>

<file path=ppt/slideMasters/slideMaster2.xml><?xml version="1.0" encoding="utf-8"?>
<p:sldMaster xmlns:p="http://schemas.openxmlformats.org/presentationml/2006/main">
  <p:cSld>
    <p:bg>
      <p:bgPr>
        <a:solidFill xmlns:a="http://schemas.openxmlformats.org/drawingml/2006/main">
          <a:schemeClr val="lt1"/>
        </a:solidFill>
      </p:bgPr>
    </p:bg>
    <p:spTree>
      <p:nvGrpSpPr>
        <p:cNvPr id="1" name=""/>
        <p:cNvGrpSpPr/>
        <p:nvPr/>
      </p:nvGrpSpPr>
      <p:grpSpPr>
        <a:xfrm xmlns:a="http://schemas.openxmlformats.org/drawingml/2006/main"/>
      </p:grpSpPr>
    </p:spTree>
  </p:cSld>
  <p:clrMap bg1="lt1" tx1="dk1" bg2="dk2" tx2="lt2" accent1="accent1" accent2="accent2" accent3="accent3" accent4="accent4" accent5="accent5" accent6="accent6" hlink="hlink" folHlink="folHlink"/>
  <p:sldLayoutIdLst>
    <p:sldLayoutId xmlns:r="http://schemas.openxmlformats.org/officeDocument/2006/relationships" id="2147483662" r:id="R70eba5c8f2fb4466"/>
  </p:sldLayoutIdLst>
  <p:hf sldNum="0" hdr="0" ftr="0" dt="0"/>
  <p:txStyles>
    <p:titleStyle>
      <a:lvl1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1pPr>
      <a:lvl2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2pPr>
      <a:lvl3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3pPr>
      <a:lvl4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4pPr>
      <a:lvl5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5pPr>
      <a:lvl6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6pPr>
      <a:lvl7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7pPr>
      <a:lvl8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8pPr>
      <a:lvl9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9pPr>
    </p:titleStyle>
    <p:bodyStyle>
      <a:lvl1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1pPr>
      <a:lvl2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2pPr>
      <a:lvl3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3pPr>
      <a:lvl4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4pPr>
      <a:lvl5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5pPr>
      <a:lvl6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6pPr>
      <a:lvl7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7pPr>
      <a:lvl8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8pPr>
      <a:lvl9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9pPr>
    </p:bodyStyle>
    <p:otherStyle>
      <a:lvl1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1pPr>
      <a:lvl2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2pPr>
      <a:lvl3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3pPr>
      <a:lvl4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4pPr>
      <a:lvl5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5pPr>
      <a:lvl6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6pPr>
      <a:lvl7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7pPr>
      <a:lvl8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8pPr>
      <a:lvl9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9pPr>
    </p:otherStyle>
  </p:txStyles>
</p:sldMaster>
</file>

<file path=ppt/slideMasters/theme/theme2.xml><?xml version="1.0" encoding="utf-8"?>
<a:theme xmlns:a="http://schemas.openxmlformats.org/drawingml/2006/main"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Simple Light">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slide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ChatGPT">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4dd4899e8bd049bf" /><Relationship Type="http://schemas.openxmlformats.org/officeDocument/2006/relationships/image" Target="/ppt/media/image.png" Id="R5dd35cd9af594239" /><Relationship Type="http://schemas.openxmlformats.org/officeDocument/2006/relationships/notesSlide" Target="/ppt/notesSlides/notesSlide1.xml" Id="R2b75de036c8c45d6"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6310a736a8e3407c" /><Relationship Type="http://schemas.openxmlformats.org/officeDocument/2006/relationships/image" Target="/ppt/media/image.png" Id="R3b96f6c899134fcf" /><Relationship Type="http://schemas.openxmlformats.org/officeDocument/2006/relationships/notesSlide" Target="/ppt/notesSlides/notesSlide2.xml" Id="Re410584fc02949a9"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baf6b66a2e3f4c6e" /><Relationship Type="http://schemas.openxmlformats.org/officeDocument/2006/relationships/image" Target="/ppt/media/image.png" Id="Rb61d9a434bb54168" /><Relationship Type="http://schemas.openxmlformats.org/officeDocument/2006/relationships/notesSlide" Target="/ppt/notesSlides/notesSlide3.xml" Id="R9c9ad22fc25b4d4e"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81b89cdfe7e34b28" /><Relationship Type="http://schemas.openxmlformats.org/officeDocument/2006/relationships/image" Target="/ppt/media/image.png" Id="Ra8e79946fb8f47d2" /><Relationship Type="http://schemas.openxmlformats.org/officeDocument/2006/relationships/notesSlide" Target="/ppt/notesSlides/notesSlide4.xml" Id="R1b9fb1e891384c23"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0d7841c85cc74565" /><Relationship Type="http://schemas.openxmlformats.org/officeDocument/2006/relationships/image" Target="/ppt/media/image.png" Id="R4062f1fc873b4653" /><Relationship Type="http://schemas.openxmlformats.org/officeDocument/2006/relationships/notesSlide" Target="/ppt/notesSlides/notesSlide5.xml" Id="Rdfb81b26e2fd42c6"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25ca84065c834774" /><Relationship Type="http://schemas.openxmlformats.org/officeDocument/2006/relationships/image" Target="/ppt/media/image.png" Id="Rf2dd41ece0bb4771" /><Relationship Type="http://schemas.openxmlformats.org/officeDocument/2006/relationships/notesSlide" Target="/ppt/notesSlides/notesSlide6.xml" Id="Ra153a4bd9ea1497b"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1c61e2dbd9c44343" /><Relationship Type="http://schemas.openxmlformats.org/officeDocument/2006/relationships/image" Target="/ppt/media/image.png" Id="R360801152d124ece" /><Relationship Type="http://schemas.openxmlformats.org/officeDocument/2006/relationships/notesSlide" Target="/ppt/notesSlides/notesSlide7.xml" Id="Re0633933b54f4f78"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aeb6291fd15643be" /><Relationship Type="http://schemas.openxmlformats.org/officeDocument/2006/relationships/image" Target="/ppt/media/image.png" Id="R18575ce5d9d843b3" /><Relationship Type="http://schemas.openxmlformats.org/officeDocument/2006/relationships/notesSlide" Target="/ppt/notesSlides/notesSlide8.xml" Id="R7f61a0435d3f4c7d"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73632d7ffb054a14" /><Relationship Type="http://schemas.openxmlformats.org/officeDocument/2006/relationships/image" Target="/ppt/media/image.png" Id="Recaf872d318c49ae" /><Relationship Type="http://schemas.openxmlformats.org/officeDocument/2006/relationships/notesSlide" Target="/ppt/notesSlides/notesSlide9.xml" Id="R167aa99bb07d4495"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5204bb8bf2e642cf" /><Relationship Type="http://schemas.openxmlformats.org/officeDocument/2006/relationships/image" Target="/ppt/media/image.png" Id="R97c2a84deddc4435" /><Relationship Type="http://schemas.openxmlformats.org/officeDocument/2006/relationships/notesSlide" Target="/ppt/notesSlides/notesSlide10.xml" Id="R46810cc9d45a46ff"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ea46735a3d5c4dfd" /><Relationship Type="http://schemas.openxmlformats.org/officeDocument/2006/relationships/image" Target="/ppt/media/image.png" Id="Raf578b26b033473e" /><Relationship Type="http://schemas.openxmlformats.org/officeDocument/2006/relationships/notesSlide" Target="/ppt/notesSlides/notesSlide11.xml" Id="Rcfc1ac000d6c4d05"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1d3d7a3f2ce24a80" /><Relationship Type="http://schemas.openxmlformats.org/officeDocument/2006/relationships/image" Target="/ppt/media/image.png" Id="R9d36992469c74461" /><Relationship Type="http://schemas.openxmlformats.org/officeDocument/2006/relationships/notesSlide" Target="/ppt/notesSlides/notesSlide12.xml" Id="Rc64128e71e9049ab"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26abb9ee6da64bcc" /><Relationship Type="http://schemas.openxmlformats.org/officeDocument/2006/relationships/image" Target="/ppt/media/image.png" Id="Re84c4ac7619d4f79" /><Relationship Type="http://schemas.openxmlformats.org/officeDocument/2006/relationships/notesSlide" Target="/ppt/notesSlides/notesSlide13.xml" Id="Rb2f1477cff25420a" /></Relationships>
</file>

<file path=ppt/slides/slide1.xml><?xml version="1.0" encoding="utf-8"?>
<p:sld xmlns:p="http://schemas.openxmlformats.org/presentationml/2006/main">
  <p:cSld>
    <p:spTree>
      <p:nvGrpSpPr>
        <p:cNvPr id="1" name=""/>
        <p:cNvGrpSpPr/>
        <p:nvPr/>
      </p:nvGrpSpPr>
      <p:grpSpPr>
        <a:xfrm xmlns:a="http://schemas.openxmlformats.org/drawingml/2006/main"/>
      </p:grpSpPr>
      <p:sp>
        <p:nvSpPr>
          <p:cNvPr id="164" name="Google Shape;164;p18">
            <a:extLst xmlns:a="http://schemas.openxmlformats.org/drawingml/2006/main">
              <a:ext uri="{FF2B5EF4-FFF2-40B4-BE49-F238E27FC236}">
                <a16:creationId xmlns:a16="http://schemas.microsoft.com/office/drawing/2014/main" id="{0DE056B8-D730-4511-848E-5B377B40D5A6}"/>
              </a:ext>
            </a:extLst>
          </p:cNvPr>
          <p:cNvSpPr>
            <a:spLocks xmlns:a="http://schemas.openxmlformats.org/drawingml/2006/main" noGrp="1"/>
          </p:cNvSpPr>
          <p:nvPr/>
        </p:nvSpPr>
        <p:spPr>
          <a:xfrm xmlns:a="http://schemas.openxmlformats.org/drawingml/2006/main">
            <a:off x="0" y="0"/>
            <a:ext cx="9144000" cy="5143500"/>
          </a:xfrm>
          <a:prstGeom xmlns:a="http://schemas.openxmlformats.org/drawingml/2006/main" prst="rect">
            <a:avLst/>
          </a:prstGeom>
          <a:solidFill xmlns:a="http://schemas.openxmlformats.org/drawingml/2006/main">
            <a:srgbClr val="0B132B"/>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65" name="Google Shape;165;p18">
            <a:extLst xmlns:a="http://schemas.openxmlformats.org/drawingml/2006/main">
              <a:ext uri="{FF2B5EF4-FFF2-40B4-BE49-F238E27FC236}">
                <a16:creationId xmlns:a16="http://schemas.microsoft.com/office/drawing/2014/main" id="{F4B0C67B-0239-46A8-981F-6F37BFB92ABC}"/>
              </a:ext>
            </a:extLst>
          </p:cNvPr>
          <p:cNvSpPr>
            <a:spLocks xmlns:a="http://schemas.openxmlformats.org/drawingml/2006/main" noGrp="1"/>
          </p:cNvSpPr>
          <p:nvPr/>
        </p:nvSpPr>
        <p:spPr>
          <a:xfrm xmlns:a="http://schemas.openxmlformats.org/drawingml/2006/main">
            <a:off x="0" y="0"/>
            <a:ext cx="152400" cy="5143500"/>
          </a:xfrm>
          <a:prstGeom xmlns:a="http://schemas.openxmlformats.org/drawingml/2006/main" prst="rect">
            <a:avLst/>
          </a:prstGeom>
          <a:solidFill xmlns:a="http://schemas.openxmlformats.org/drawingml/2006/main">
            <a:srgbClr val="3A86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66" name="Google Shape;166;p18">
            <a:extLst xmlns:a="http://schemas.openxmlformats.org/drawingml/2006/main">
              <a:ext uri="{FF2B5EF4-FFF2-40B4-BE49-F238E27FC236}">
                <a16:creationId xmlns:a16="http://schemas.microsoft.com/office/drawing/2014/main" id="{6E568AF2-9DF2-479D-B55D-9D4F1DBC8A85}"/>
              </a:ext>
            </a:extLst>
          </p:cNvPr>
          <p:cNvSpPr>
            <a:spLocks xmlns:a="http://schemas.openxmlformats.org/drawingml/2006/main" noGrp="1"/>
          </p:cNvSpPr>
          <p:nvPr/>
        </p:nvSpPr>
        <p:spPr>
          <a:xfrm xmlns:a="http://schemas.openxmlformats.org/drawingml/2006/main">
            <a:off x="152400" y="4191000"/>
            <a:ext cx="952500" cy="952500"/>
          </a:xfrm>
          <a:prstGeom xmlns:a="http://schemas.openxmlformats.org/drawingml/2006/main" prst="rect">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67" name="Google Shape;167;p18">
            <a:extLst xmlns:a="http://schemas.openxmlformats.org/drawingml/2006/main">
              <a:ext uri="{FF2B5EF4-FFF2-40B4-BE49-F238E27FC236}">
                <a16:creationId xmlns:a16="http://schemas.microsoft.com/office/drawing/2014/main" id="{D027E377-6ED6-4E09-902F-2C5AB077D364}"/>
              </a:ext>
            </a:extLst>
          </p:cNvPr>
          <p:cNvSpPr>
            <a:spLocks xmlns:a="http://schemas.openxmlformats.org/drawingml/2006/main" noGrp="1"/>
          </p:cNvSpPr>
          <p:nvPr/>
        </p:nvSpPr>
        <p:spPr>
          <a:xfrm xmlns:a="http://schemas.openxmlformats.org/drawingml/2006/main">
            <a:off x="6667500" y="-476250"/>
            <a:ext cx="2857500" cy="2857500"/>
          </a:xfrm>
          <a:prstGeom xmlns:a="http://schemas.openxmlformats.org/drawingml/2006/main" prst="ellipse">
            <a:avLst/>
          </a:prstGeom>
          <a:solidFill xmlns:a="http://schemas.openxmlformats.org/drawingml/2006/main">
            <a:srgbClr val="00E5FF">
              <a:alpha val="1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69" name="Google Shape;169;p18">
            <a:extLst xmlns:a="http://schemas.openxmlformats.org/drawingml/2006/main">
              <a:ext uri="{FF2B5EF4-FFF2-40B4-BE49-F238E27FC236}">
                <a16:creationId xmlns:a16="http://schemas.microsoft.com/office/drawing/2014/main" id="{DBCB817E-3340-43EB-A640-BA03D36E2D78}"/>
              </a:ext>
            </a:extLst>
          </p:cNvPr>
          <p:cNvSpPr>
            <a:spLocks xmlns:a="http://schemas.openxmlformats.org/drawingml/2006/main" noGrp="1"/>
          </p:cNvSpPr>
          <p:nvPr/>
        </p:nvSpPr>
        <p:spPr>
          <a:xfrm xmlns:a="http://schemas.openxmlformats.org/drawingml/2006/main" rot="0" flipH="0" flipV="0">
            <a:off x="7620000" y="38100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70" name="Google Shape;170;p18">
            <a:extLst xmlns:a="http://schemas.openxmlformats.org/drawingml/2006/main">
              <a:ext uri="{FF2B5EF4-FFF2-40B4-BE49-F238E27FC236}">
                <a16:creationId xmlns:a16="http://schemas.microsoft.com/office/drawing/2014/main" id="{846D5E5D-2DE7-43FC-8463-89F0A1EC1988}"/>
              </a:ext>
            </a:extLst>
          </p:cNvPr>
          <p:cNvSpPr>
            <a:spLocks xmlns:a="http://schemas.openxmlformats.org/drawingml/2006/main" noGrp="1"/>
          </p:cNvSpPr>
          <p:nvPr/>
        </p:nvSpPr>
        <p:spPr>
          <a:xfrm xmlns:a="http://schemas.openxmlformats.org/drawingml/2006/main" rot="0" flipH="0" flipV="0">
            <a:off x="7734300" y="38100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71" name="Google Shape;171;p18">
            <a:extLst xmlns:a="http://schemas.openxmlformats.org/drawingml/2006/main">
              <a:ext uri="{FF2B5EF4-FFF2-40B4-BE49-F238E27FC236}">
                <a16:creationId xmlns:a16="http://schemas.microsoft.com/office/drawing/2014/main" id="{8EC11F0F-9A7B-4F12-9E01-17CAC8D3DF77}"/>
              </a:ext>
            </a:extLst>
          </p:cNvPr>
          <p:cNvSpPr>
            <a:spLocks xmlns:a="http://schemas.openxmlformats.org/drawingml/2006/main" noGrp="1"/>
          </p:cNvSpPr>
          <p:nvPr/>
        </p:nvSpPr>
        <p:spPr>
          <a:xfrm xmlns:a="http://schemas.openxmlformats.org/drawingml/2006/main" rot="0" flipH="0" flipV="0">
            <a:off x="7848600" y="38100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72" name="Google Shape;172;p18">
            <a:extLst xmlns:a="http://schemas.openxmlformats.org/drawingml/2006/main">
              <a:ext uri="{FF2B5EF4-FFF2-40B4-BE49-F238E27FC236}">
                <a16:creationId xmlns:a16="http://schemas.microsoft.com/office/drawing/2014/main" id="{0B6796F8-8912-4B22-8BDF-CBC60F1C980C}"/>
              </a:ext>
            </a:extLst>
          </p:cNvPr>
          <p:cNvSpPr>
            <a:spLocks xmlns:a="http://schemas.openxmlformats.org/drawingml/2006/main" noGrp="1"/>
          </p:cNvSpPr>
          <p:nvPr/>
        </p:nvSpPr>
        <p:spPr>
          <a:xfrm xmlns:a="http://schemas.openxmlformats.org/drawingml/2006/main" rot="0" flipH="0" flipV="0">
            <a:off x="7962900" y="38100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73" name="Google Shape;173;p18">
            <a:extLst xmlns:a="http://schemas.openxmlformats.org/drawingml/2006/main">
              <a:ext uri="{FF2B5EF4-FFF2-40B4-BE49-F238E27FC236}">
                <a16:creationId xmlns:a16="http://schemas.microsoft.com/office/drawing/2014/main" id="{67EC2D93-D578-42DC-9834-1253F3915058}"/>
              </a:ext>
            </a:extLst>
          </p:cNvPr>
          <p:cNvSpPr>
            <a:spLocks xmlns:a="http://schemas.openxmlformats.org/drawingml/2006/main" noGrp="1"/>
          </p:cNvSpPr>
          <p:nvPr/>
        </p:nvSpPr>
        <p:spPr>
          <a:xfrm xmlns:a="http://schemas.openxmlformats.org/drawingml/2006/main" rot="0" flipH="0" flipV="0">
            <a:off x="7620000" y="3924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74" name="Google Shape;174;p18">
            <a:extLst xmlns:a="http://schemas.openxmlformats.org/drawingml/2006/main">
              <a:ext uri="{FF2B5EF4-FFF2-40B4-BE49-F238E27FC236}">
                <a16:creationId xmlns:a16="http://schemas.microsoft.com/office/drawing/2014/main" id="{81DB0D2C-54A9-4654-8D40-879437C4764E}"/>
              </a:ext>
            </a:extLst>
          </p:cNvPr>
          <p:cNvSpPr>
            <a:spLocks xmlns:a="http://schemas.openxmlformats.org/drawingml/2006/main" noGrp="1"/>
          </p:cNvSpPr>
          <p:nvPr/>
        </p:nvSpPr>
        <p:spPr>
          <a:xfrm xmlns:a="http://schemas.openxmlformats.org/drawingml/2006/main" rot="0" flipH="0" flipV="0">
            <a:off x="7734300" y="3924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75" name="Google Shape;175;p18">
            <a:extLst xmlns:a="http://schemas.openxmlformats.org/drawingml/2006/main">
              <a:ext uri="{FF2B5EF4-FFF2-40B4-BE49-F238E27FC236}">
                <a16:creationId xmlns:a16="http://schemas.microsoft.com/office/drawing/2014/main" id="{7FF5E12C-7527-4E16-B174-43D64216977E}"/>
              </a:ext>
            </a:extLst>
          </p:cNvPr>
          <p:cNvSpPr>
            <a:spLocks xmlns:a="http://schemas.openxmlformats.org/drawingml/2006/main" noGrp="1"/>
          </p:cNvSpPr>
          <p:nvPr/>
        </p:nvSpPr>
        <p:spPr>
          <a:xfrm xmlns:a="http://schemas.openxmlformats.org/drawingml/2006/main" rot="0" flipH="0" flipV="0">
            <a:off x="7848600" y="3924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76" name="Google Shape;176;p18">
            <a:extLst xmlns:a="http://schemas.openxmlformats.org/drawingml/2006/main">
              <a:ext uri="{FF2B5EF4-FFF2-40B4-BE49-F238E27FC236}">
                <a16:creationId xmlns:a16="http://schemas.microsoft.com/office/drawing/2014/main" id="{44D038AA-5BD2-453E-9E5A-820DDF77B688}"/>
              </a:ext>
            </a:extLst>
          </p:cNvPr>
          <p:cNvSpPr>
            <a:spLocks xmlns:a="http://schemas.openxmlformats.org/drawingml/2006/main" noGrp="1"/>
          </p:cNvSpPr>
          <p:nvPr/>
        </p:nvSpPr>
        <p:spPr>
          <a:xfrm xmlns:a="http://schemas.openxmlformats.org/drawingml/2006/main" rot="0" flipH="0" flipV="0">
            <a:off x="7962900" y="3924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pic>
        <p:nvPicPr>
          <p:cNvPr id="210" name="Google Shape;177;p18"/>
          <p:cNvPicPr>
            <a:picLocks xmlns:a="http://schemas.openxmlformats.org/drawingml/2006/main" noChangeAspect="1"/>
          </p:cNvPicPr>
          <p:nvPr/>
        </p:nvPicPr>
        <p:blipFill rotWithShape="1">
          <a:blip xmlns:r="http://schemas.openxmlformats.org/officeDocument/2006/relationships" xmlns:a="http://schemas.openxmlformats.org/drawingml/2006/main" r:embed="R5dd35cd9af594239">
            <a:alphaModFix/>
          </a:blip>
          <a:srcRect xmlns:a="http://schemas.openxmlformats.org/drawingml/2006/main" l="0" t="0" r="0" b="0"/>
          <a:stretch xmlns:a="http://schemas.openxmlformats.org/drawingml/2006/main"/>
        </p:blipFill>
        <p:spPr>
          <a:xfrm xmlns:a="http://schemas.openxmlformats.org/drawingml/2006/main" rot="0" flipH="0" flipV="0">
            <a:off x="7620000" y="4038600"/>
            <a:ext cx="38100" cy="38100"/>
          </a:xfrm>
          <a:prstGeom xmlns:a="http://schemas.openxmlformats.org/drawingml/2006/main" prst="rect">
            <a:avLst/>
          </a:prstGeom>
          <a:ln xmlns:a="http://schemas.openxmlformats.org/drawingml/2006/main">
            <a:noFill/>
          </a:ln>
        </p:spPr>
      </p:pic>
      <p:pic>
        <p:nvPicPr>
          <p:cNvPr id="211" name="Google Shape;178;p18"/>
          <p:cNvPicPr>
            <a:picLocks xmlns:a="http://schemas.openxmlformats.org/drawingml/2006/main" noChangeAspect="1"/>
          </p:cNvPicPr>
          <p:nvPr/>
        </p:nvPicPr>
        <p:blipFill rotWithShape="1">
          <a:blip xmlns:r="http://schemas.openxmlformats.org/officeDocument/2006/relationships" xmlns:a="http://schemas.openxmlformats.org/drawingml/2006/main" r:embed="R5dd35cd9af594239">
            <a:alphaModFix/>
          </a:blip>
          <a:srcRect xmlns:a="http://schemas.openxmlformats.org/drawingml/2006/main" l="0" t="0" r="0" b="0"/>
          <a:stretch xmlns:a="http://schemas.openxmlformats.org/drawingml/2006/main"/>
        </p:blipFill>
        <p:spPr>
          <a:xfrm xmlns:a="http://schemas.openxmlformats.org/drawingml/2006/main" rot="0" flipH="0" flipV="0">
            <a:off x="7734300" y="4038600"/>
            <a:ext cx="38100" cy="38100"/>
          </a:xfrm>
          <a:prstGeom xmlns:a="http://schemas.openxmlformats.org/drawingml/2006/main" prst="rect">
            <a:avLst/>
          </a:prstGeom>
          <a:ln xmlns:a="http://schemas.openxmlformats.org/drawingml/2006/main">
            <a:noFill/>
          </a:ln>
        </p:spPr>
      </p:pic>
      <p:pic>
        <p:nvPicPr>
          <p:cNvPr id="212" name="Google Shape;179;p18"/>
          <p:cNvPicPr>
            <a:picLocks xmlns:a="http://schemas.openxmlformats.org/drawingml/2006/main" noChangeAspect="1"/>
          </p:cNvPicPr>
          <p:nvPr/>
        </p:nvPicPr>
        <p:blipFill rotWithShape="1">
          <a:blip xmlns:r="http://schemas.openxmlformats.org/officeDocument/2006/relationships" xmlns:a="http://schemas.openxmlformats.org/drawingml/2006/main" r:embed="R5dd35cd9af594239">
            <a:alphaModFix/>
          </a:blip>
          <a:srcRect xmlns:a="http://schemas.openxmlformats.org/drawingml/2006/main" l="0" t="0" r="0" b="0"/>
          <a:stretch xmlns:a="http://schemas.openxmlformats.org/drawingml/2006/main"/>
        </p:blipFill>
        <p:spPr>
          <a:xfrm xmlns:a="http://schemas.openxmlformats.org/drawingml/2006/main" rot="0" flipH="0" flipV="0">
            <a:off x="7848600" y="4038600"/>
            <a:ext cx="38100" cy="38100"/>
          </a:xfrm>
          <a:prstGeom xmlns:a="http://schemas.openxmlformats.org/drawingml/2006/main" prst="rect">
            <a:avLst/>
          </a:prstGeom>
          <a:ln xmlns:a="http://schemas.openxmlformats.org/drawingml/2006/main">
            <a:noFill/>
          </a:ln>
        </p:spPr>
      </p:pic>
      <p:pic>
        <p:nvPicPr>
          <p:cNvPr id="213" name="Google Shape;180;p18"/>
          <p:cNvPicPr>
            <a:picLocks xmlns:a="http://schemas.openxmlformats.org/drawingml/2006/main" noChangeAspect="1"/>
          </p:cNvPicPr>
          <p:nvPr/>
        </p:nvPicPr>
        <p:blipFill rotWithShape="1">
          <a:blip xmlns:r="http://schemas.openxmlformats.org/officeDocument/2006/relationships" xmlns:a="http://schemas.openxmlformats.org/drawingml/2006/main" r:embed="R5dd35cd9af594239">
            <a:alphaModFix/>
          </a:blip>
          <a:srcRect xmlns:a="http://schemas.openxmlformats.org/drawingml/2006/main" l="0" t="0" r="0" b="0"/>
          <a:stretch xmlns:a="http://schemas.openxmlformats.org/drawingml/2006/main"/>
        </p:blipFill>
        <p:spPr>
          <a:xfrm xmlns:a="http://schemas.openxmlformats.org/drawingml/2006/main" rot="0" flipH="0" flipV="0">
            <a:off x="7962900" y="4038600"/>
            <a:ext cx="38100" cy="38100"/>
          </a:xfrm>
          <a:prstGeom xmlns:a="http://schemas.openxmlformats.org/drawingml/2006/main" prst="rect">
            <a:avLst/>
          </a:prstGeom>
          <a:ln xmlns:a="http://schemas.openxmlformats.org/drawingml/2006/main">
            <a:noFill/>
          </a:ln>
        </p:spPr>
      </p:pic>
      <p:pic>
        <p:nvPicPr>
          <p:cNvPr id="214" name="Google Shape;181;p18"/>
          <p:cNvPicPr>
            <a:picLocks xmlns:a="http://schemas.openxmlformats.org/drawingml/2006/main" noChangeAspect="1"/>
          </p:cNvPicPr>
          <p:nvPr/>
        </p:nvPicPr>
        <p:blipFill rotWithShape="1">
          <a:blip xmlns:r="http://schemas.openxmlformats.org/officeDocument/2006/relationships" xmlns:a="http://schemas.openxmlformats.org/drawingml/2006/main" r:embed="R5dd35cd9af594239">
            <a:alphaModFix/>
          </a:blip>
          <a:srcRect xmlns:a="http://schemas.openxmlformats.org/drawingml/2006/main" l="0" t="0" r="0" b="0"/>
          <a:stretch xmlns:a="http://schemas.openxmlformats.org/drawingml/2006/main"/>
        </p:blipFill>
        <p:spPr>
          <a:xfrm xmlns:a="http://schemas.openxmlformats.org/drawingml/2006/main" rot="0" flipH="0" flipV="0">
            <a:off x="7620000" y="4152900"/>
            <a:ext cx="38100" cy="38100"/>
          </a:xfrm>
          <a:prstGeom xmlns:a="http://schemas.openxmlformats.org/drawingml/2006/main" prst="rect">
            <a:avLst/>
          </a:prstGeom>
          <a:ln xmlns:a="http://schemas.openxmlformats.org/drawingml/2006/main">
            <a:noFill/>
          </a:ln>
        </p:spPr>
      </p:pic>
      <p:pic>
        <p:nvPicPr>
          <p:cNvPr id="215" name="Google Shape;182;p18"/>
          <p:cNvPicPr>
            <a:picLocks xmlns:a="http://schemas.openxmlformats.org/drawingml/2006/main" noChangeAspect="1"/>
          </p:cNvPicPr>
          <p:nvPr/>
        </p:nvPicPr>
        <p:blipFill rotWithShape="1">
          <a:blip xmlns:r="http://schemas.openxmlformats.org/officeDocument/2006/relationships" xmlns:a="http://schemas.openxmlformats.org/drawingml/2006/main" r:embed="R5dd35cd9af594239">
            <a:alphaModFix/>
          </a:blip>
          <a:srcRect xmlns:a="http://schemas.openxmlformats.org/drawingml/2006/main" l="0" t="0" r="0" b="0"/>
          <a:stretch xmlns:a="http://schemas.openxmlformats.org/drawingml/2006/main"/>
        </p:blipFill>
        <p:spPr>
          <a:xfrm xmlns:a="http://schemas.openxmlformats.org/drawingml/2006/main" rot="0" flipH="0" flipV="0">
            <a:off x="7734300" y="4152900"/>
            <a:ext cx="38100" cy="38100"/>
          </a:xfrm>
          <a:prstGeom xmlns:a="http://schemas.openxmlformats.org/drawingml/2006/main" prst="rect">
            <a:avLst/>
          </a:prstGeom>
          <a:ln xmlns:a="http://schemas.openxmlformats.org/drawingml/2006/main">
            <a:noFill/>
          </a:ln>
        </p:spPr>
      </p:pic>
      <p:pic>
        <p:nvPicPr>
          <p:cNvPr id="216" name="Google Shape;183;p18"/>
          <p:cNvPicPr>
            <a:picLocks xmlns:a="http://schemas.openxmlformats.org/drawingml/2006/main" noChangeAspect="1"/>
          </p:cNvPicPr>
          <p:nvPr/>
        </p:nvPicPr>
        <p:blipFill rotWithShape="1">
          <a:blip xmlns:r="http://schemas.openxmlformats.org/officeDocument/2006/relationships" xmlns:a="http://schemas.openxmlformats.org/drawingml/2006/main" r:embed="R5dd35cd9af594239">
            <a:alphaModFix/>
          </a:blip>
          <a:srcRect xmlns:a="http://schemas.openxmlformats.org/drawingml/2006/main" l="0" t="0" r="0" b="0"/>
          <a:stretch xmlns:a="http://schemas.openxmlformats.org/drawingml/2006/main"/>
        </p:blipFill>
        <p:spPr>
          <a:xfrm xmlns:a="http://schemas.openxmlformats.org/drawingml/2006/main" rot="0" flipH="0" flipV="0">
            <a:off x="7848600" y="4152900"/>
            <a:ext cx="38100" cy="38100"/>
          </a:xfrm>
          <a:prstGeom xmlns:a="http://schemas.openxmlformats.org/drawingml/2006/main" prst="rect">
            <a:avLst/>
          </a:prstGeom>
          <a:ln xmlns:a="http://schemas.openxmlformats.org/drawingml/2006/main">
            <a:noFill/>
          </a:ln>
        </p:spPr>
      </p:pic>
      <p:pic>
        <p:nvPicPr>
          <p:cNvPr id="217" name="Google Shape;184;p18"/>
          <p:cNvPicPr>
            <a:picLocks xmlns:a="http://schemas.openxmlformats.org/drawingml/2006/main" noChangeAspect="1"/>
          </p:cNvPicPr>
          <p:nvPr/>
        </p:nvPicPr>
        <p:blipFill rotWithShape="1">
          <a:blip xmlns:r="http://schemas.openxmlformats.org/officeDocument/2006/relationships" xmlns:a="http://schemas.openxmlformats.org/drawingml/2006/main" r:embed="R5dd35cd9af594239">
            <a:alphaModFix/>
          </a:blip>
          <a:srcRect xmlns:a="http://schemas.openxmlformats.org/drawingml/2006/main" l="0" t="0" r="0" b="0"/>
          <a:stretch xmlns:a="http://schemas.openxmlformats.org/drawingml/2006/main"/>
        </p:blipFill>
        <p:spPr>
          <a:xfrm xmlns:a="http://schemas.openxmlformats.org/drawingml/2006/main" rot="0" flipH="0" flipV="0">
            <a:off x="7962900" y="4152900"/>
            <a:ext cx="38100" cy="38100"/>
          </a:xfrm>
          <a:prstGeom xmlns:a="http://schemas.openxmlformats.org/drawingml/2006/main" prst="rect">
            <a:avLst/>
          </a:prstGeom>
          <a:ln xmlns:a="http://schemas.openxmlformats.org/drawingml/2006/main">
            <a:noFill/>
          </a:ln>
        </p:spPr>
      </p:pic>
      <p:sp>
        <p:nvSpPr>
          <p:cNvPr id="186" name="Google Shape;186;p18">
            <a:extLst xmlns:a="http://schemas.openxmlformats.org/drawingml/2006/main">
              <a:ext uri="{FF2B5EF4-FFF2-40B4-BE49-F238E27FC236}">
                <a16:creationId xmlns:a16="http://schemas.microsoft.com/office/drawing/2014/main" id="{17AA0CF5-EF20-44C8-A567-10D0EE52A5DA}"/>
              </a:ext>
            </a:extLst>
          </p:cNvPr>
          <p:cNvSpPr>
            <a:spLocks xmlns:a="http://schemas.openxmlformats.org/drawingml/2006/main" noGrp="1"/>
          </p:cNvSpPr>
          <p:nvPr/>
        </p:nvSpPr>
        <p:spPr>
          <a:xfrm xmlns:a="http://schemas.openxmlformats.org/drawingml/2006/main" rot="0" flipH="0" flipV="0">
            <a:off x="8534400" y="304800"/>
            <a:ext cx="152400" cy="152400"/>
          </a:xfrm>
          <a:prstGeom xmlns:a="http://schemas.openxmlformats.org/drawingml/2006/main" prst="rect">
            <a:avLst/>
          </a:prstGeom>
          <a:solidFill xmlns:a="http://schemas.openxmlformats.org/drawingml/2006/main">
            <a:srgbClr val="00E5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87" name="Google Shape;187;p18">
            <a:extLst xmlns:a="http://schemas.openxmlformats.org/drawingml/2006/main">
              <a:ext uri="{FF2B5EF4-FFF2-40B4-BE49-F238E27FC236}">
                <a16:creationId xmlns:a16="http://schemas.microsoft.com/office/drawing/2014/main" id="{D505B9D4-D241-4154-8C0B-A07A73AC634C}"/>
              </a:ext>
            </a:extLst>
          </p:cNvPr>
          <p:cNvSpPr>
            <a:spLocks xmlns:a="http://schemas.openxmlformats.org/drawingml/2006/main" noGrp="1"/>
          </p:cNvSpPr>
          <p:nvPr/>
        </p:nvSpPr>
        <p:spPr>
          <a:xfrm xmlns:a="http://schemas.openxmlformats.org/drawingml/2006/main" rot="0" flipH="0" flipV="0">
            <a:off x="8648700" y="419100"/>
            <a:ext cx="152400" cy="152400"/>
          </a:xfrm>
          <a:prstGeom xmlns:a="http://schemas.openxmlformats.org/drawingml/2006/main" prst="rect">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88" name="Google Shape;188;p18">
            <a:extLst xmlns:a="http://schemas.openxmlformats.org/drawingml/2006/main">
              <a:ext uri="{FF2B5EF4-FFF2-40B4-BE49-F238E27FC236}">
                <a16:creationId xmlns:a16="http://schemas.microsoft.com/office/drawing/2014/main" id="{1AA2AA82-67D5-4A9C-AAF1-D86E9A8C367B}"/>
              </a:ext>
            </a:extLst>
          </p:cNvPr>
          <p:cNvSpPr>
            <a:spLocks xmlns:a="http://schemas.openxmlformats.org/drawingml/2006/main" noGrp="1"/>
          </p:cNvSpPr>
          <p:nvPr/>
        </p:nvSpPr>
        <p:spPr>
          <a:xfrm xmlns:a="http://schemas.openxmlformats.org/drawingml/2006/main" rot="0" flipH="0" flipV="0">
            <a:off x="8763000" y="304800"/>
            <a:ext cx="152400" cy="152400"/>
          </a:xfrm>
          <a:prstGeom xmlns:a="http://schemas.openxmlformats.org/drawingml/2006/main" prst="rect">
            <a:avLst/>
          </a:prstGeom>
          <a:solidFill xmlns:a="http://schemas.openxmlformats.org/drawingml/2006/main">
            <a:srgbClr val="FFFF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189" name="Google Shape;189;p18">
            <a:extLst xmlns:a="http://schemas.openxmlformats.org/drawingml/2006/main">
              <a:ext uri="{FF2B5EF4-FFF2-40B4-BE49-F238E27FC236}">
                <a16:creationId xmlns:a16="http://schemas.microsoft.com/office/drawing/2014/main" id="{35E75DEF-0A60-4D1C-83EB-DDD861167DA2}"/>
              </a:ext>
            </a:extLst>
          </p:cNvPr>
          <p:cNvSpPr>
            <a:spLocks xmlns:a="http://schemas.openxmlformats.org/drawingml/2006/main" noGrp="1"/>
          </p:cNvSpPr>
          <p:nvPr/>
        </p:nvSpPr>
        <p:spPr>
          <a:xfrm xmlns:a="http://schemas.openxmlformats.org/drawingml/2006/main">
            <a:off x="762000" y="1143000"/>
            <a:ext cx="7620000" cy="28575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ctr">
              <a:spcBef>
                <a:spcPts val="0"/>
              </a:spcBef>
              <a:spcAft>
                <a:spcPts val="0"/>
              </a:spcAft>
              <a:buNone/>
            </a:pPr>
            <a:r>
              <a:rPr sz="1500" b="0">
                <a:solidFill>
                  <a:srgbClr val="00E5FF"/>
                </a:solidFill>
                <a:latin typeface="Montserrat ExtraBold"/>
                <a:ea typeface="Montserrat ExtraBold"/>
                <a:cs typeface="Montserrat ExtraBold"/>
              </a:rPr>
              <a:t>Falco libs</a:t>
            </a:r>
            <a:endParaRPr sz="1500" b="0">
              <a:solidFill>
                <a:srgbClr val="00E5FF"/>
              </a:solidFill>
              <a:latin typeface="Montserrat ExtraBold"/>
              <a:ea typeface="Montserrat ExtraBold"/>
              <a:cs typeface="Montserrat ExtraBold"/>
            </a:endParaRPr>
          </a:p>
          <a:p xmlns:a="http://schemas.openxmlformats.org/drawingml/2006/main">
            <a:pPr marL="0" lvl="0" indent="0" algn="ctr">
              <a:spcBef>
                <a:spcPts val="1800"/>
              </a:spcBef>
              <a:spcAft>
                <a:spcPts val="0"/>
              </a:spcAft>
              <a:buNone/>
            </a:pPr>
            <a:r>
              <a:rPr sz="3600">
                <a:solidFill>
                  <a:srgbClr val="FFFFFF"/>
                </a:solidFill>
                <a:latin typeface="Montserrat Black"/>
                <a:ea typeface="Montserrat Black"/>
                <a:cs typeface="Montserrat Black"/>
              </a:rPr>
              <a:t>Building a syscall
monitoring agent with
libscap and libsinsp</a:t>
            </a:r>
            <a:endParaRPr sz="3600" b="0">
              <a:solidFill>
                <a:srgbClr val="FFFFFF"/>
              </a:solidFill>
              <a:latin typeface="Montserrat Black"/>
              <a:ea typeface="Montserrat Black"/>
              <a:cs typeface="Montserrat Black"/>
            </a:endParaRPr>
          </a:p>
        </p:txBody>
      </p:sp>
    </p:spTree>
    <p:extLst>
      <p:ext uri="{BB962C8B-B14F-4D97-AF65-F5344CB8AC3E}">
        <p14:creationId xmlns:p14="http://schemas.microsoft.com/office/powerpoint/2010/main" val="1838918316"/>
      </p:ext>
    </p:extLst>
  </p:cSld>
</p:sld>
</file>

<file path=ppt/slides/slide2.xml><?xml version="1.0" encoding="utf-8"?>
<p:sld xmlns:p="http://schemas.openxmlformats.org/presentationml/2006/main">
  <p:cSld>
    <p:spTree>
      <p:nvGrpSpPr>
        <p:cNvPr id="1" name=""/>
        <p:cNvGrpSpPr/>
        <p:nvPr/>
      </p:nvGrpSpPr>
      <p:grpSpPr>
        <a:xfrm xmlns:a="http://schemas.openxmlformats.org/drawingml/2006/main"/>
      </p:grpSpPr>
      <p:sp>
        <p:nvSpPr>
          <p:cNvPr id="597" name="Google Shape;597;p30">
            <a:extLst xmlns:a="http://schemas.openxmlformats.org/drawingml/2006/main">
              <a:ext uri="{FF2B5EF4-FFF2-40B4-BE49-F238E27FC236}">
                <a16:creationId xmlns:a16="http://schemas.microsoft.com/office/drawing/2014/main" id="{BDE64DB8-2DF5-48AF-8D46-CB18331DACEC}"/>
              </a:ext>
            </a:extLst>
          </p:cNvPr>
          <p:cNvSpPr>
            <a:spLocks xmlns:a="http://schemas.openxmlformats.org/drawingml/2006/main" noGrp="1"/>
          </p:cNvSpPr>
          <p:nvPr/>
        </p:nvSpPr>
        <p:spPr>
          <a:xfrm xmlns:a="http://schemas.openxmlformats.org/drawingml/2006/main">
            <a:off x="0" y="0"/>
            <a:ext cx="9144000" cy="5143500"/>
          </a:xfrm>
          <a:prstGeom xmlns:a="http://schemas.openxmlformats.org/drawingml/2006/main" prst="rect">
            <a:avLst/>
          </a:prstGeom>
          <a:solidFill xmlns:a="http://schemas.openxmlformats.org/drawingml/2006/main">
            <a:srgbClr val="FFFF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598" name="Google Shape;598;p30">
            <a:extLst xmlns:a="http://schemas.openxmlformats.org/drawingml/2006/main">
              <a:ext uri="{FF2B5EF4-FFF2-40B4-BE49-F238E27FC236}">
                <a16:creationId xmlns:a16="http://schemas.microsoft.com/office/drawing/2014/main" id="{A502B2D6-2DA2-41FD-8D13-24E953E5EEAB}"/>
              </a:ext>
            </a:extLst>
          </p:cNvPr>
          <p:cNvSpPr>
            <a:spLocks xmlns:a="http://schemas.openxmlformats.org/drawingml/2006/main" noGrp="1"/>
          </p:cNvSpPr>
          <p:nvPr/>
        </p:nvSpPr>
        <p:spPr>
          <a:xfrm xmlns:a="http://schemas.openxmlformats.org/drawingml/2006/main">
            <a:off x="0" y="0"/>
            <a:ext cx="9144000" cy="57300"/>
          </a:xfrm>
          <a:prstGeom xmlns:a="http://schemas.openxmlformats.org/drawingml/2006/main" prst="rect">
            <a:avLst/>
          </a:prstGeom>
          <a:solidFill xmlns:a="http://schemas.openxmlformats.org/drawingml/2006/main">
            <a:srgbClr val="3A86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0" name="Google Shape;600;p30">
            <a:extLst xmlns:a="http://schemas.openxmlformats.org/drawingml/2006/main">
              <a:ext uri="{FF2B5EF4-FFF2-40B4-BE49-F238E27FC236}">
                <a16:creationId xmlns:a16="http://schemas.microsoft.com/office/drawing/2014/main" id="{6A70E29F-9B82-4C0E-8ED2-FFC07255D430}"/>
              </a:ext>
            </a:extLst>
          </p:cNvPr>
          <p:cNvSpPr>
            <a:spLocks xmlns:a="http://schemas.openxmlformats.org/drawingml/2006/main" noGrp="1"/>
          </p:cNvSpPr>
          <p:nvPr/>
        </p:nvSpPr>
        <p:spPr>
          <a:xfrm xmlns:a="http://schemas.openxmlformats.org/drawingml/2006/main" rot="0" flipH="0" flipV="0">
            <a:off x="8534400" y="190500"/>
            <a:ext cx="152400" cy="152400"/>
          </a:xfrm>
          <a:prstGeom xmlns:a="http://schemas.openxmlformats.org/drawingml/2006/main" prst="rect">
            <a:avLst/>
          </a:prstGeom>
          <a:solidFill xmlns:a="http://schemas.openxmlformats.org/drawingml/2006/main">
            <a:srgbClr val="3A86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1" name="Google Shape;601;p30">
            <a:extLst xmlns:a="http://schemas.openxmlformats.org/drawingml/2006/main">
              <a:ext uri="{FF2B5EF4-FFF2-40B4-BE49-F238E27FC236}">
                <a16:creationId xmlns:a16="http://schemas.microsoft.com/office/drawing/2014/main" id="{A7F0AEA7-0069-4EC2-A9F7-DBCF5DECF4CF}"/>
              </a:ext>
            </a:extLst>
          </p:cNvPr>
          <p:cNvSpPr>
            <a:spLocks xmlns:a="http://schemas.openxmlformats.org/drawingml/2006/main" noGrp="1"/>
          </p:cNvSpPr>
          <p:nvPr/>
        </p:nvSpPr>
        <p:spPr>
          <a:xfrm xmlns:a="http://schemas.openxmlformats.org/drawingml/2006/main" rot="0" flipH="0" flipV="0">
            <a:off x="8648700" y="304800"/>
            <a:ext cx="152400" cy="152400"/>
          </a:xfrm>
          <a:prstGeom xmlns:a="http://schemas.openxmlformats.org/drawingml/2006/main" prst="rect">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2" name="Google Shape;602;p30">
            <a:extLst xmlns:a="http://schemas.openxmlformats.org/drawingml/2006/main">
              <a:ext uri="{FF2B5EF4-FFF2-40B4-BE49-F238E27FC236}">
                <a16:creationId xmlns:a16="http://schemas.microsoft.com/office/drawing/2014/main" id="{4FCAAC77-7049-45AD-B25F-CB738F4F1316}"/>
              </a:ext>
            </a:extLst>
          </p:cNvPr>
          <p:cNvSpPr>
            <a:spLocks xmlns:a="http://schemas.openxmlformats.org/drawingml/2006/main" noGrp="1"/>
          </p:cNvSpPr>
          <p:nvPr/>
        </p:nvSpPr>
        <p:spPr>
          <a:xfrm xmlns:a="http://schemas.openxmlformats.org/drawingml/2006/main" rot="0" flipH="0" flipV="0">
            <a:off x="8763000" y="190500"/>
            <a:ext cx="152400" cy="152400"/>
          </a:xfrm>
          <a:prstGeom xmlns:a="http://schemas.openxmlformats.org/drawingml/2006/main" prst="rect">
            <a:avLst/>
          </a:prstGeom>
          <a:solidFill xmlns:a="http://schemas.openxmlformats.org/drawingml/2006/main">
            <a:srgbClr val="0B132B"/>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3" name="Google Shape;603;p30">
            <a:extLst xmlns:a="http://schemas.openxmlformats.org/drawingml/2006/main">
              <a:ext uri="{FF2B5EF4-FFF2-40B4-BE49-F238E27FC236}">
                <a16:creationId xmlns:a16="http://schemas.microsoft.com/office/drawing/2014/main" id="{F792C37C-A96B-4A83-B7A0-59A12411F0D4}"/>
              </a:ext>
            </a:extLst>
          </p:cNvPr>
          <p:cNvSpPr>
            <a:spLocks xmlns:a="http://schemas.openxmlformats.org/drawingml/2006/main" noGrp="1"/>
          </p:cNvSpPr>
          <p:nvPr/>
        </p:nvSpPr>
        <p:spPr>
          <a:xfrm xmlns:a="http://schemas.openxmlformats.org/drawingml/2006/main">
            <a:off x="457200" y="609600"/>
            <a:ext cx="8229600" cy="5334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2400" b="1">
                <a:solidFill>
                  <a:srgbClr val="3A86FF"/>
                </a:solidFill>
                <a:latin typeface="Montserrat"/>
                <a:ea typeface="Montserrat"/>
                <a:cs typeface="Montserrat"/>
              </a:defRPr>
            </a:pPr>
            <a:r>
              <a:rPr sz="2400" b="1" i="0">
                <a:solidFill>
                  <a:srgbClr val="3A86FF"/>
                </a:solidFill>
                <a:latin typeface="Montserrat"/>
                <a:ea typeface="Montserrat"/>
                <a:cs typeface="Montserrat"/>
              </a:rPr>
              <a:t>A collector, one step at a time</a:t>
            </a:r>
          </a:p>
        </p:txBody>
      </p:sp>
      <p:sp>
        <p:nvSpPr>
          <p:cNvPr id="604" name="Google Shape;604;p30">
            <a:extLst xmlns:a="http://schemas.openxmlformats.org/drawingml/2006/main">
              <a:ext uri="{FF2B5EF4-FFF2-40B4-BE49-F238E27FC236}">
                <a16:creationId xmlns:a16="http://schemas.microsoft.com/office/drawing/2014/main" id="{CB1389F3-AE35-44FF-B13C-8FDB3606FAB8}"/>
              </a:ext>
            </a:extLst>
          </p:cNvPr>
          <p:cNvSpPr>
            <a:spLocks xmlns:a="http://schemas.openxmlformats.org/drawingml/2006/main" noGrp="1"/>
          </p:cNvSpPr>
          <p:nvPr/>
        </p:nvSpPr>
        <p:spPr>
          <a:xfrm xmlns:a="http://schemas.openxmlformats.org/drawingml/2006/main">
            <a:off x="304800" y="1219200"/>
            <a:ext cx="3013500" cy="3410100"/>
          </a:xfrm>
          <a:prstGeom xmlns:a="http://schemas.openxmlformats.org/drawingml/2006/main" prst="roundRect">
            <a:avLst>
              <a:gd name="adj" fmla="val 1117"/>
            </a:avLst>
          </a:prstGeom>
          <a:solidFill xmlns:a="http://schemas.openxmlformats.org/drawingml/2006/main">
            <a:srgbClr val="F4F7F6"/>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5" name="Google Shape;605;p30">
            <a:extLst xmlns:a="http://schemas.openxmlformats.org/drawingml/2006/main">
              <a:ext uri="{FF2B5EF4-FFF2-40B4-BE49-F238E27FC236}">
                <a16:creationId xmlns:a16="http://schemas.microsoft.com/office/drawing/2014/main" id="{196A3D5B-A6C4-49B2-8ABC-B5CEE75009B4}"/>
              </a:ext>
            </a:extLst>
          </p:cNvPr>
          <p:cNvSpPr>
            <a:spLocks xmlns:a="http://schemas.openxmlformats.org/drawingml/2006/main" noGrp="1"/>
          </p:cNvSpPr>
          <p:nvPr/>
        </p:nvSpPr>
        <p:spPr>
          <a:xfrm xmlns:a="http://schemas.openxmlformats.org/drawingml/2006/main">
            <a:off x="304800" y="1219200"/>
            <a:ext cx="38100" cy="3410100"/>
          </a:xfrm>
          <a:prstGeom xmlns:a="http://schemas.openxmlformats.org/drawingml/2006/main" prst="rect">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6" name="Google Shape;606;p30">
            <a:extLst xmlns:a="http://schemas.openxmlformats.org/drawingml/2006/main">
              <a:ext uri="{FF2B5EF4-FFF2-40B4-BE49-F238E27FC236}">
                <a16:creationId xmlns:a16="http://schemas.microsoft.com/office/drawing/2014/main" id="{49F9CDAA-5631-4822-9E9D-8ECDA15ACED4}"/>
              </a:ext>
            </a:extLst>
          </p:cNvPr>
          <p:cNvSpPr>
            <a:spLocks xmlns:a="http://schemas.openxmlformats.org/drawingml/2006/main" noGrp="1"/>
          </p:cNvSpPr>
          <p:nvPr/>
        </p:nvSpPr>
        <p:spPr>
          <a:xfrm xmlns:a="http://schemas.openxmlformats.org/drawingml/2006/main">
            <a:off x="571500" y="1447800"/>
            <a:ext cx="2569500" cy="2952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Follow along or watch the presenter.</a:t>
            </a:r>
          </a:p>
          <a:p xmlns:a="http://schemas.openxmlformats.org/drawingml/2006/main">
            <a:pPr marL="0" indent="0">
              <a:spcBef>
                <a:spcPts val="0"/>
              </a:spcBef>
              <a:spcAft>
                <a:spcPts val="0"/>
              </a:spcAft>
              <a:buNone/>
            </a:pPr>
            <a:r>
              <a:rPr sz="1500" b="0" i="0">
                <a:solidFill>
                  <a:srgbClr val="4A5568"/>
                </a:solidFill>
                <a:latin typeface="Inter"/>
                <a:ea typeface="Inter"/>
                <a:cs typeface="Inter"/>
              </a:rPr>
              <a:t/>
            </a:r>
          </a:p>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Set up Ubuntu first. Then add one small piece and run it again.</a:t>
            </a:r>
          </a:p>
          <a:p xmlns:a="http://schemas.openxmlformats.org/drawingml/2006/main">
            <a:pPr marL="0" indent="0">
              <a:spcBef>
                <a:spcPts val="0"/>
              </a:spcBef>
              <a:spcAft>
                <a:spcPts val="0"/>
              </a:spcAft>
              <a:buNone/>
            </a:pPr>
            <a:r>
              <a:rPr sz="1500" b="0" i="0">
                <a:solidFill>
                  <a:srgbClr val="4A5568"/>
                </a:solidFill>
                <a:latin typeface="Inter"/>
                <a:ea typeface="Inter"/>
                <a:cs typeface="Inter"/>
              </a:rPr>
              <a:t/>
            </a:r>
          </a:p>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libscap captures syscalls. libsinsp provides event and process context.</a:t>
            </a:r>
          </a:p>
        </p:txBody>
      </p:sp>
      <p:sp>
        <p:nvSpPr>
          <p:cNvPr id="607" name="Google Shape;607;p30">
            <a:extLst xmlns:a="http://schemas.openxmlformats.org/drawingml/2006/main">
              <a:ext uri="{FF2B5EF4-FFF2-40B4-BE49-F238E27FC236}">
                <a16:creationId xmlns:a16="http://schemas.microsoft.com/office/drawing/2014/main" id="{08527AFE-0E31-46B5-B2AB-894AB94A8036}"/>
              </a:ext>
            </a:extLst>
          </p:cNvPr>
          <p:cNvSpPr>
            <a:spLocks xmlns:a="http://schemas.openxmlformats.org/drawingml/2006/main" noGrp="1"/>
          </p:cNvSpPr>
          <p:nvPr/>
        </p:nvSpPr>
        <p:spPr>
          <a:xfrm xmlns:a="http://schemas.openxmlformats.org/drawingml/2006/main">
            <a:off x="3482825" y="1219200"/>
            <a:ext cx="5356500" cy="3410100"/>
          </a:xfrm>
          <a:prstGeom xmlns:a="http://schemas.openxmlformats.org/drawingml/2006/main" prst="roundRect">
            <a:avLst>
              <a:gd name="adj" fmla="val 2234"/>
            </a:avLst>
          </a:prstGeom>
          <a:solidFill xmlns:a="http://schemas.openxmlformats.org/drawingml/2006/main">
            <a:srgbClr val="0B132B"/>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9" name="Google Shape;609;p30">
            <a:extLst xmlns:a="http://schemas.openxmlformats.org/drawingml/2006/main">
              <a:ext uri="{FF2B5EF4-FFF2-40B4-BE49-F238E27FC236}">
                <a16:creationId xmlns:a16="http://schemas.microsoft.com/office/drawing/2014/main" id="{2F687CFB-C301-4360-90A3-28762F09A555}"/>
              </a:ext>
            </a:extLst>
          </p:cNvPr>
          <p:cNvSpPr>
            <a:spLocks xmlns:a="http://schemas.openxmlformats.org/drawingml/2006/main" noGrp="1"/>
          </p:cNvSpPr>
          <p:nvPr/>
        </p:nvSpPr>
        <p:spPr>
          <a:xfrm xmlns:a="http://schemas.openxmlformats.org/drawingml/2006/main" rot="0" flipH="0" flipV="0">
            <a:off x="3774125" y="1409700"/>
            <a:ext cx="114300" cy="114300"/>
          </a:xfrm>
          <a:prstGeom xmlns:a="http://schemas.openxmlformats.org/drawingml/2006/main" prst="ellipse">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0" name="Google Shape;610;p30">
            <a:extLst xmlns:a="http://schemas.openxmlformats.org/drawingml/2006/main">
              <a:ext uri="{FF2B5EF4-FFF2-40B4-BE49-F238E27FC236}">
                <a16:creationId xmlns:a16="http://schemas.microsoft.com/office/drawing/2014/main" id="{8CBBACE1-B76C-4567-A2C0-B0DBA8DA312B}"/>
              </a:ext>
            </a:extLst>
          </p:cNvPr>
          <p:cNvSpPr>
            <a:spLocks xmlns:a="http://schemas.openxmlformats.org/drawingml/2006/main" noGrp="1"/>
          </p:cNvSpPr>
          <p:nvPr/>
        </p:nvSpPr>
        <p:spPr>
          <a:xfrm xmlns:a="http://schemas.openxmlformats.org/drawingml/2006/main" rot="0" flipH="0" flipV="0">
            <a:off x="3945575" y="1409700"/>
            <a:ext cx="114300" cy="114300"/>
          </a:xfrm>
          <a:prstGeom xmlns:a="http://schemas.openxmlformats.org/drawingml/2006/main" prst="ellipse">
            <a:avLst/>
          </a:prstGeom>
          <a:solidFill xmlns:a="http://schemas.openxmlformats.org/drawingml/2006/main">
            <a:srgbClr val="FFB703"/>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1" name="Google Shape;611;p30">
            <a:extLst xmlns:a="http://schemas.openxmlformats.org/drawingml/2006/main">
              <a:ext uri="{FF2B5EF4-FFF2-40B4-BE49-F238E27FC236}">
                <a16:creationId xmlns:a16="http://schemas.microsoft.com/office/drawing/2014/main" id="{BED13D9E-80AC-400E-B885-58DBEF06DDC2}"/>
              </a:ext>
            </a:extLst>
          </p:cNvPr>
          <p:cNvSpPr>
            <a:spLocks xmlns:a="http://schemas.openxmlformats.org/drawingml/2006/main" noGrp="1"/>
          </p:cNvSpPr>
          <p:nvPr/>
        </p:nvSpPr>
        <p:spPr>
          <a:xfrm xmlns:a="http://schemas.openxmlformats.org/drawingml/2006/main" rot="0" flipH="0" flipV="0">
            <a:off x="4117025" y="1409700"/>
            <a:ext cx="114300" cy="114300"/>
          </a:xfrm>
          <a:prstGeom xmlns:a="http://schemas.openxmlformats.org/drawingml/2006/main" prst="ellipse">
            <a:avLst/>
          </a:prstGeom>
          <a:solidFill xmlns:a="http://schemas.openxmlformats.org/drawingml/2006/main">
            <a:srgbClr val="00E5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2" name="Google Shape;612;p30">
            <a:extLst xmlns:a="http://schemas.openxmlformats.org/drawingml/2006/main">
              <a:ext uri="{FF2B5EF4-FFF2-40B4-BE49-F238E27FC236}">
                <a16:creationId xmlns:a16="http://schemas.microsoft.com/office/drawing/2014/main" id="{BF7075FA-B03F-45F7-A401-B6F15B30BD61}"/>
              </a:ext>
            </a:extLst>
          </p:cNvPr>
          <p:cNvSpPr>
            <a:spLocks xmlns:a="http://schemas.openxmlformats.org/drawingml/2006/main" noGrp="1"/>
          </p:cNvSpPr>
          <p:nvPr/>
        </p:nvSpPr>
        <p:spPr>
          <a:xfrm xmlns:a="http://schemas.openxmlformats.org/drawingml/2006/main">
            <a:off x="4394700" y="1352550"/>
            <a:ext cx="28062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900" b="0">
                <a:solidFill>
                  <a:srgbClr val="AAB6C8"/>
                </a:solidFill>
                <a:latin typeface="Roboto Mono"/>
                <a:ea typeface="Roboto Mono"/>
                <a:cs typeface="Roboto Mono"/>
              </a:defRPr>
            </a:pPr>
            <a:r>
              <a:rPr sz="900" b="0" i="0">
                <a:solidFill>
                  <a:srgbClr val="AAB6C8"/>
                </a:solidFill>
                <a:latin typeface="Roboto Mono"/>
                <a:ea typeface="Roboto Mono"/>
                <a:cs typeface="Roboto Mono"/>
              </a:rPr>
              <a:t>The workshop</a:t>
            </a:r>
          </a:p>
        </p:txBody>
      </p:sp>
      <p:sp>
        <p:nvSpPr>
          <p:cNvPr id="613" name="Google Shape;613;p30">
            <a:extLst xmlns:a="http://schemas.openxmlformats.org/drawingml/2006/main">
              <a:ext uri="{FF2B5EF4-FFF2-40B4-BE49-F238E27FC236}">
                <a16:creationId xmlns:a16="http://schemas.microsoft.com/office/drawing/2014/main" id="{0C693F38-8BEB-4F75-AF6E-E006C85958CA}"/>
              </a:ext>
            </a:extLst>
          </p:cNvPr>
          <p:cNvSpPr>
            <a:spLocks xmlns:a="http://schemas.openxmlformats.org/drawingml/2006/main" noGrp="1"/>
          </p:cNvSpPr>
          <p:nvPr/>
        </p:nvSpPr>
        <p:spPr>
          <a:xfrm xmlns:a="http://schemas.openxmlformats.org/drawingml/2006/main">
            <a:off x="4457700" y="1638300"/>
            <a:ext cx="4381500" cy="9600"/>
          </a:xfrm>
          <a:prstGeom xmlns:a="http://schemas.openxmlformats.org/drawingml/2006/main" prst="rect">
            <a:avLst/>
          </a:prstGeom>
          <a:solidFill xmlns:a="http://schemas.openxmlformats.org/drawingml/2006/main">
            <a:srgbClr val="4A5568">
              <a:alpha val="3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4" name="Google Shape;614;p30">
            <a:extLst xmlns:a="http://schemas.openxmlformats.org/drawingml/2006/main">
              <a:ext uri="{FF2B5EF4-FFF2-40B4-BE49-F238E27FC236}">
                <a16:creationId xmlns:a16="http://schemas.microsoft.com/office/drawing/2014/main" id="{96139404-BB5E-4BCC-8A75-98AF7120A763}"/>
              </a:ext>
            </a:extLst>
          </p:cNvPr>
          <p:cNvSpPr>
            <a:spLocks xmlns:a="http://schemas.openxmlformats.org/drawingml/2006/main" noGrp="1"/>
          </p:cNvSpPr>
          <p:nvPr/>
        </p:nvSpPr>
        <p:spPr>
          <a:xfrm xmlns:a="http://schemas.openxmlformats.org/drawingml/2006/main">
            <a:off x="3774125" y="1828800"/>
            <a:ext cx="4836600" cy="2571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Step 1: Create source</a:t>
            </a:r>
          </a:p>
          <a:p xmlns:a="http://schemas.openxmlformats.org/drawingml/2006/main">
            <a:pPr marL="0" indent="0">
              <a:spcBef>
                <a:spcPts val="0"/>
              </a:spcBef>
              <a:spcAft>
                <a:spcPts val="0"/>
              </a:spcAft>
              <a:buNone/>
            </a:pPr>
            <a:r>
              <a:rPr sz="1350" b="0" i="0">
                <a:solidFill>
                  <a:srgbClr val="00E5FF"/>
                </a:solidFill>
                <a:latin typeface="Roboto Mono"/>
                <a:ea typeface="Roboto Mono"/>
                <a:cs typeface="Roboto Mono"/>
              </a:rPr>
              <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Step 2: Write JSONL events</a:t>
            </a:r>
          </a:p>
          <a:p xmlns:a="http://schemas.openxmlformats.org/drawingml/2006/main">
            <a:pPr marL="0" indent="0">
              <a:spcBef>
                <a:spcPts val="0"/>
              </a:spcBef>
              <a:spcAft>
                <a:spcPts val="0"/>
              </a:spcAft>
              <a:buNone/>
            </a:pPr>
            <a:r>
              <a:rPr sz="1350" b="0" i="0">
                <a:solidFill>
                  <a:srgbClr val="00E5FF"/>
                </a:solidFill>
                <a:latin typeface="Roboto Mono"/>
                <a:ea typeface="Roboto Mono"/>
                <a:cs typeface="Roboto Mono"/>
              </a:rPr>
              <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Step 3: Add name and PID</a:t>
            </a:r>
          </a:p>
        </p:txBody>
      </p:sp>
      <p:sp>
        <p:nvSpPr>
          <p:cNvPr id="616" name="Google Shape;616;p30">
            <a:extLst xmlns:a="http://schemas.openxmlformats.org/drawingml/2006/main">
              <a:ext uri="{FF2B5EF4-FFF2-40B4-BE49-F238E27FC236}">
                <a16:creationId xmlns:a16="http://schemas.microsoft.com/office/drawing/2014/main" id="{938F25FE-1CEE-4D52-BA50-3E4F4A96F494}"/>
              </a:ext>
            </a:extLst>
          </p:cNvPr>
          <p:cNvSpPr>
            <a:spLocks xmlns:a="http://schemas.openxmlformats.org/drawingml/2006/main" noGrp="1"/>
          </p:cNvSpPr>
          <p:nvPr/>
        </p:nvSpPr>
        <p:spPr>
          <a:xfrm xmlns:a="http://schemas.openxmlformats.org/drawingml/2006/main" rot="0" flipH="0" flipV="0">
            <a:off x="3048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7" name="Google Shape;617;p30">
            <a:extLst xmlns:a="http://schemas.openxmlformats.org/drawingml/2006/main">
              <a:ext uri="{FF2B5EF4-FFF2-40B4-BE49-F238E27FC236}">
                <a16:creationId xmlns:a16="http://schemas.microsoft.com/office/drawing/2014/main" id="{BE48538D-7670-4B98-AE07-8E48DE8A0DFF}"/>
              </a:ext>
            </a:extLst>
          </p:cNvPr>
          <p:cNvSpPr>
            <a:spLocks xmlns:a="http://schemas.openxmlformats.org/drawingml/2006/main" noGrp="1"/>
          </p:cNvSpPr>
          <p:nvPr/>
        </p:nvSpPr>
        <p:spPr>
          <a:xfrm xmlns:a="http://schemas.openxmlformats.org/drawingml/2006/main" rot="0" flipH="0" flipV="0">
            <a:off x="4191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8" name="Google Shape;618;p30">
            <a:extLst xmlns:a="http://schemas.openxmlformats.org/drawingml/2006/main">
              <a:ext uri="{FF2B5EF4-FFF2-40B4-BE49-F238E27FC236}">
                <a16:creationId xmlns:a16="http://schemas.microsoft.com/office/drawing/2014/main" id="{973D0627-A512-4D22-AF39-3B6689222379}"/>
              </a:ext>
            </a:extLst>
          </p:cNvPr>
          <p:cNvSpPr>
            <a:spLocks xmlns:a="http://schemas.openxmlformats.org/drawingml/2006/main" noGrp="1"/>
          </p:cNvSpPr>
          <p:nvPr/>
        </p:nvSpPr>
        <p:spPr>
          <a:xfrm xmlns:a="http://schemas.openxmlformats.org/drawingml/2006/main" rot="0" flipH="0" flipV="0">
            <a:off x="5334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9" name="Google Shape;619;p30">
            <a:extLst xmlns:a="http://schemas.openxmlformats.org/drawingml/2006/main">
              <a:ext uri="{FF2B5EF4-FFF2-40B4-BE49-F238E27FC236}">
                <a16:creationId xmlns:a16="http://schemas.microsoft.com/office/drawing/2014/main" id="{54AEA391-4C9F-4080-8D49-5292B8785BD0}"/>
              </a:ext>
            </a:extLst>
          </p:cNvPr>
          <p:cNvSpPr>
            <a:spLocks xmlns:a="http://schemas.openxmlformats.org/drawingml/2006/main" noGrp="1"/>
          </p:cNvSpPr>
          <p:nvPr/>
        </p:nvSpPr>
        <p:spPr>
          <a:xfrm xmlns:a="http://schemas.openxmlformats.org/drawingml/2006/main" rot="0" flipH="0" flipV="0">
            <a:off x="6477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0" name="Google Shape;620;p30">
            <a:extLst xmlns:a="http://schemas.openxmlformats.org/drawingml/2006/main">
              <a:ext uri="{FF2B5EF4-FFF2-40B4-BE49-F238E27FC236}">
                <a16:creationId xmlns:a16="http://schemas.microsoft.com/office/drawing/2014/main" id="{4841CB6C-B213-4382-9120-31A9725344DF}"/>
              </a:ext>
            </a:extLst>
          </p:cNvPr>
          <p:cNvSpPr>
            <a:spLocks xmlns:a="http://schemas.openxmlformats.org/drawingml/2006/main" noGrp="1"/>
          </p:cNvSpPr>
          <p:nvPr/>
        </p:nvSpPr>
        <p:spPr>
          <a:xfrm xmlns:a="http://schemas.openxmlformats.org/drawingml/2006/main" rot="0" flipH="0" flipV="0">
            <a:off x="3048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1" name="Google Shape;621;p30">
            <a:extLst xmlns:a="http://schemas.openxmlformats.org/drawingml/2006/main">
              <a:ext uri="{FF2B5EF4-FFF2-40B4-BE49-F238E27FC236}">
                <a16:creationId xmlns:a16="http://schemas.microsoft.com/office/drawing/2014/main" id="{6BAFD878-D249-462E-81B1-15FA427A67FB}"/>
              </a:ext>
            </a:extLst>
          </p:cNvPr>
          <p:cNvSpPr>
            <a:spLocks xmlns:a="http://schemas.openxmlformats.org/drawingml/2006/main" noGrp="1"/>
          </p:cNvSpPr>
          <p:nvPr/>
        </p:nvSpPr>
        <p:spPr>
          <a:xfrm xmlns:a="http://schemas.openxmlformats.org/drawingml/2006/main" rot="0" flipH="0" flipV="0">
            <a:off x="4191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2" name="Google Shape;622;p30">
            <a:extLst xmlns:a="http://schemas.openxmlformats.org/drawingml/2006/main">
              <a:ext uri="{FF2B5EF4-FFF2-40B4-BE49-F238E27FC236}">
                <a16:creationId xmlns:a16="http://schemas.microsoft.com/office/drawing/2014/main" id="{320A5658-0CE0-4121-BC2D-84683E8BE481}"/>
              </a:ext>
            </a:extLst>
          </p:cNvPr>
          <p:cNvSpPr>
            <a:spLocks xmlns:a="http://schemas.openxmlformats.org/drawingml/2006/main" noGrp="1"/>
          </p:cNvSpPr>
          <p:nvPr/>
        </p:nvSpPr>
        <p:spPr>
          <a:xfrm xmlns:a="http://schemas.openxmlformats.org/drawingml/2006/main" rot="0" flipH="0" flipV="0">
            <a:off x="5334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3" name="Google Shape;623;p30">
            <a:extLst xmlns:a="http://schemas.openxmlformats.org/drawingml/2006/main">
              <a:ext uri="{FF2B5EF4-FFF2-40B4-BE49-F238E27FC236}">
                <a16:creationId xmlns:a16="http://schemas.microsoft.com/office/drawing/2014/main" id="{826F4E11-13A4-4FDC-A6F3-7BE2B87C1786}"/>
              </a:ext>
            </a:extLst>
          </p:cNvPr>
          <p:cNvSpPr>
            <a:spLocks xmlns:a="http://schemas.openxmlformats.org/drawingml/2006/main" noGrp="1"/>
          </p:cNvSpPr>
          <p:nvPr/>
        </p:nvSpPr>
        <p:spPr>
          <a:xfrm xmlns:a="http://schemas.openxmlformats.org/drawingml/2006/main" rot="0" flipH="0" flipV="0">
            <a:off x="6477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4" name="Google Shape;624;p30">
            <a:extLst xmlns:a="http://schemas.openxmlformats.org/drawingml/2006/main">
              <a:ext uri="{FF2B5EF4-FFF2-40B4-BE49-F238E27FC236}">
                <a16:creationId xmlns:a16="http://schemas.microsoft.com/office/drawing/2014/main" id="{EE5B6AB9-6207-43BB-88BD-98F83A2DC85C}"/>
              </a:ext>
            </a:extLst>
          </p:cNvPr>
          <p:cNvSpPr>
            <a:spLocks xmlns:a="http://schemas.openxmlformats.org/drawingml/2006/main" noGrp="1"/>
          </p:cNvSpPr>
          <p:nvPr/>
        </p:nvSpPr>
        <p:spPr>
          <a:xfrm xmlns:a="http://schemas.openxmlformats.org/drawingml/2006/main" rot="0" flipH="0" flipV="0">
            <a:off x="3048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5" name="Google Shape;625;p30">
            <a:extLst xmlns:a="http://schemas.openxmlformats.org/drawingml/2006/main">
              <a:ext uri="{FF2B5EF4-FFF2-40B4-BE49-F238E27FC236}">
                <a16:creationId xmlns:a16="http://schemas.microsoft.com/office/drawing/2014/main" id="{C2DF7D51-C402-46B7-960E-6C22BD70E859}"/>
              </a:ext>
            </a:extLst>
          </p:cNvPr>
          <p:cNvSpPr>
            <a:spLocks xmlns:a="http://schemas.openxmlformats.org/drawingml/2006/main" noGrp="1"/>
          </p:cNvSpPr>
          <p:nvPr/>
        </p:nvSpPr>
        <p:spPr>
          <a:xfrm xmlns:a="http://schemas.openxmlformats.org/drawingml/2006/main" rot="0" flipH="0" flipV="0">
            <a:off x="4191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6" name="Google Shape;626;p30">
            <a:extLst xmlns:a="http://schemas.openxmlformats.org/drawingml/2006/main">
              <a:ext uri="{FF2B5EF4-FFF2-40B4-BE49-F238E27FC236}">
                <a16:creationId xmlns:a16="http://schemas.microsoft.com/office/drawing/2014/main" id="{62DB0BB0-C739-46BB-BE25-D88FBACB8360}"/>
              </a:ext>
            </a:extLst>
          </p:cNvPr>
          <p:cNvSpPr>
            <a:spLocks xmlns:a="http://schemas.openxmlformats.org/drawingml/2006/main" noGrp="1"/>
          </p:cNvSpPr>
          <p:nvPr/>
        </p:nvSpPr>
        <p:spPr>
          <a:xfrm xmlns:a="http://schemas.openxmlformats.org/drawingml/2006/main" rot="0" flipH="0" flipV="0">
            <a:off x="5334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7" name="Google Shape;627;p30">
            <a:extLst xmlns:a="http://schemas.openxmlformats.org/drawingml/2006/main">
              <a:ext uri="{FF2B5EF4-FFF2-40B4-BE49-F238E27FC236}">
                <a16:creationId xmlns:a16="http://schemas.microsoft.com/office/drawing/2014/main" id="{B5CB37D1-1DA5-4A9C-A4BD-F5E753BFDF6A}"/>
              </a:ext>
            </a:extLst>
          </p:cNvPr>
          <p:cNvSpPr>
            <a:spLocks xmlns:a="http://schemas.openxmlformats.org/drawingml/2006/main" noGrp="1"/>
          </p:cNvSpPr>
          <p:nvPr/>
        </p:nvSpPr>
        <p:spPr>
          <a:xfrm xmlns:a="http://schemas.openxmlformats.org/drawingml/2006/main" rot="0" flipH="0" flipV="0">
            <a:off x="6477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pic>
        <p:nvPicPr>
          <p:cNvPr id="665" name="Google Shape;628;p30"/>
          <p:cNvPicPr>
            <a:picLocks xmlns:a="http://schemas.openxmlformats.org/drawingml/2006/main" noChangeAspect="1"/>
          </p:cNvPicPr>
          <p:nvPr/>
        </p:nvPicPr>
        <p:blipFill rotWithShape="1">
          <a:blip xmlns:r="http://schemas.openxmlformats.org/officeDocument/2006/relationships" xmlns:a="http://schemas.openxmlformats.org/drawingml/2006/main" r:embed="R3b96f6c899134fcf">
            <a:alphaModFix/>
          </a:blip>
          <a:srcRect xmlns:a="http://schemas.openxmlformats.org/drawingml/2006/main" l="0" t="0" r="0" b="0"/>
          <a:stretch xmlns:a="http://schemas.openxmlformats.org/drawingml/2006/main"/>
        </p:blipFill>
        <p:spPr>
          <a:xfrm xmlns:a="http://schemas.openxmlformats.org/drawingml/2006/main" rot="0" flipH="0" flipV="0">
            <a:off x="304800" y="5029200"/>
            <a:ext cx="38100" cy="38100"/>
          </a:xfrm>
          <a:prstGeom xmlns:a="http://schemas.openxmlformats.org/drawingml/2006/main" prst="rect">
            <a:avLst/>
          </a:prstGeom>
          <a:ln xmlns:a="http://schemas.openxmlformats.org/drawingml/2006/main">
            <a:noFill/>
          </a:ln>
        </p:spPr>
      </p:pic>
      <p:pic>
        <p:nvPicPr>
          <p:cNvPr id="666" name="Google Shape;629;p30"/>
          <p:cNvPicPr>
            <a:picLocks xmlns:a="http://schemas.openxmlformats.org/drawingml/2006/main" noChangeAspect="1"/>
          </p:cNvPicPr>
          <p:nvPr/>
        </p:nvPicPr>
        <p:blipFill rotWithShape="1">
          <a:blip xmlns:r="http://schemas.openxmlformats.org/officeDocument/2006/relationships" xmlns:a="http://schemas.openxmlformats.org/drawingml/2006/main" r:embed="R3b96f6c899134fcf">
            <a:alphaModFix/>
          </a:blip>
          <a:srcRect xmlns:a="http://schemas.openxmlformats.org/drawingml/2006/main" l="0" t="0" r="0" b="0"/>
          <a:stretch xmlns:a="http://schemas.openxmlformats.org/drawingml/2006/main"/>
        </p:blipFill>
        <p:spPr>
          <a:xfrm xmlns:a="http://schemas.openxmlformats.org/drawingml/2006/main" rot="0" flipH="0" flipV="0">
            <a:off x="419100" y="5029200"/>
            <a:ext cx="38100" cy="38100"/>
          </a:xfrm>
          <a:prstGeom xmlns:a="http://schemas.openxmlformats.org/drawingml/2006/main" prst="rect">
            <a:avLst/>
          </a:prstGeom>
          <a:ln xmlns:a="http://schemas.openxmlformats.org/drawingml/2006/main">
            <a:noFill/>
          </a:ln>
        </p:spPr>
      </p:pic>
      <p:pic>
        <p:nvPicPr>
          <p:cNvPr id="667" name="Google Shape;630;p30"/>
          <p:cNvPicPr>
            <a:picLocks xmlns:a="http://schemas.openxmlformats.org/drawingml/2006/main" noChangeAspect="1"/>
          </p:cNvPicPr>
          <p:nvPr/>
        </p:nvPicPr>
        <p:blipFill rotWithShape="1">
          <a:blip xmlns:r="http://schemas.openxmlformats.org/officeDocument/2006/relationships" xmlns:a="http://schemas.openxmlformats.org/drawingml/2006/main" r:embed="R3b96f6c899134fcf">
            <a:alphaModFix/>
          </a:blip>
          <a:srcRect xmlns:a="http://schemas.openxmlformats.org/drawingml/2006/main" l="0" t="0" r="0" b="0"/>
          <a:stretch xmlns:a="http://schemas.openxmlformats.org/drawingml/2006/main"/>
        </p:blipFill>
        <p:spPr>
          <a:xfrm xmlns:a="http://schemas.openxmlformats.org/drawingml/2006/main" rot="0" flipH="0" flipV="0">
            <a:off x="533400" y="5029200"/>
            <a:ext cx="38100" cy="38100"/>
          </a:xfrm>
          <a:prstGeom xmlns:a="http://schemas.openxmlformats.org/drawingml/2006/main" prst="rect">
            <a:avLst/>
          </a:prstGeom>
          <a:ln xmlns:a="http://schemas.openxmlformats.org/drawingml/2006/main">
            <a:noFill/>
          </a:ln>
        </p:spPr>
      </p:pic>
      <p:pic>
        <p:nvPicPr>
          <p:cNvPr id="668" name="Google Shape;631;p30"/>
          <p:cNvPicPr>
            <a:picLocks xmlns:a="http://schemas.openxmlformats.org/drawingml/2006/main" noChangeAspect="1"/>
          </p:cNvPicPr>
          <p:nvPr/>
        </p:nvPicPr>
        <p:blipFill rotWithShape="1">
          <a:blip xmlns:r="http://schemas.openxmlformats.org/officeDocument/2006/relationships" xmlns:a="http://schemas.openxmlformats.org/drawingml/2006/main" r:embed="R3b96f6c899134fcf">
            <a:alphaModFix/>
          </a:blip>
          <a:srcRect xmlns:a="http://schemas.openxmlformats.org/drawingml/2006/main" l="0" t="0" r="0" b="0"/>
          <a:stretch xmlns:a="http://schemas.openxmlformats.org/drawingml/2006/main"/>
        </p:blipFill>
        <p:spPr>
          <a:xfrm xmlns:a="http://schemas.openxmlformats.org/drawingml/2006/main" rot="0" flipH="0" flipV="0">
            <a:off x="647700" y="5029200"/>
            <a:ext cx="38100" cy="38100"/>
          </a:xfrm>
          <a:prstGeom xmlns:a="http://schemas.openxmlformats.org/drawingml/2006/main" prst="rect">
            <a:avLst/>
          </a:prstGeom>
          <a:ln xmlns:a="http://schemas.openxmlformats.org/drawingml/2006/main">
            <a:noFill/>
          </a:ln>
        </p:spPr>
      </p:pic>
      <p:sp>
        <p:nvSpPr>
          <p:cNvPr id="632" name="Google Shape;632;p30">
            <a:extLst xmlns:a="http://schemas.openxmlformats.org/drawingml/2006/main">
              <a:ext uri="{FF2B5EF4-FFF2-40B4-BE49-F238E27FC236}">
                <a16:creationId xmlns:a16="http://schemas.microsoft.com/office/drawing/2014/main" id="{E262D8CA-B2E6-42BF-B284-8A72626B147C}"/>
              </a:ext>
            </a:extLst>
          </p:cNvPr>
          <p:cNvSpPr>
            <a:spLocks xmlns:a="http://schemas.openxmlformats.org/drawingml/2006/main" noGrp="1"/>
          </p:cNvSpPr>
          <p:nvPr/>
        </p:nvSpPr>
        <p:spPr>
          <a:xfrm xmlns:a="http://schemas.openxmlformats.org/drawingml/2006/main">
            <a:off x="457200" y="228600"/>
            <a:ext cx="4762500" cy="285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lvl="0" indent="0" algn="l">
              <a:spcBef>
                <a:spcPts val="0"/>
              </a:spcBef>
              <a:spcAft>
                <a:spcPts val="0"/>
              </a:spcAft>
              <a:buNone/>
            </a:pPr>
            <a:r>
              <a:rPr sz="1050" b="0">
                <a:solidFill>
                  <a:srgbClr val="3A86FF"/>
                </a:solidFill>
                <a:latin typeface="Inter SemiBold"/>
                <a:ea typeface="Inter SemiBold"/>
                <a:cs typeface="Inter SemiBold"/>
              </a:rPr>
              <a:t>LINUX SYSTEM MONITORING WITH BPFTRACE</a:t>
            </a:r>
            <a:r>
              <a:rPr sz="1050">
                <a:solidFill>
                  <a:srgbClr val="3A86FF"/>
                </a:solidFill>
                <a:latin typeface="Inter SemiBold"/>
                <a:ea typeface="Inter SemiBold"/>
                <a:cs typeface="Inter SemiBold"/>
              </a:rPr>
              <a:t> AND EBPF</a:t>
            </a:r>
            <a:endParaRPr sz="1050" b="0">
              <a:solidFill>
                <a:srgbClr val="3A86FF"/>
              </a:solidFill>
              <a:latin typeface="Inter SemiBold"/>
              <a:ea typeface="Inter SemiBold"/>
              <a:cs typeface="Inter SemiBold"/>
            </a:endParaRPr>
          </a:p>
        </p:txBody>
      </p:sp>
    </p:spTree>
    <p:extLst>
      <p:ext uri="{BB962C8B-B14F-4D97-AF65-F5344CB8AC3E}">
        <p14:creationId xmlns:p14="http://schemas.microsoft.com/office/powerpoint/2010/main" val="1209551683"/>
      </p:ext>
    </p:extLst>
  </p:cSld>
</p:sld>
</file>

<file path=ppt/slides/slide3.xml><?xml version="1.0" encoding="utf-8"?>
<p:sld xmlns:p="http://schemas.openxmlformats.org/presentationml/2006/main">
  <p:cSld>
    <p:spTree>
      <p:nvGrpSpPr>
        <p:cNvPr id="1" name=""/>
        <p:cNvGrpSpPr/>
        <p:nvPr/>
      </p:nvGrpSpPr>
      <p:grpSpPr>
        <a:xfrm xmlns:a="http://schemas.openxmlformats.org/drawingml/2006/main"/>
      </p:grpSpPr>
      <p:sp>
        <p:nvSpPr>
          <p:cNvPr id="597" name="Google Shape;597;p30">
            <a:extLst xmlns:a="http://schemas.openxmlformats.org/drawingml/2006/main">
              <a:ext uri="{FF2B5EF4-FFF2-40B4-BE49-F238E27FC236}">
                <a16:creationId xmlns:a16="http://schemas.microsoft.com/office/drawing/2014/main" id="{BDE64DB8-2DF5-48AF-8D46-CB18331DACEC}"/>
              </a:ext>
            </a:extLst>
          </p:cNvPr>
          <p:cNvSpPr>
            <a:spLocks xmlns:a="http://schemas.openxmlformats.org/drawingml/2006/main" noGrp="1"/>
          </p:cNvSpPr>
          <p:nvPr/>
        </p:nvSpPr>
        <p:spPr>
          <a:xfrm xmlns:a="http://schemas.openxmlformats.org/drawingml/2006/main">
            <a:off x="0" y="0"/>
            <a:ext cx="9144000" cy="5143500"/>
          </a:xfrm>
          <a:prstGeom xmlns:a="http://schemas.openxmlformats.org/drawingml/2006/main" prst="rect">
            <a:avLst/>
          </a:prstGeom>
          <a:solidFill xmlns:a="http://schemas.openxmlformats.org/drawingml/2006/main">
            <a:srgbClr val="FFFF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598" name="Google Shape;598;p30">
            <a:extLst xmlns:a="http://schemas.openxmlformats.org/drawingml/2006/main">
              <a:ext uri="{FF2B5EF4-FFF2-40B4-BE49-F238E27FC236}">
                <a16:creationId xmlns:a16="http://schemas.microsoft.com/office/drawing/2014/main" id="{A502B2D6-2DA2-41FD-8D13-24E953E5EEAB}"/>
              </a:ext>
            </a:extLst>
          </p:cNvPr>
          <p:cNvSpPr>
            <a:spLocks xmlns:a="http://schemas.openxmlformats.org/drawingml/2006/main" noGrp="1"/>
          </p:cNvSpPr>
          <p:nvPr/>
        </p:nvSpPr>
        <p:spPr>
          <a:xfrm xmlns:a="http://schemas.openxmlformats.org/drawingml/2006/main">
            <a:off x="0" y="0"/>
            <a:ext cx="9144000" cy="57300"/>
          </a:xfrm>
          <a:prstGeom xmlns:a="http://schemas.openxmlformats.org/drawingml/2006/main" prst="rect">
            <a:avLst/>
          </a:prstGeom>
          <a:solidFill xmlns:a="http://schemas.openxmlformats.org/drawingml/2006/main">
            <a:srgbClr val="3A86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0" name="Google Shape;600;p30">
            <a:extLst xmlns:a="http://schemas.openxmlformats.org/drawingml/2006/main">
              <a:ext uri="{FF2B5EF4-FFF2-40B4-BE49-F238E27FC236}">
                <a16:creationId xmlns:a16="http://schemas.microsoft.com/office/drawing/2014/main" id="{6A70E29F-9B82-4C0E-8ED2-FFC07255D430}"/>
              </a:ext>
            </a:extLst>
          </p:cNvPr>
          <p:cNvSpPr>
            <a:spLocks xmlns:a="http://schemas.openxmlformats.org/drawingml/2006/main" noGrp="1"/>
          </p:cNvSpPr>
          <p:nvPr/>
        </p:nvSpPr>
        <p:spPr>
          <a:xfrm xmlns:a="http://schemas.openxmlformats.org/drawingml/2006/main" rot="0" flipH="0" flipV="0">
            <a:off x="8534400" y="190500"/>
            <a:ext cx="152400" cy="152400"/>
          </a:xfrm>
          <a:prstGeom xmlns:a="http://schemas.openxmlformats.org/drawingml/2006/main" prst="rect">
            <a:avLst/>
          </a:prstGeom>
          <a:solidFill xmlns:a="http://schemas.openxmlformats.org/drawingml/2006/main">
            <a:srgbClr val="3A86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1" name="Google Shape;601;p30">
            <a:extLst xmlns:a="http://schemas.openxmlformats.org/drawingml/2006/main">
              <a:ext uri="{FF2B5EF4-FFF2-40B4-BE49-F238E27FC236}">
                <a16:creationId xmlns:a16="http://schemas.microsoft.com/office/drawing/2014/main" id="{A7F0AEA7-0069-4EC2-A9F7-DBCF5DECF4CF}"/>
              </a:ext>
            </a:extLst>
          </p:cNvPr>
          <p:cNvSpPr>
            <a:spLocks xmlns:a="http://schemas.openxmlformats.org/drawingml/2006/main" noGrp="1"/>
          </p:cNvSpPr>
          <p:nvPr/>
        </p:nvSpPr>
        <p:spPr>
          <a:xfrm xmlns:a="http://schemas.openxmlformats.org/drawingml/2006/main" rot="0" flipH="0" flipV="0">
            <a:off x="8648700" y="304800"/>
            <a:ext cx="152400" cy="152400"/>
          </a:xfrm>
          <a:prstGeom xmlns:a="http://schemas.openxmlformats.org/drawingml/2006/main" prst="rect">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2" name="Google Shape;602;p30">
            <a:extLst xmlns:a="http://schemas.openxmlformats.org/drawingml/2006/main">
              <a:ext uri="{FF2B5EF4-FFF2-40B4-BE49-F238E27FC236}">
                <a16:creationId xmlns:a16="http://schemas.microsoft.com/office/drawing/2014/main" id="{4FCAAC77-7049-45AD-B25F-CB738F4F1316}"/>
              </a:ext>
            </a:extLst>
          </p:cNvPr>
          <p:cNvSpPr>
            <a:spLocks xmlns:a="http://schemas.openxmlformats.org/drawingml/2006/main" noGrp="1"/>
          </p:cNvSpPr>
          <p:nvPr/>
        </p:nvSpPr>
        <p:spPr>
          <a:xfrm xmlns:a="http://schemas.openxmlformats.org/drawingml/2006/main" rot="0" flipH="0" flipV="0">
            <a:off x="8763000" y="190500"/>
            <a:ext cx="152400" cy="152400"/>
          </a:xfrm>
          <a:prstGeom xmlns:a="http://schemas.openxmlformats.org/drawingml/2006/main" prst="rect">
            <a:avLst/>
          </a:prstGeom>
          <a:solidFill xmlns:a="http://schemas.openxmlformats.org/drawingml/2006/main">
            <a:srgbClr val="0B132B"/>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3" name="Google Shape;603;p30">
            <a:extLst xmlns:a="http://schemas.openxmlformats.org/drawingml/2006/main">
              <a:ext uri="{FF2B5EF4-FFF2-40B4-BE49-F238E27FC236}">
                <a16:creationId xmlns:a16="http://schemas.microsoft.com/office/drawing/2014/main" id="{F792C37C-A96B-4A83-B7A0-59A12411F0D4}"/>
              </a:ext>
            </a:extLst>
          </p:cNvPr>
          <p:cNvSpPr>
            <a:spLocks xmlns:a="http://schemas.openxmlformats.org/drawingml/2006/main" noGrp="1"/>
          </p:cNvSpPr>
          <p:nvPr/>
        </p:nvSpPr>
        <p:spPr>
          <a:xfrm xmlns:a="http://schemas.openxmlformats.org/drawingml/2006/main">
            <a:off x="457200" y="609600"/>
            <a:ext cx="8229600" cy="5334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2400" b="1">
                <a:solidFill>
                  <a:srgbClr val="3A86FF"/>
                </a:solidFill>
                <a:latin typeface="Montserrat"/>
                <a:ea typeface="Montserrat"/>
                <a:cs typeface="Montserrat"/>
              </a:defRPr>
            </a:pPr>
            <a:r>
              <a:rPr sz="2400" b="1" i="0">
                <a:solidFill>
                  <a:srgbClr val="3A86FF"/>
                </a:solidFill>
                <a:latin typeface="Montserrat"/>
                <a:ea typeface="Montserrat"/>
                <a:cs typeface="Montserrat"/>
              </a:rPr>
              <a:t>Mac setup</a:t>
            </a:r>
          </a:p>
        </p:txBody>
      </p:sp>
      <p:sp>
        <p:nvSpPr>
          <p:cNvPr id="606" name="Google Shape;606;p30">
            <a:extLst xmlns:a="http://schemas.openxmlformats.org/drawingml/2006/main">
              <a:ext uri="{FF2B5EF4-FFF2-40B4-BE49-F238E27FC236}">
                <a16:creationId xmlns:a16="http://schemas.microsoft.com/office/drawing/2014/main" id="{49F9CDAA-5631-4822-9E9D-8ECDA15ACED4}"/>
              </a:ext>
            </a:extLst>
          </p:cNvPr>
          <p:cNvSpPr>
            <a:spLocks xmlns:a="http://schemas.openxmlformats.org/drawingml/2006/main" noGrp="1"/>
          </p:cNvSpPr>
          <p:nvPr/>
        </p:nvSpPr>
        <p:spPr>
          <a:xfrm xmlns:a="http://schemas.openxmlformats.org/drawingml/2006/main">
            <a:off x="457200" y="1200150"/>
            <a:ext cx="8229600" cy="342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Following along? Open Terminal.</a:t>
            </a:r>
          </a:p>
        </p:txBody>
      </p:sp>
      <p:sp>
        <p:nvSpPr>
          <p:cNvPr id="607" name="Google Shape;607;p30">
            <a:extLst xmlns:a="http://schemas.openxmlformats.org/drawingml/2006/main">
              <a:ext uri="{FF2B5EF4-FFF2-40B4-BE49-F238E27FC236}">
                <a16:creationId xmlns:a16="http://schemas.microsoft.com/office/drawing/2014/main" id="{08527AFE-0E31-46B5-B2AB-894AB94A8036}"/>
              </a:ext>
            </a:extLst>
          </p:cNvPr>
          <p:cNvSpPr>
            <a:spLocks xmlns:a="http://schemas.openxmlformats.org/drawingml/2006/main" noGrp="1"/>
          </p:cNvSpPr>
          <p:nvPr/>
        </p:nvSpPr>
        <p:spPr>
          <a:xfrm xmlns:a="http://schemas.openxmlformats.org/drawingml/2006/main">
            <a:off x="304800" y="1657350"/>
            <a:ext cx="8534400" cy="3009900"/>
          </a:xfrm>
          <a:prstGeom xmlns:a="http://schemas.openxmlformats.org/drawingml/2006/main" prst="roundRect">
            <a:avLst>
              <a:gd name="adj" fmla="val 2234"/>
            </a:avLst>
          </a:prstGeom>
          <a:solidFill xmlns:a="http://schemas.openxmlformats.org/drawingml/2006/main">
            <a:srgbClr val="0B132B"/>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9" name="Google Shape;609;p30">
            <a:extLst xmlns:a="http://schemas.openxmlformats.org/drawingml/2006/main">
              <a:ext uri="{FF2B5EF4-FFF2-40B4-BE49-F238E27FC236}">
                <a16:creationId xmlns:a16="http://schemas.microsoft.com/office/drawing/2014/main" id="{2F687CFB-C301-4360-90A3-28762F09A555}"/>
              </a:ext>
            </a:extLst>
          </p:cNvPr>
          <p:cNvSpPr>
            <a:spLocks xmlns:a="http://schemas.openxmlformats.org/drawingml/2006/main" noGrp="1"/>
          </p:cNvSpPr>
          <p:nvPr/>
        </p:nvSpPr>
        <p:spPr>
          <a:xfrm xmlns:a="http://schemas.openxmlformats.org/drawingml/2006/main" rot="0" flipH="0" flipV="0">
            <a:off x="495300" y="1809750"/>
            <a:ext cx="114300" cy="114300"/>
          </a:xfrm>
          <a:prstGeom xmlns:a="http://schemas.openxmlformats.org/drawingml/2006/main" prst="ellipse">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0" name="Google Shape;610;p30">
            <a:extLst xmlns:a="http://schemas.openxmlformats.org/drawingml/2006/main">
              <a:ext uri="{FF2B5EF4-FFF2-40B4-BE49-F238E27FC236}">
                <a16:creationId xmlns:a16="http://schemas.microsoft.com/office/drawing/2014/main" id="{8CBBACE1-B76C-4567-A2C0-B0DBA8DA312B}"/>
              </a:ext>
            </a:extLst>
          </p:cNvPr>
          <p:cNvSpPr>
            <a:spLocks xmlns:a="http://schemas.openxmlformats.org/drawingml/2006/main" noGrp="1"/>
          </p:cNvSpPr>
          <p:nvPr/>
        </p:nvSpPr>
        <p:spPr>
          <a:xfrm xmlns:a="http://schemas.openxmlformats.org/drawingml/2006/main" rot="0" flipH="0" flipV="0">
            <a:off x="666750" y="1809750"/>
            <a:ext cx="114300" cy="114300"/>
          </a:xfrm>
          <a:prstGeom xmlns:a="http://schemas.openxmlformats.org/drawingml/2006/main" prst="ellipse">
            <a:avLst/>
          </a:prstGeom>
          <a:solidFill xmlns:a="http://schemas.openxmlformats.org/drawingml/2006/main">
            <a:srgbClr val="FFB703"/>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1" name="Google Shape;611;p30">
            <a:extLst xmlns:a="http://schemas.openxmlformats.org/drawingml/2006/main">
              <a:ext uri="{FF2B5EF4-FFF2-40B4-BE49-F238E27FC236}">
                <a16:creationId xmlns:a16="http://schemas.microsoft.com/office/drawing/2014/main" id="{BED13D9E-80AC-400E-B885-58DBEF06DDC2}"/>
              </a:ext>
            </a:extLst>
          </p:cNvPr>
          <p:cNvSpPr>
            <a:spLocks xmlns:a="http://schemas.openxmlformats.org/drawingml/2006/main" noGrp="1"/>
          </p:cNvSpPr>
          <p:nvPr/>
        </p:nvSpPr>
        <p:spPr>
          <a:xfrm xmlns:a="http://schemas.openxmlformats.org/drawingml/2006/main" rot="0" flipH="0" flipV="0">
            <a:off x="838200" y="1809750"/>
            <a:ext cx="114300" cy="114300"/>
          </a:xfrm>
          <a:prstGeom xmlns:a="http://schemas.openxmlformats.org/drawingml/2006/main" prst="ellipse">
            <a:avLst/>
          </a:prstGeom>
          <a:solidFill xmlns:a="http://schemas.openxmlformats.org/drawingml/2006/main">
            <a:srgbClr val="00E5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2" name="Google Shape;612;p30">
            <a:extLst xmlns:a="http://schemas.openxmlformats.org/drawingml/2006/main">
              <a:ext uri="{FF2B5EF4-FFF2-40B4-BE49-F238E27FC236}">
                <a16:creationId xmlns:a16="http://schemas.microsoft.com/office/drawing/2014/main" id="{BF7075FA-B03F-45F7-A401-B6F15B30BD61}"/>
              </a:ext>
            </a:extLst>
          </p:cNvPr>
          <p:cNvSpPr>
            <a:spLocks xmlns:a="http://schemas.openxmlformats.org/drawingml/2006/main" noGrp="1"/>
          </p:cNvSpPr>
          <p:nvPr/>
        </p:nvSpPr>
        <p:spPr>
          <a:xfrm xmlns:a="http://schemas.openxmlformats.org/drawingml/2006/main">
            <a:off x="1123950" y="1762125"/>
            <a:ext cx="66675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900" b="0">
                <a:solidFill>
                  <a:srgbClr val="AAB6C8"/>
                </a:solidFill>
                <a:latin typeface="Roboto Mono"/>
                <a:ea typeface="Roboto Mono"/>
                <a:cs typeface="Roboto Mono"/>
              </a:defRPr>
            </a:pPr>
            <a:r>
              <a:rPr sz="900" b="0" i="0">
                <a:solidFill>
                  <a:srgbClr val="AAB6C8"/>
                </a:solidFill>
                <a:latin typeface="Roboto Mono"/>
                <a:ea typeface="Roboto Mono"/>
                <a:cs typeface="Roboto Mono"/>
              </a:rPr>
              <a:t>Mac: clone, then run setup</a:t>
            </a:r>
          </a:p>
        </p:txBody>
      </p:sp>
      <p:sp>
        <p:nvSpPr>
          <p:cNvPr id="613" name="Google Shape;613;p30">
            <a:extLst xmlns:a="http://schemas.openxmlformats.org/drawingml/2006/main">
              <a:ext uri="{FF2B5EF4-FFF2-40B4-BE49-F238E27FC236}">
                <a16:creationId xmlns:a16="http://schemas.microsoft.com/office/drawing/2014/main" id="{0C693F38-8BEB-4F75-AF6E-E006C85958CA}"/>
              </a:ext>
            </a:extLst>
          </p:cNvPr>
          <p:cNvSpPr>
            <a:spLocks xmlns:a="http://schemas.openxmlformats.org/drawingml/2006/main" noGrp="1"/>
          </p:cNvSpPr>
          <p:nvPr/>
        </p:nvSpPr>
        <p:spPr>
          <a:xfrm xmlns:a="http://schemas.openxmlformats.org/drawingml/2006/main">
            <a:off x="495300" y="2019300"/>
            <a:ext cx="8153400" cy="9525"/>
          </a:xfrm>
          <a:prstGeom xmlns:a="http://schemas.openxmlformats.org/drawingml/2006/main" prst="rect">
            <a:avLst/>
          </a:prstGeom>
          <a:solidFill xmlns:a="http://schemas.openxmlformats.org/drawingml/2006/main">
            <a:srgbClr val="4A5568">
              <a:alpha val="3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4" name="Google Shape;614;p30">
            <a:extLst xmlns:a="http://schemas.openxmlformats.org/drawingml/2006/main">
              <a:ext uri="{FF2B5EF4-FFF2-40B4-BE49-F238E27FC236}">
                <a16:creationId xmlns:a16="http://schemas.microsoft.com/office/drawing/2014/main" id="{96139404-BB5E-4BCC-8A75-98AF7120A763}"/>
              </a:ext>
            </a:extLst>
          </p:cNvPr>
          <p:cNvSpPr>
            <a:spLocks xmlns:a="http://schemas.openxmlformats.org/drawingml/2006/main" noGrp="1"/>
          </p:cNvSpPr>
          <p:nvPr/>
        </p:nvSpPr>
        <p:spPr>
          <a:xfrm xmlns:a="http://schemas.openxmlformats.org/drawingml/2006/main">
            <a:off x="495300" y="2152650"/>
            <a:ext cx="8153400" cy="24003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1500" b="0">
                <a:solidFill>
                  <a:srgbClr val="00E5FF"/>
                </a:solidFill>
                <a:latin typeface="Roboto Mono"/>
                <a:ea typeface="Roboto Mono"/>
                <a:cs typeface="Roboto Mono"/>
              </a:defRPr>
            </a:pPr>
            <a:r>
              <a:rPr sz="1500" b="0" i="0">
                <a:solidFill>
                  <a:srgbClr val="00E5FF"/>
                </a:solidFill>
                <a:latin typeface="Roboto Mono"/>
                <a:ea typeface="Roboto Mono"/>
                <a:cs typeface="Roboto Mono"/>
              </a:rPr>
              <a:t>git clone https://github.com/julianshalaby-perj/falco-libs-workshop.git</a:t>
            </a:r>
          </a:p>
          <a:p xmlns:a="http://schemas.openxmlformats.org/drawingml/2006/main">
            <a:pPr marL="0" indent="0" algn="l">
              <a:spcBef>
                <a:spcPts val="0"/>
              </a:spcBef>
              <a:spcAft>
                <a:spcPts val="0"/>
              </a:spcAft>
              <a:buNone/>
              <a:defRPr sz="1500" b="0">
                <a:solidFill>
                  <a:srgbClr val="00E5FF"/>
                </a:solidFill>
                <a:latin typeface="Roboto Mono"/>
                <a:ea typeface="Roboto Mono"/>
                <a:cs typeface="Roboto Mono"/>
              </a:defRPr>
            </a:pPr>
            <a:r>
              <a:rPr sz="1500" b="0" i="0">
                <a:solidFill>
                  <a:srgbClr val="00E5FF"/>
                </a:solidFill>
                <a:latin typeface="Roboto Mono"/>
                <a:ea typeface="Roboto Mono"/>
                <a:cs typeface="Roboto Mono"/>
              </a:rPr>
              <a:t>cd falco-libs-workshop</a:t>
            </a:r>
          </a:p>
          <a:p xmlns:a="http://schemas.openxmlformats.org/drawingml/2006/main">
            <a:pPr marL="0" indent="0">
              <a:spcBef>
                <a:spcPts val="0"/>
              </a:spcBef>
              <a:spcAft>
                <a:spcPts val="0"/>
              </a:spcAft>
              <a:buNone/>
            </a:pPr>
            <a:r>
              <a:rPr sz="1500" b="0" i="0">
                <a:solidFill>
                  <a:srgbClr val="00E5FF"/>
                </a:solidFill>
                <a:latin typeface="Roboto Mono"/>
                <a:ea typeface="Roboto Mono"/>
                <a:cs typeface="Roboto Mono"/>
              </a:rPr>
              <a:t/>
            </a:r>
          </a:p>
          <a:p xmlns:a="http://schemas.openxmlformats.org/drawingml/2006/main">
            <a:pPr marL="0" indent="0" algn="l">
              <a:spcBef>
                <a:spcPts val="0"/>
              </a:spcBef>
              <a:spcAft>
                <a:spcPts val="0"/>
              </a:spcAft>
              <a:buNone/>
              <a:defRPr sz="1500" b="0">
                <a:solidFill>
                  <a:srgbClr val="00E5FF"/>
                </a:solidFill>
                <a:latin typeface="Roboto Mono"/>
                <a:ea typeface="Roboto Mono"/>
                <a:cs typeface="Roboto Mono"/>
              </a:defRPr>
            </a:pPr>
            <a:r>
              <a:rPr sz="1500" b="0" i="0">
                <a:solidFill>
                  <a:srgbClr val="00E5FF"/>
                </a:solidFill>
                <a:latin typeface="Roboto Mono"/>
                <a:ea typeface="Roboto Mono"/>
                <a:cs typeface="Roboto Mono"/>
              </a:rPr>
              <a:t>bash scripts/mac/setup.sh</a:t>
            </a:r>
          </a:p>
        </p:txBody>
      </p:sp>
      <p:sp>
        <p:nvSpPr>
          <p:cNvPr id="616" name="Google Shape;616;p30">
            <a:extLst xmlns:a="http://schemas.openxmlformats.org/drawingml/2006/main">
              <a:ext uri="{FF2B5EF4-FFF2-40B4-BE49-F238E27FC236}">
                <a16:creationId xmlns:a16="http://schemas.microsoft.com/office/drawing/2014/main" id="{938F25FE-1CEE-4D52-BA50-3E4F4A96F494}"/>
              </a:ext>
            </a:extLst>
          </p:cNvPr>
          <p:cNvSpPr>
            <a:spLocks xmlns:a="http://schemas.openxmlformats.org/drawingml/2006/main" noGrp="1"/>
          </p:cNvSpPr>
          <p:nvPr/>
        </p:nvSpPr>
        <p:spPr>
          <a:xfrm xmlns:a="http://schemas.openxmlformats.org/drawingml/2006/main" rot="0" flipH="0" flipV="0">
            <a:off x="3048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7" name="Google Shape;617;p30">
            <a:extLst xmlns:a="http://schemas.openxmlformats.org/drawingml/2006/main">
              <a:ext uri="{FF2B5EF4-FFF2-40B4-BE49-F238E27FC236}">
                <a16:creationId xmlns:a16="http://schemas.microsoft.com/office/drawing/2014/main" id="{BE48538D-7670-4B98-AE07-8E48DE8A0DFF}"/>
              </a:ext>
            </a:extLst>
          </p:cNvPr>
          <p:cNvSpPr>
            <a:spLocks xmlns:a="http://schemas.openxmlformats.org/drawingml/2006/main" noGrp="1"/>
          </p:cNvSpPr>
          <p:nvPr/>
        </p:nvSpPr>
        <p:spPr>
          <a:xfrm xmlns:a="http://schemas.openxmlformats.org/drawingml/2006/main" rot="0" flipH="0" flipV="0">
            <a:off x="4191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8" name="Google Shape;618;p30">
            <a:extLst xmlns:a="http://schemas.openxmlformats.org/drawingml/2006/main">
              <a:ext uri="{FF2B5EF4-FFF2-40B4-BE49-F238E27FC236}">
                <a16:creationId xmlns:a16="http://schemas.microsoft.com/office/drawing/2014/main" id="{973D0627-A512-4D22-AF39-3B6689222379}"/>
              </a:ext>
            </a:extLst>
          </p:cNvPr>
          <p:cNvSpPr>
            <a:spLocks xmlns:a="http://schemas.openxmlformats.org/drawingml/2006/main" noGrp="1"/>
          </p:cNvSpPr>
          <p:nvPr/>
        </p:nvSpPr>
        <p:spPr>
          <a:xfrm xmlns:a="http://schemas.openxmlformats.org/drawingml/2006/main" rot="0" flipH="0" flipV="0">
            <a:off x="5334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9" name="Google Shape;619;p30">
            <a:extLst xmlns:a="http://schemas.openxmlformats.org/drawingml/2006/main">
              <a:ext uri="{FF2B5EF4-FFF2-40B4-BE49-F238E27FC236}">
                <a16:creationId xmlns:a16="http://schemas.microsoft.com/office/drawing/2014/main" id="{54AEA391-4C9F-4080-8D49-5292B8785BD0}"/>
              </a:ext>
            </a:extLst>
          </p:cNvPr>
          <p:cNvSpPr>
            <a:spLocks xmlns:a="http://schemas.openxmlformats.org/drawingml/2006/main" noGrp="1"/>
          </p:cNvSpPr>
          <p:nvPr/>
        </p:nvSpPr>
        <p:spPr>
          <a:xfrm xmlns:a="http://schemas.openxmlformats.org/drawingml/2006/main" rot="0" flipH="0" flipV="0">
            <a:off x="6477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0" name="Google Shape;620;p30">
            <a:extLst xmlns:a="http://schemas.openxmlformats.org/drawingml/2006/main">
              <a:ext uri="{FF2B5EF4-FFF2-40B4-BE49-F238E27FC236}">
                <a16:creationId xmlns:a16="http://schemas.microsoft.com/office/drawing/2014/main" id="{4841CB6C-B213-4382-9120-31A9725344DF}"/>
              </a:ext>
            </a:extLst>
          </p:cNvPr>
          <p:cNvSpPr>
            <a:spLocks xmlns:a="http://schemas.openxmlformats.org/drawingml/2006/main" noGrp="1"/>
          </p:cNvSpPr>
          <p:nvPr/>
        </p:nvSpPr>
        <p:spPr>
          <a:xfrm xmlns:a="http://schemas.openxmlformats.org/drawingml/2006/main" rot="0" flipH="0" flipV="0">
            <a:off x="3048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1" name="Google Shape;621;p30">
            <a:extLst xmlns:a="http://schemas.openxmlformats.org/drawingml/2006/main">
              <a:ext uri="{FF2B5EF4-FFF2-40B4-BE49-F238E27FC236}">
                <a16:creationId xmlns:a16="http://schemas.microsoft.com/office/drawing/2014/main" id="{6BAFD878-D249-462E-81B1-15FA427A67FB}"/>
              </a:ext>
            </a:extLst>
          </p:cNvPr>
          <p:cNvSpPr>
            <a:spLocks xmlns:a="http://schemas.openxmlformats.org/drawingml/2006/main" noGrp="1"/>
          </p:cNvSpPr>
          <p:nvPr/>
        </p:nvSpPr>
        <p:spPr>
          <a:xfrm xmlns:a="http://schemas.openxmlformats.org/drawingml/2006/main" rot="0" flipH="0" flipV="0">
            <a:off x="4191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2" name="Google Shape;622;p30">
            <a:extLst xmlns:a="http://schemas.openxmlformats.org/drawingml/2006/main">
              <a:ext uri="{FF2B5EF4-FFF2-40B4-BE49-F238E27FC236}">
                <a16:creationId xmlns:a16="http://schemas.microsoft.com/office/drawing/2014/main" id="{320A5658-0CE0-4121-BC2D-84683E8BE481}"/>
              </a:ext>
            </a:extLst>
          </p:cNvPr>
          <p:cNvSpPr>
            <a:spLocks xmlns:a="http://schemas.openxmlformats.org/drawingml/2006/main" noGrp="1"/>
          </p:cNvSpPr>
          <p:nvPr/>
        </p:nvSpPr>
        <p:spPr>
          <a:xfrm xmlns:a="http://schemas.openxmlformats.org/drawingml/2006/main" rot="0" flipH="0" flipV="0">
            <a:off x="5334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3" name="Google Shape;623;p30">
            <a:extLst xmlns:a="http://schemas.openxmlformats.org/drawingml/2006/main">
              <a:ext uri="{FF2B5EF4-FFF2-40B4-BE49-F238E27FC236}">
                <a16:creationId xmlns:a16="http://schemas.microsoft.com/office/drawing/2014/main" id="{826F4E11-13A4-4FDC-A6F3-7BE2B87C1786}"/>
              </a:ext>
            </a:extLst>
          </p:cNvPr>
          <p:cNvSpPr>
            <a:spLocks xmlns:a="http://schemas.openxmlformats.org/drawingml/2006/main" noGrp="1"/>
          </p:cNvSpPr>
          <p:nvPr/>
        </p:nvSpPr>
        <p:spPr>
          <a:xfrm xmlns:a="http://schemas.openxmlformats.org/drawingml/2006/main" rot="0" flipH="0" flipV="0">
            <a:off x="6477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4" name="Google Shape;624;p30">
            <a:extLst xmlns:a="http://schemas.openxmlformats.org/drawingml/2006/main">
              <a:ext uri="{FF2B5EF4-FFF2-40B4-BE49-F238E27FC236}">
                <a16:creationId xmlns:a16="http://schemas.microsoft.com/office/drawing/2014/main" id="{EE5B6AB9-6207-43BB-88BD-98F83A2DC85C}"/>
              </a:ext>
            </a:extLst>
          </p:cNvPr>
          <p:cNvSpPr>
            <a:spLocks xmlns:a="http://schemas.openxmlformats.org/drawingml/2006/main" noGrp="1"/>
          </p:cNvSpPr>
          <p:nvPr/>
        </p:nvSpPr>
        <p:spPr>
          <a:xfrm xmlns:a="http://schemas.openxmlformats.org/drawingml/2006/main" rot="0" flipH="0" flipV="0">
            <a:off x="3048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5" name="Google Shape;625;p30">
            <a:extLst xmlns:a="http://schemas.openxmlformats.org/drawingml/2006/main">
              <a:ext uri="{FF2B5EF4-FFF2-40B4-BE49-F238E27FC236}">
                <a16:creationId xmlns:a16="http://schemas.microsoft.com/office/drawing/2014/main" id="{C2DF7D51-C402-46B7-960E-6C22BD70E859}"/>
              </a:ext>
            </a:extLst>
          </p:cNvPr>
          <p:cNvSpPr>
            <a:spLocks xmlns:a="http://schemas.openxmlformats.org/drawingml/2006/main" noGrp="1"/>
          </p:cNvSpPr>
          <p:nvPr/>
        </p:nvSpPr>
        <p:spPr>
          <a:xfrm xmlns:a="http://schemas.openxmlformats.org/drawingml/2006/main" rot="0" flipH="0" flipV="0">
            <a:off x="4191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6" name="Google Shape;626;p30">
            <a:extLst xmlns:a="http://schemas.openxmlformats.org/drawingml/2006/main">
              <a:ext uri="{FF2B5EF4-FFF2-40B4-BE49-F238E27FC236}">
                <a16:creationId xmlns:a16="http://schemas.microsoft.com/office/drawing/2014/main" id="{62DB0BB0-C739-46BB-BE25-D88FBACB8360}"/>
              </a:ext>
            </a:extLst>
          </p:cNvPr>
          <p:cNvSpPr>
            <a:spLocks xmlns:a="http://schemas.openxmlformats.org/drawingml/2006/main" noGrp="1"/>
          </p:cNvSpPr>
          <p:nvPr/>
        </p:nvSpPr>
        <p:spPr>
          <a:xfrm xmlns:a="http://schemas.openxmlformats.org/drawingml/2006/main" rot="0" flipH="0" flipV="0">
            <a:off x="5334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7" name="Google Shape;627;p30">
            <a:extLst xmlns:a="http://schemas.openxmlformats.org/drawingml/2006/main">
              <a:ext uri="{FF2B5EF4-FFF2-40B4-BE49-F238E27FC236}">
                <a16:creationId xmlns:a16="http://schemas.microsoft.com/office/drawing/2014/main" id="{B5CB37D1-1DA5-4A9C-A4BD-F5E753BFDF6A}"/>
              </a:ext>
            </a:extLst>
          </p:cNvPr>
          <p:cNvSpPr>
            <a:spLocks xmlns:a="http://schemas.openxmlformats.org/drawingml/2006/main" noGrp="1"/>
          </p:cNvSpPr>
          <p:nvPr/>
        </p:nvSpPr>
        <p:spPr>
          <a:xfrm xmlns:a="http://schemas.openxmlformats.org/drawingml/2006/main" rot="0" flipH="0" flipV="0">
            <a:off x="6477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pic>
        <p:nvPicPr>
          <p:cNvPr id="663" name="Google Shape;628;p30"/>
          <p:cNvPicPr>
            <a:picLocks xmlns:a="http://schemas.openxmlformats.org/drawingml/2006/main" noChangeAspect="1"/>
          </p:cNvPicPr>
          <p:nvPr/>
        </p:nvPicPr>
        <p:blipFill rotWithShape="1">
          <a:blip xmlns:r="http://schemas.openxmlformats.org/officeDocument/2006/relationships" xmlns:a="http://schemas.openxmlformats.org/drawingml/2006/main" r:embed="Rb61d9a434bb54168">
            <a:alphaModFix/>
          </a:blip>
          <a:srcRect xmlns:a="http://schemas.openxmlformats.org/drawingml/2006/main" l="0" t="0" r="0" b="0"/>
          <a:stretch xmlns:a="http://schemas.openxmlformats.org/drawingml/2006/main"/>
        </p:blipFill>
        <p:spPr>
          <a:xfrm xmlns:a="http://schemas.openxmlformats.org/drawingml/2006/main" rot="0" flipH="0" flipV="0">
            <a:off x="304800" y="5029200"/>
            <a:ext cx="38100" cy="38100"/>
          </a:xfrm>
          <a:prstGeom xmlns:a="http://schemas.openxmlformats.org/drawingml/2006/main" prst="rect">
            <a:avLst/>
          </a:prstGeom>
          <a:ln xmlns:a="http://schemas.openxmlformats.org/drawingml/2006/main">
            <a:noFill/>
          </a:ln>
        </p:spPr>
      </p:pic>
      <p:pic>
        <p:nvPicPr>
          <p:cNvPr id="664" name="Google Shape;629;p30"/>
          <p:cNvPicPr>
            <a:picLocks xmlns:a="http://schemas.openxmlformats.org/drawingml/2006/main" noChangeAspect="1"/>
          </p:cNvPicPr>
          <p:nvPr/>
        </p:nvPicPr>
        <p:blipFill rotWithShape="1">
          <a:blip xmlns:r="http://schemas.openxmlformats.org/officeDocument/2006/relationships" xmlns:a="http://schemas.openxmlformats.org/drawingml/2006/main" r:embed="Rb61d9a434bb54168">
            <a:alphaModFix/>
          </a:blip>
          <a:srcRect xmlns:a="http://schemas.openxmlformats.org/drawingml/2006/main" l="0" t="0" r="0" b="0"/>
          <a:stretch xmlns:a="http://schemas.openxmlformats.org/drawingml/2006/main"/>
        </p:blipFill>
        <p:spPr>
          <a:xfrm xmlns:a="http://schemas.openxmlformats.org/drawingml/2006/main" rot="0" flipH="0" flipV="0">
            <a:off x="419100" y="5029200"/>
            <a:ext cx="38100" cy="38100"/>
          </a:xfrm>
          <a:prstGeom xmlns:a="http://schemas.openxmlformats.org/drawingml/2006/main" prst="rect">
            <a:avLst/>
          </a:prstGeom>
          <a:ln xmlns:a="http://schemas.openxmlformats.org/drawingml/2006/main">
            <a:noFill/>
          </a:ln>
        </p:spPr>
      </p:pic>
      <p:pic>
        <p:nvPicPr>
          <p:cNvPr id="665" name="Google Shape;630;p30"/>
          <p:cNvPicPr>
            <a:picLocks xmlns:a="http://schemas.openxmlformats.org/drawingml/2006/main" noChangeAspect="1"/>
          </p:cNvPicPr>
          <p:nvPr/>
        </p:nvPicPr>
        <p:blipFill rotWithShape="1">
          <a:blip xmlns:r="http://schemas.openxmlformats.org/officeDocument/2006/relationships" xmlns:a="http://schemas.openxmlformats.org/drawingml/2006/main" r:embed="Rb61d9a434bb54168">
            <a:alphaModFix/>
          </a:blip>
          <a:srcRect xmlns:a="http://schemas.openxmlformats.org/drawingml/2006/main" l="0" t="0" r="0" b="0"/>
          <a:stretch xmlns:a="http://schemas.openxmlformats.org/drawingml/2006/main"/>
        </p:blipFill>
        <p:spPr>
          <a:xfrm xmlns:a="http://schemas.openxmlformats.org/drawingml/2006/main" rot="0" flipH="0" flipV="0">
            <a:off x="533400" y="5029200"/>
            <a:ext cx="38100" cy="38100"/>
          </a:xfrm>
          <a:prstGeom xmlns:a="http://schemas.openxmlformats.org/drawingml/2006/main" prst="rect">
            <a:avLst/>
          </a:prstGeom>
          <a:ln xmlns:a="http://schemas.openxmlformats.org/drawingml/2006/main">
            <a:noFill/>
          </a:ln>
        </p:spPr>
      </p:pic>
      <p:pic>
        <p:nvPicPr>
          <p:cNvPr id="666" name="Google Shape;631;p30"/>
          <p:cNvPicPr>
            <a:picLocks xmlns:a="http://schemas.openxmlformats.org/drawingml/2006/main" noChangeAspect="1"/>
          </p:cNvPicPr>
          <p:nvPr/>
        </p:nvPicPr>
        <p:blipFill rotWithShape="1">
          <a:blip xmlns:r="http://schemas.openxmlformats.org/officeDocument/2006/relationships" xmlns:a="http://schemas.openxmlformats.org/drawingml/2006/main" r:embed="Rb61d9a434bb54168">
            <a:alphaModFix/>
          </a:blip>
          <a:srcRect xmlns:a="http://schemas.openxmlformats.org/drawingml/2006/main" l="0" t="0" r="0" b="0"/>
          <a:stretch xmlns:a="http://schemas.openxmlformats.org/drawingml/2006/main"/>
        </p:blipFill>
        <p:spPr>
          <a:xfrm xmlns:a="http://schemas.openxmlformats.org/drawingml/2006/main" rot="0" flipH="0" flipV="0">
            <a:off x="647700" y="5029200"/>
            <a:ext cx="38100" cy="38100"/>
          </a:xfrm>
          <a:prstGeom xmlns:a="http://schemas.openxmlformats.org/drawingml/2006/main" prst="rect">
            <a:avLst/>
          </a:prstGeom>
          <a:ln xmlns:a="http://schemas.openxmlformats.org/drawingml/2006/main">
            <a:noFill/>
          </a:ln>
        </p:spPr>
      </p:pic>
      <p:sp>
        <p:nvSpPr>
          <p:cNvPr id="632" name="Google Shape;632;p30">
            <a:extLst xmlns:a="http://schemas.openxmlformats.org/drawingml/2006/main">
              <a:ext uri="{FF2B5EF4-FFF2-40B4-BE49-F238E27FC236}">
                <a16:creationId xmlns:a16="http://schemas.microsoft.com/office/drawing/2014/main" id="{E262D8CA-B2E6-42BF-B284-8A72626B147C}"/>
              </a:ext>
            </a:extLst>
          </p:cNvPr>
          <p:cNvSpPr>
            <a:spLocks xmlns:a="http://schemas.openxmlformats.org/drawingml/2006/main" noGrp="1"/>
          </p:cNvSpPr>
          <p:nvPr/>
        </p:nvSpPr>
        <p:spPr>
          <a:xfrm xmlns:a="http://schemas.openxmlformats.org/drawingml/2006/main">
            <a:off x="457200" y="228600"/>
            <a:ext cx="4762500" cy="285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lvl="0" indent="0" algn="l">
              <a:spcBef>
                <a:spcPts val="0"/>
              </a:spcBef>
              <a:spcAft>
                <a:spcPts val="0"/>
              </a:spcAft>
              <a:buNone/>
            </a:pPr>
            <a:r>
              <a:rPr sz="1050" b="0">
                <a:solidFill>
                  <a:srgbClr val="3A86FF"/>
                </a:solidFill>
                <a:latin typeface="Inter SemiBold"/>
                <a:ea typeface="Inter SemiBold"/>
                <a:cs typeface="Inter SemiBold"/>
              </a:rPr>
              <a:t>LINUX SYSTEM MONITORING WITH BPFTRACE</a:t>
            </a:r>
            <a:r>
              <a:rPr sz="1050">
                <a:solidFill>
                  <a:srgbClr val="3A86FF"/>
                </a:solidFill>
                <a:latin typeface="Inter SemiBold"/>
                <a:ea typeface="Inter SemiBold"/>
                <a:cs typeface="Inter SemiBold"/>
              </a:rPr>
              <a:t> AND EBPF</a:t>
            </a:r>
            <a:endParaRPr sz="1050" b="0">
              <a:solidFill>
                <a:srgbClr val="3A86FF"/>
              </a:solidFill>
              <a:latin typeface="Inter SemiBold"/>
              <a:ea typeface="Inter SemiBold"/>
              <a:cs typeface="Inter SemiBold"/>
            </a:endParaRPr>
          </a:p>
        </p:txBody>
      </p:sp>
    </p:spTree>
    <p:extLst>
      <p:ext uri="{BB962C8B-B14F-4D97-AF65-F5344CB8AC3E}">
        <p14:creationId xmlns:p14="http://schemas.microsoft.com/office/powerpoint/2010/main" val="1209551683"/>
      </p:ext>
    </p:extLst>
  </p:cSld>
</p:sld>
</file>

<file path=ppt/slides/slide4.xml><?xml version="1.0" encoding="utf-8"?>
<p:sld xmlns:p="http://schemas.openxmlformats.org/presentationml/2006/main">
  <p:cSld>
    <p:spTree>
      <p:nvGrpSpPr>
        <p:cNvPr id="1" name=""/>
        <p:cNvGrpSpPr/>
        <p:nvPr/>
      </p:nvGrpSpPr>
      <p:grpSpPr>
        <a:xfrm xmlns:a="http://schemas.openxmlformats.org/drawingml/2006/main"/>
      </p:grpSpPr>
      <p:sp>
        <p:nvSpPr>
          <p:cNvPr id="597" name="Google Shape;597;p30">
            <a:extLst xmlns:a="http://schemas.openxmlformats.org/drawingml/2006/main">
              <a:ext uri="{FF2B5EF4-FFF2-40B4-BE49-F238E27FC236}">
                <a16:creationId xmlns:a16="http://schemas.microsoft.com/office/drawing/2014/main" id="{BDE64DB8-2DF5-48AF-8D46-CB18331DACEC}"/>
              </a:ext>
            </a:extLst>
          </p:cNvPr>
          <p:cNvSpPr>
            <a:spLocks xmlns:a="http://schemas.openxmlformats.org/drawingml/2006/main" noGrp="1"/>
          </p:cNvSpPr>
          <p:nvPr/>
        </p:nvSpPr>
        <p:spPr>
          <a:xfrm xmlns:a="http://schemas.openxmlformats.org/drawingml/2006/main">
            <a:off x="0" y="0"/>
            <a:ext cx="9144000" cy="5143500"/>
          </a:xfrm>
          <a:prstGeom xmlns:a="http://schemas.openxmlformats.org/drawingml/2006/main" prst="rect">
            <a:avLst/>
          </a:prstGeom>
          <a:solidFill xmlns:a="http://schemas.openxmlformats.org/drawingml/2006/main">
            <a:srgbClr val="FFFF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598" name="Google Shape;598;p30">
            <a:extLst xmlns:a="http://schemas.openxmlformats.org/drawingml/2006/main">
              <a:ext uri="{FF2B5EF4-FFF2-40B4-BE49-F238E27FC236}">
                <a16:creationId xmlns:a16="http://schemas.microsoft.com/office/drawing/2014/main" id="{A502B2D6-2DA2-41FD-8D13-24E953E5EEAB}"/>
              </a:ext>
            </a:extLst>
          </p:cNvPr>
          <p:cNvSpPr>
            <a:spLocks xmlns:a="http://schemas.openxmlformats.org/drawingml/2006/main" noGrp="1"/>
          </p:cNvSpPr>
          <p:nvPr/>
        </p:nvSpPr>
        <p:spPr>
          <a:xfrm xmlns:a="http://schemas.openxmlformats.org/drawingml/2006/main">
            <a:off x="0" y="0"/>
            <a:ext cx="9144000" cy="57300"/>
          </a:xfrm>
          <a:prstGeom xmlns:a="http://schemas.openxmlformats.org/drawingml/2006/main" prst="rect">
            <a:avLst/>
          </a:prstGeom>
          <a:solidFill xmlns:a="http://schemas.openxmlformats.org/drawingml/2006/main">
            <a:srgbClr val="3A86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0" name="Google Shape;600;p30">
            <a:extLst xmlns:a="http://schemas.openxmlformats.org/drawingml/2006/main">
              <a:ext uri="{FF2B5EF4-FFF2-40B4-BE49-F238E27FC236}">
                <a16:creationId xmlns:a16="http://schemas.microsoft.com/office/drawing/2014/main" id="{6A70E29F-9B82-4C0E-8ED2-FFC07255D430}"/>
              </a:ext>
            </a:extLst>
          </p:cNvPr>
          <p:cNvSpPr>
            <a:spLocks xmlns:a="http://schemas.openxmlformats.org/drawingml/2006/main" noGrp="1"/>
          </p:cNvSpPr>
          <p:nvPr/>
        </p:nvSpPr>
        <p:spPr>
          <a:xfrm xmlns:a="http://schemas.openxmlformats.org/drawingml/2006/main" rot="0" flipH="0" flipV="0">
            <a:off x="8534400" y="190500"/>
            <a:ext cx="152400" cy="152400"/>
          </a:xfrm>
          <a:prstGeom xmlns:a="http://schemas.openxmlformats.org/drawingml/2006/main" prst="rect">
            <a:avLst/>
          </a:prstGeom>
          <a:solidFill xmlns:a="http://schemas.openxmlformats.org/drawingml/2006/main">
            <a:srgbClr val="3A86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1" name="Google Shape;601;p30">
            <a:extLst xmlns:a="http://schemas.openxmlformats.org/drawingml/2006/main">
              <a:ext uri="{FF2B5EF4-FFF2-40B4-BE49-F238E27FC236}">
                <a16:creationId xmlns:a16="http://schemas.microsoft.com/office/drawing/2014/main" id="{A7F0AEA7-0069-4EC2-A9F7-DBCF5DECF4CF}"/>
              </a:ext>
            </a:extLst>
          </p:cNvPr>
          <p:cNvSpPr>
            <a:spLocks xmlns:a="http://schemas.openxmlformats.org/drawingml/2006/main" noGrp="1"/>
          </p:cNvSpPr>
          <p:nvPr/>
        </p:nvSpPr>
        <p:spPr>
          <a:xfrm xmlns:a="http://schemas.openxmlformats.org/drawingml/2006/main" rot="0" flipH="0" flipV="0">
            <a:off x="8648700" y="304800"/>
            <a:ext cx="152400" cy="152400"/>
          </a:xfrm>
          <a:prstGeom xmlns:a="http://schemas.openxmlformats.org/drawingml/2006/main" prst="rect">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2" name="Google Shape;602;p30">
            <a:extLst xmlns:a="http://schemas.openxmlformats.org/drawingml/2006/main">
              <a:ext uri="{FF2B5EF4-FFF2-40B4-BE49-F238E27FC236}">
                <a16:creationId xmlns:a16="http://schemas.microsoft.com/office/drawing/2014/main" id="{4FCAAC77-7049-45AD-B25F-CB738F4F1316}"/>
              </a:ext>
            </a:extLst>
          </p:cNvPr>
          <p:cNvSpPr>
            <a:spLocks xmlns:a="http://schemas.openxmlformats.org/drawingml/2006/main" noGrp="1"/>
          </p:cNvSpPr>
          <p:nvPr/>
        </p:nvSpPr>
        <p:spPr>
          <a:xfrm xmlns:a="http://schemas.openxmlformats.org/drawingml/2006/main" rot="0" flipH="0" flipV="0">
            <a:off x="8763000" y="190500"/>
            <a:ext cx="152400" cy="152400"/>
          </a:xfrm>
          <a:prstGeom xmlns:a="http://schemas.openxmlformats.org/drawingml/2006/main" prst="rect">
            <a:avLst/>
          </a:prstGeom>
          <a:solidFill xmlns:a="http://schemas.openxmlformats.org/drawingml/2006/main">
            <a:srgbClr val="0B132B"/>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3" name="Google Shape;603;p30">
            <a:extLst xmlns:a="http://schemas.openxmlformats.org/drawingml/2006/main">
              <a:ext uri="{FF2B5EF4-FFF2-40B4-BE49-F238E27FC236}">
                <a16:creationId xmlns:a16="http://schemas.microsoft.com/office/drawing/2014/main" id="{F792C37C-A96B-4A83-B7A0-59A12411F0D4}"/>
              </a:ext>
            </a:extLst>
          </p:cNvPr>
          <p:cNvSpPr>
            <a:spLocks xmlns:a="http://schemas.openxmlformats.org/drawingml/2006/main" noGrp="1"/>
          </p:cNvSpPr>
          <p:nvPr/>
        </p:nvSpPr>
        <p:spPr>
          <a:xfrm xmlns:a="http://schemas.openxmlformats.org/drawingml/2006/main">
            <a:off x="457200" y="609600"/>
            <a:ext cx="8229600" cy="5334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2400" b="1">
                <a:solidFill>
                  <a:srgbClr val="3A86FF"/>
                </a:solidFill>
                <a:latin typeface="Montserrat"/>
                <a:ea typeface="Montserrat"/>
                <a:cs typeface="Montserrat"/>
              </a:defRPr>
            </a:pPr>
            <a:r>
              <a:rPr sz="2400" b="1" i="0">
                <a:solidFill>
                  <a:srgbClr val="3A86FF"/>
                </a:solidFill>
                <a:latin typeface="Montserrat"/>
                <a:ea typeface="Montserrat"/>
                <a:cs typeface="Montserrat"/>
              </a:rPr>
              <a:t>Windows setup</a:t>
            </a:r>
          </a:p>
        </p:txBody>
      </p:sp>
      <p:sp>
        <p:nvSpPr>
          <p:cNvPr id="606" name="Google Shape;606;p30">
            <a:extLst xmlns:a="http://schemas.openxmlformats.org/drawingml/2006/main">
              <a:ext uri="{FF2B5EF4-FFF2-40B4-BE49-F238E27FC236}">
                <a16:creationId xmlns:a16="http://schemas.microsoft.com/office/drawing/2014/main" id="{49F9CDAA-5631-4822-9E9D-8ECDA15ACED4}"/>
              </a:ext>
            </a:extLst>
          </p:cNvPr>
          <p:cNvSpPr>
            <a:spLocks xmlns:a="http://schemas.openxmlformats.org/drawingml/2006/main" noGrp="1"/>
          </p:cNvSpPr>
          <p:nvPr/>
        </p:nvSpPr>
        <p:spPr>
          <a:xfrm xmlns:a="http://schemas.openxmlformats.org/drawingml/2006/main">
            <a:off x="457200" y="1200150"/>
            <a:ext cx="8229600" cy="342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Following along? Open PowerShell.</a:t>
            </a:r>
          </a:p>
        </p:txBody>
      </p:sp>
      <p:sp>
        <p:nvSpPr>
          <p:cNvPr id="607" name="Google Shape;607;p30">
            <a:extLst xmlns:a="http://schemas.openxmlformats.org/drawingml/2006/main">
              <a:ext uri="{FF2B5EF4-FFF2-40B4-BE49-F238E27FC236}">
                <a16:creationId xmlns:a16="http://schemas.microsoft.com/office/drawing/2014/main" id="{08527AFE-0E31-46B5-B2AB-894AB94A8036}"/>
              </a:ext>
            </a:extLst>
          </p:cNvPr>
          <p:cNvSpPr>
            <a:spLocks xmlns:a="http://schemas.openxmlformats.org/drawingml/2006/main" noGrp="1"/>
          </p:cNvSpPr>
          <p:nvPr/>
        </p:nvSpPr>
        <p:spPr>
          <a:xfrm xmlns:a="http://schemas.openxmlformats.org/drawingml/2006/main">
            <a:off x="304800" y="1657350"/>
            <a:ext cx="8534400" cy="3009900"/>
          </a:xfrm>
          <a:prstGeom xmlns:a="http://schemas.openxmlformats.org/drawingml/2006/main" prst="roundRect">
            <a:avLst>
              <a:gd name="adj" fmla="val 2234"/>
            </a:avLst>
          </a:prstGeom>
          <a:solidFill xmlns:a="http://schemas.openxmlformats.org/drawingml/2006/main">
            <a:srgbClr val="0B132B"/>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9" name="Google Shape;609;p30">
            <a:extLst xmlns:a="http://schemas.openxmlformats.org/drawingml/2006/main">
              <a:ext uri="{FF2B5EF4-FFF2-40B4-BE49-F238E27FC236}">
                <a16:creationId xmlns:a16="http://schemas.microsoft.com/office/drawing/2014/main" id="{2F687CFB-C301-4360-90A3-28762F09A555}"/>
              </a:ext>
            </a:extLst>
          </p:cNvPr>
          <p:cNvSpPr>
            <a:spLocks xmlns:a="http://schemas.openxmlformats.org/drawingml/2006/main" noGrp="1"/>
          </p:cNvSpPr>
          <p:nvPr/>
        </p:nvSpPr>
        <p:spPr>
          <a:xfrm xmlns:a="http://schemas.openxmlformats.org/drawingml/2006/main" rot="0" flipH="0" flipV="0">
            <a:off x="495300" y="1809750"/>
            <a:ext cx="114300" cy="114300"/>
          </a:xfrm>
          <a:prstGeom xmlns:a="http://schemas.openxmlformats.org/drawingml/2006/main" prst="ellipse">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0" name="Google Shape;610;p30">
            <a:extLst xmlns:a="http://schemas.openxmlformats.org/drawingml/2006/main">
              <a:ext uri="{FF2B5EF4-FFF2-40B4-BE49-F238E27FC236}">
                <a16:creationId xmlns:a16="http://schemas.microsoft.com/office/drawing/2014/main" id="{8CBBACE1-B76C-4567-A2C0-B0DBA8DA312B}"/>
              </a:ext>
            </a:extLst>
          </p:cNvPr>
          <p:cNvSpPr>
            <a:spLocks xmlns:a="http://schemas.openxmlformats.org/drawingml/2006/main" noGrp="1"/>
          </p:cNvSpPr>
          <p:nvPr/>
        </p:nvSpPr>
        <p:spPr>
          <a:xfrm xmlns:a="http://schemas.openxmlformats.org/drawingml/2006/main" rot="0" flipH="0" flipV="0">
            <a:off x="666750" y="1809750"/>
            <a:ext cx="114300" cy="114300"/>
          </a:xfrm>
          <a:prstGeom xmlns:a="http://schemas.openxmlformats.org/drawingml/2006/main" prst="ellipse">
            <a:avLst/>
          </a:prstGeom>
          <a:solidFill xmlns:a="http://schemas.openxmlformats.org/drawingml/2006/main">
            <a:srgbClr val="FFB703"/>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1" name="Google Shape;611;p30">
            <a:extLst xmlns:a="http://schemas.openxmlformats.org/drawingml/2006/main">
              <a:ext uri="{FF2B5EF4-FFF2-40B4-BE49-F238E27FC236}">
                <a16:creationId xmlns:a16="http://schemas.microsoft.com/office/drawing/2014/main" id="{BED13D9E-80AC-400E-B885-58DBEF06DDC2}"/>
              </a:ext>
            </a:extLst>
          </p:cNvPr>
          <p:cNvSpPr>
            <a:spLocks xmlns:a="http://schemas.openxmlformats.org/drawingml/2006/main" noGrp="1"/>
          </p:cNvSpPr>
          <p:nvPr/>
        </p:nvSpPr>
        <p:spPr>
          <a:xfrm xmlns:a="http://schemas.openxmlformats.org/drawingml/2006/main" rot="0" flipH="0" flipV="0">
            <a:off x="838200" y="1809750"/>
            <a:ext cx="114300" cy="114300"/>
          </a:xfrm>
          <a:prstGeom xmlns:a="http://schemas.openxmlformats.org/drawingml/2006/main" prst="ellipse">
            <a:avLst/>
          </a:prstGeom>
          <a:solidFill xmlns:a="http://schemas.openxmlformats.org/drawingml/2006/main">
            <a:srgbClr val="00E5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2" name="Google Shape;612;p30">
            <a:extLst xmlns:a="http://schemas.openxmlformats.org/drawingml/2006/main">
              <a:ext uri="{FF2B5EF4-FFF2-40B4-BE49-F238E27FC236}">
                <a16:creationId xmlns:a16="http://schemas.microsoft.com/office/drawing/2014/main" id="{BF7075FA-B03F-45F7-A401-B6F15B30BD61}"/>
              </a:ext>
            </a:extLst>
          </p:cNvPr>
          <p:cNvSpPr>
            <a:spLocks xmlns:a="http://schemas.openxmlformats.org/drawingml/2006/main" noGrp="1"/>
          </p:cNvSpPr>
          <p:nvPr/>
        </p:nvSpPr>
        <p:spPr>
          <a:xfrm xmlns:a="http://schemas.openxmlformats.org/drawingml/2006/main">
            <a:off x="1123950" y="1762125"/>
            <a:ext cx="66675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900" b="0">
                <a:solidFill>
                  <a:srgbClr val="AAB6C8"/>
                </a:solidFill>
                <a:latin typeface="Roboto Mono"/>
                <a:ea typeface="Roboto Mono"/>
                <a:cs typeface="Roboto Mono"/>
              </a:defRPr>
            </a:pPr>
            <a:r>
              <a:rPr sz="900" b="0" i="0">
                <a:solidFill>
                  <a:srgbClr val="AAB6C8"/>
                </a:solidFill>
                <a:latin typeface="Roboto Mono"/>
                <a:ea typeface="Roboto Mono"/>
                <a:cs typeface="Roboto Mono"/>
              </a:rPr>
              <a:t>Windows: clone, then run setup</a:t>
            </a:r>
          </a:p>
        </p:txBody>
      </p:sp>
      <p:sp>
        <p:nvSpPr>
          <p:cNvPr id="613" name="Google Shape;613;p30">
            <a:extLst xmlns:a="http://schemas.openxmlformats.org/drawingml/2006/main">
              <a:ext uri="{FF2B5EF4-FFF2-40B4-BE49-F238E27FC236}">
                <a16:creationId xmlns:a16="http://schemas.microsoft.com/office/drawing/2014/main" id="{0C693F38-8BEB-4F75-AF6E-E006C85958CA}"/>
              </a:ext>
            </a:extLst>
          </p:cNvPr>
          <p:cNvSpPr>
            <a:spLocks xmlns:a="http://schemas.openxmlformats.org/drawingml/2006/main" noGrp="1"/>
          </p:cNvSpPr>
          <p:nvPr/>
        </p:nvSpPr>
        <p:spPr>
          <a:xfrm xmlns:a="http://schemas.openxmlformats.org/drawingml/2006/main">
            <a:off x="495300" y="2019300"/>
            <a:ext cx="8153400" cy="9525"/>
          </a:xfrm>
          <a:prstGeom xmlns:a="http://schemas.openxmlformats.org/drawingml/2006/main" prst="rect">
            <a:avLst/>
          </a:prstGeom>
          <a:solidFill xmlns:a="http://schemas.openxmlformats.org/drawingml/2006/main">
            <a:srgbClr val="4A5568">
              <a:alpha val="3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4" name="Google Shape;614;p30">
            <a:extLst xmlns:a="http://schemas.openxmlformats.org/drawingml/2006/main">
              <a:ext uri="{FF2B5EF4-FFF2-40B4-BE49-F238E27FC236}">
                <a16:creationId xmlns:a16="http://schemas.microsoft.com/office/drawing/2014/main" id="{96139404-BB5E-4BCC-8A75-98AF7120A763}"/>
              </a:ext>
            </a:extLst>
          </p:cNvPr>
          <p:cNvSpPr>
            <a:spLocks xmlns:a="http://schemas.openxmlformats.org/drawingml/2006/main" noGrp="1"/>
          </p:cNvSpPr>
          <p:nvPr/>
        </p:nvSpPr>
        <p:spPr>
          <a:xfrm xmlns:a="http://schemas.openxmlformats.org/drawingml/2006/main">
            <a:off x="495300" y="2152650"/>
            <a:ext cx="8153400" cy="24003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1500" b="0">
                <a:solidFill>
                  <a:srgbClr val="00E5FF"/>
                </a:solidFill>
                <a:latin typeface="Roboto Mono"/>
                <a:ea typeface="Roboto Mono"/>
                <a:cs typeface="Roboto Mono"/>
              </a:defRPr>
            </a:pPr>
            <a:r>
              <a:rPr sz="1500" b="0" i="0">
                <a:solidFill>
                  <a:srgbClr val="00E5FF"/>
                </a:solidFill>
                <a:latin typeface="Roboto Mono"/>
                <a:ea typeface="Roboto Mono"/>
                <a:cs typeface="Roboto Mono"/>
              </a:rPr>
              <a:t>git clone https://github.com/julianshalaby-perj/falco-libs-workshop.git</a:t>
            </a:r>
          </a:p>
          <a:p xmlns:a="http://schemas.openxmlformats.org/drawingml/2006/main">
            <a:pPr marL="0" indent="0" algn="l">
              <a:spcBef>
                <a:spcPts val="0"/>
              </a:spcBef>
              <a:spcAft>
                <a:spcPts val="0"/>
              </a:spcAft>
              <a:buNone/>
              <a:defRPr sz="1500" b="0">
                <a:solidFill>
                  <a:srgbClr val="00E5FF"/>
                </a:solidFill>
                <a:latin typeface="Roboto Mono"/>
                <a:ea typeface="Roboto Mono"/>
                <a:cs typeface="Roboto Mono"/>
              </a:defRPr>
            </a:pPr>
            <a:r>
              <a:rPr sz="1500" b="0" i="0">
                <a:solidFill>
                  <a:srgbClr val="00E5FF"/>
                </a:solidFill>
                <a:latin typeface="Roboto Mono"/>
                <a:ea typeface="Roboto Mono"/>
                <a:cs typeface="Roboto Mono"/>
              </a:rPr>
              <a:t>cd falco-libs-workshop</a:t>
            </a:r>
          </a:p>
          <a:p xmlns:a="http://schemas.openxmlformats.org/drawingml/2006/main">
            <a:pPr marL="0" indent="0">
              <a:spcBef>
                <a:spcPts val="0"/>
              </a:spcBef>
              <a:spcAft>
                <a:spcPts val="0"/>
              </a:spcAft>
              <a:buNone/>
            </a:pPr>
            <a:r>
              <a:rPr sz="1500" b="0" i="0">
                <a:solidFill>
                  <a:srgbClr val="00E5FF"/>
                </a:solidFill>
                <a:latin typeface="Roboto Mono"/>
                <a:ea typeface="Roboto Mono"/>
                <a:cs typeface="Roboto Mono"/>
              </a:rPr>
              <a:t/>
            </a:r>
          </a:p>
          <a:p xmlns:a="http://schemas.openxmlformats.org/drawingml/2006/main">
            <a:pPr marL="0" indent="0" algn="l">
              <a:spcBef>
                <a:spcPts val="0"/>
              </a:spcBef>
              <a:spcAft>
                <a:spcPts val="0"/>
              </a:spcAft>
              <a:buNone/>
              <a:defRPr sz="1500" b="0">
                <a:solidFill>
                  <a:srgbClr val="00E5FF"/>
                </a:solidFill>
                <a:latin typeface="Roboto Mono"/>
                <a:ea typeface="Roboto Mono"/>
                <a:cs typeface="Roboto Mono"/>
              </a:defRPr>
            </a:pPr>
            <a:r>
              <a:rPr sz="1500" b="0" i="0">
                <a:solidFill>
                  <a:srgbClr val="00E5FF"/>
                </a:solidFill>
                <a:latin typeface="Roboto Mono"/>
                <a:ea typeface="Roboto Mono"/>
                <a:cs typeface="Roboto Mono"/>
              </a:rPr>
              <a:t>powershell -ExecutionPolicy Bypass -File scripts/windows/setup.ps1</a:t>
            </a:r>
          </a:p>
        </p:txBody>
      </p:sp>
      <p:sp>
        <p:nvSpPr>
          <p:cNvPr id="616" name="Google Shape;616;p30">
            <a:extLst xmlns:a="http://schemas.openxmlformats.org/drawingml/2006/main">
              <a:ext uri="{FF2B5EF4-FFF2-40B4-BE49-F238E27FC236}">
                <a16:creationId xmlns:a16="http://schemas.microsoft.com/office/drawing/2014/main" id="{938F25FE-1CEE-4D52-BA50-3E4F4A96F494}"/>
              </a:ext>
            </a:extLst>
          </p:cNvPr>
          <p:cNvSpPr>
            <a:spLocks xmlns:a="http://schemas.openxmlformats.org/drawingml/2006/main" noGrp="1"/>
          </p:cNvSpPr>
          <p:nvPr/>
        </p:nvSpPr>
        <p:spPr>
          <a:xfrm xmlns:a="http://schemas.openxmlformats.org/drawingml/2006/main" rot="0" flipH="0" flipV="0">
            <a:off x="3048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7" name="Google Shape;617;p30">
            <a:extLst xmlns:a="http://schemas.openxmlformats.org/drawingml/2006/main">
              <a:ext uri="{FF2B5EF4-FFF2-40B4-BE49-F238E27FC236}">
                <a16:creationId xmlns:a16="http://schemas.microsoft.com/office/drawing/2014/main" id="{BE48538D-7670-4B98-AE07-8E48DE8A0DFF}"/>
              </a:ext>
            </a:extLst>
          </p:cNvPr>
          <p:cNvSpPr>
            <a:spLocks xmlns:a="http://schemas.openxmlformats.org/drawingml/2006/main" noGrp="1"/>
          </p:cNvSpPr>
          <p:nvPr/>
        </p:nvSpPr>
        <p:spPr>
          <a:xfrm xmlns:a="http://schemas.openxmlformats.org/drawingml/2006/main" rot="0" flipH="0" flipV="0">
            <a:off x="4191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8" name="Google Shape;618;p30">
            <a:extLst xmlns:a="http://schemas.openxmlformats.org/drawingml/2006/main">
              <a:ext uri="{FF2B5EF4-FFF2-40B4-BE49-F238E27FC236}">
                <a16:creationId xmlns:a16="http://schemas.microsoft.com/office/drawing/2014/main" id="{973D0627-A512-4D22-AF39-3B6689222379}"/>
              </a:ext>
            </a:extLst>
          </p:cNvPr>
          <p:cNvSpPr>
            <a:spLocks xmlns:a="http://schemas.openxmlformats.org/drawingml/2006/main" noGrp="1"/>
          </p:cNvSpPr>
          <p:nvPr/>
        </p:nvSpPr>
        <p:spPr>
          <a:xfrm xmlns:a="http://schemas.openxmlformats.org/drawingml/2006/main" rot="0" flipH="0" flipV="0">
            <a:off x="5334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9" name="Google Shape;619;p30">
            <a:extLst xmlns:a="http://schemas.openxmlformats.org/drawingml/2006/main">
              <a:ext uri="{FF2B5EF4-FFF2-40B4-BE49-F238E27FC236}">
                <a16:creationId xmlns:a16="http://schemas.microsoft.com/office/drawing/2014/main" id="{54AEA391-4C9F-4080-8D49-5292B8785BD0}"/>
              </a:ext>
            </a:extLst>
          </p:cNvPr>
          <p:cNvSpPr>
            <a:spLocks xmlns:a="http://schemas.openxmlformats.org/drawingml/2006/main" noGrp="1"/>
          </p:cNvSpPr>
          <p:nvPr/>
        </p:nvSpPr>
        <p:spPr>
          <a:xfrm xmlns:a="http://schemas.openxmlformats.org/drawingml/2006/main" rot="0" flipH="0" flipV="0">
            <a:off x="6477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0" name="Google Shape;620;p30">
            <a:extLst xmlns:a="http://schemas.openxmlformats.org/drawingml/2006/main">
              <a:ext uri="{FF2B5EF4-FFF2-40B4-BE49-F238E27FC236}">
                <a16:creationId xmlns:a16="http://schemas.microsoft.com/office/drawing/2014/main" id="{4841CB6C-B213-4382-9120-31A9725344DF}"/>
              </a:ext>
            </a:extLst>
          </p:cNvPr>
          <p:cNvSpPr>
            <a:spLocks xmlns:a="http://schemas.openxmlformats.org/drawingml/2006/main" noGrp="1"/>
          </p:cNvSpPr>
          <p:nvPr/>
        </p:nvSpPr>
        <p:spPr>
          <a:xfrm xmlns:a="http://schemas.openxmlformats.org/drawingml/2006/main" rot="0" flipH="0" flipV="0">
            <a:off x="3048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1" name="Google Shape;621;p30">
            <a:extLst xmlns:a="http://schemas.openxmlformats.org/drawingml/2006/main">
              <a:ext uri="{FF2B5EF4-FFF2-40B4-BE49-F238E27FC236}">
                <a16:creationId xmlns:a16="http://schemas.microsoft.com/office/drawing/2014/main" id="{6BAFD878-D249-462E-81B1-15FA427A67FB}"/>
              </a:ext>
            </a:extLst>
          </p:cNvPr>
          <p:cNvSpPr>
            <a:spLocks xmlns:a="http://schemas.openxmlformats.org/drawingml/2006/main" noGrp="1"/>
          </p:cNvSpPr>
          <p:nvPr/>
        </p:nvSpPr>
        <p:spPr>
          <a:xfrm xmlns:a="http://schemas.openxmlformats.org/drawingml/2006/main" rot="0" flipH="0" flipV="0">
            <a:off x="4191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2" name="Google Shape;622;p30">
            <a:extLst xmlns:a="http://schemas.openxmlformats.org/drawingml/2006/main">
              <a:ext uri="{FF2B5EF4-FFF2-40B4-BE49-F238E27FC236}">
                <a16:creationId xmlns:a16="http://schemas.microsoft.com/office/drawing/2014/main" id="{320A5658-0CE0-4121-BC2D-84683E8BE481}"/>
              </a:ext>
            </a:extLst>
          </p:cNvPr>
          <p:cNvSpPr>
            <a:spLocks xmlns:a="http://schemas.openxmlformats.org/drawingml/2006/main" noGrp="1"/>
          </p:cNvSpPr>
          <p:nvPr/>
        </p:nvSpPr>
        <p:spPr>
          <a:xfrm xmlns:a="http://schemas.openxmlformats.org/drawingml/2006/main" rot="0" flipH="0" flipV="0">
            <a:off x="5334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3" name="Google Shape;623;p30">
            <a:extLst xmlns:a="http://schemas.openxmlformats.org/drawingml/2006/main">
              <a:ext uri="{FF2B5EF4-FFF2-40B4-BE49-F238E27FC236}">
                <a16:creationId xmlns:a16="http://schemas.microsoft.com/office/drawing/2014/main" id="{826F4E11-13A4-4FDC-A6F3-7BE2B87C1786}"/>
              </a:ext>
            </a:extLst>
          </p:cNvPr>
          <p:cNvSpPr>
            <a:spLocks xmlns:a="http://schemas.openxmlformats.org/drawingml/2006/main" noGrp="1"/>
          </p:cNvSpPr>
          <p:nvPr/>
        </p:nvSpPr>
        <p:spPr>
          <a:xfrm xmlns:a="http://schemas.openxmlformats.org/drawingml/2006/main" rot="0" flipH="0" flipV="0">
            <a:off x="6477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4" name="Google Shape;624;p30">
            <a:extLst xmlns:a="http://schemas.openxmlformats.org/drawingml/2006/main">
              <a:ext uri="{FF2B5EF4-FFF2-40B4-BE49-F238E27FC236}">
                <a16:creationId xmlns:a16="http://schemas.microsoft.com/office/drawing/2014/main" id="{EE5B6AB9-6207-43BB-88BD-98F83A2DC85C}"/>
              </a:ext>
            </a:extLst>
          </p:cNvPr>
          <p:cNvSpPr>
            <a:spLocks xmlns:a="http://schemas.openxmlformats.org/drawingml/2006/main" noGrp="1"/>
          </p:cNvSpPr>
          <p:nvPr/>
        </p:nvSpPr>
        <p:spPr>
          <a:xfrm xmlns:a="http://schemas.openxmlformats.org/drawingml/2006/main" rot="0" flipH="0" flipV="0">
            <a:off x="3048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5" name="Google Shape;625;p30">
            <a:extLst xmlns:a="http://schemas.openxmlformats.org/drawingml/2006/main">
              <a:ext uri="{FF2B5EF4-FFF2-40B4-BE49-F238E27FC236}">
                <a16:creationId xmlns:a16="http://schemas.microsoft.com/office/drawing/2014/main" id="{C2DF7D51-C402-46B7-960E-6C22BD70E859}"/>
              </a:ext>
            </a:extLst>
          </p:cNvPr>
          <p:cNvSpPr>
            <a:spLocks xmlns:a="http://schemas.openxmlformats.org/drawingml/2006/main" noGrp="1"/>
          </p:cNvSpPr>
          <p:nvPr/>
        </p:nvSpPr>
        <p:spPr>
          <a:xfrm xmlns:a="http://schemas.openxmlformats.org/drawingml/2006/main" rot="0" flipH="0" flipV="0">
            <a:off x="4191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6" name="Google Shape;626;p30">
            <a:extLst xmlns:a="http://schemas.openxmlformats.org/drawingml/2006/main">
              <a:ext uri="{FF2B5EF4-FFF2-40B4-BE49-F238E27FC236}">
                <a16:creationId xmlns:a16="http://schemas.microsoft.com/office/drawing/2014/main" id="{62DB0BB0-C739-46BB-BE25-D88FBACB8360}"/>
              </a:ext>
            </a:extLst>
          </p:cNvPr>
          <p:cNvSpPr>
            <a:spLocks xmlns:a="http://schemas.openxmlformats.org/drawingml/2006/main" noGrp="1"/>
          </p:cNvSpPr>
          <p:nvPr/>
        </p:nvSpPr>
        <p:spPr>
          <a:xfrm xmlns:a="http://schemas.openxmlformats.org/drawingml/2006/main" rot="0" flipH="0" flipV="0">
            <a:off x="5334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7" name="Google Shape;627;p30">
            <a:extLst xmlns:a="http://schemas.openxmlformats.org/drawingml/2006/main">
              <a:ext uri="{FF2B5EF4-FFF2-40B4-BE49-F238E27FC236}">
                <a16:creationId xmlns:a16="http://schemas.microsoft.com/office/drawing/2014/main" id="{B5CB37D1-1DA5-4A9C-A4BD-F5E753BFDF6A}"/>
              </a:ext>
            </a:extLst>
          </p:cNvPr>
          <p:cNvSpPr>
            <a:spLocks xmlns:a="http://schemas.openxmlformats.org/drawingml/2006/main" noGrp="1"/>
          </p:cNvSpPr>
          <p:nvPr/>
        </p:nvSpPr>
        <p:spPr>
          <a:xfrm xmlns:a="http://schemas.openxmlformats.org/drawingml/2006/main" rot="0" flipH="0" flipV="0">
            <a:off x="6477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pic>
        <p:nvPicPr>
          <p:cNvPr id="663" name="Google Shape;628;p30"/>
          <p:cNvPicPr>
            <a:picLocks xmlns:a="http://schemas.openxmlformats.org/drawingml/2006/main" noChangeAspect="1"/>
          </p:cNvPicPr>
          <p:nvPr/>
        </p:nvPicPr>
        <p:blipFill rotWithShape="1">
          <a:blip xmlns:r="http://schemas.openxmlformats.org/officeDocument/2006/relationships" xmlns:a="http://schemas.openxmlformats.org/drawingml/2006/main" r:embed="Ra8e79946fb8f47d2">
            <a:alphaModFix/>
          </a:blip>
          <a:srcRect xmlns:a="http://schemas.openxmlformats.org/drawingml/2006/main" l="0" t="0" r="0" b="0"/>
          <a:stretch xmlns:a="http://schemas.openxmlformats.org/drawingml/2006/main"/>
        </p:blipFill>
        <p:spPr>
          <a:xfrm xmlns:a="http://schemas.openxmlformats.org/drawingml/2006/main" rot="0" flipH="0" flipV="0">
            <a:off x="304800" y="5029200"/>
            <a:ext cx="38100" cy="38100"/>
          </a:xfrm>
          <a:prstGeom xmlns:a="http://schemas.openxmlformats.org/drawingml/2006/main" prst="rect">
            <a:avLst/>
          </a:prstGeom>
          <a:ln xmlns:a="http://schemas.openxmlformats.org/drawingml/2006/main">
            <a:noFill/>
          </a:ln>
        </p:spPr>
      </p:pic>
      <p:pic>
        <p:nvPicPr>
          <p:cNvPr id="664" name="Google Shape;629;p30"/>
          <p:cNvPicPr>
            <a:picLocks xmlns:a="http://schemas.openxmlformats.org/drawingml/2006/main" noChangeAspect="1"/>
          </p:cNvPicPr>
          <p:nvPr/>
        </p:nvPicPr>
        <p:blipFill rotWithShape="1">
          <a:blip xmlns:r="http://schemas.openxmlformats.org/officeDocument/2006/relationships" xmlns:a="http://schemas.openxmlformats.org/drawingml/2006/main" r:embed="Ra8e79946fb8f47d2">
            <a:alphaModFix/>
          </a:blip>
          <a:srcRect xmlns:a="http://schemas.openxmlformats.org/drawingml/2006/main" l="0" t="0" r="0" b="0"/>
          <a:stretch xmlns:a="http://schemas.openxmlformats.org/drawingml/2006/main"/>
        </p:blipFill>
        <p:spPr>
          <a:xfrm xmlns:a="http://schemas.openxmlformats.org/drawingml/2006/main" rot="0" flipH="0" flipV="0">
            <a:off x="419100" y="5029200"/>
            <a:ext cx="38100" cy="38100"/>
          </a:xfrm>
          <a:prstGeom xmlns:a="http://schemas.openxmlformats.org/drawingml/2006/main" prst="rect">
            <a:avLst/>
          </a:prstGeom>
          <a:ln xmlns:a="http://schemas.openxmlformats.org/drawingml/2006/main">
            <a:noFill/>
          </a:ln>
        </p:spPr>
      </p:pic>
      <p:pic>
        <p:nvPicPr>
          <p:cNvPr id="665" name="Google Shape;630;p30"/>
          <p:cNvPicPr>
            <a:picLocks xmlns:a="http://schemas.openxmlformats.org/drawingml/2006/main" noChangeAspect="1"/>
          </p:cNvPicPr>
          <p:nvPr/>
        </p:nvPicPr>
        <p:blipFill rotWithShape="1">
          <a:blip xmlns:r="http://schemas.openxmlformats.org/officeDocument/2006/relationships" xmlns:a="http://schemas.openxmlformats.org/drawingml/2006/main" r:embed="Ra8e79946fb8f47d2">
            <a:alphaModFix/>
          </a:blip>
          <a:srcRect xmlns:a="http://schemas.openxmlformats.org/drawingml/2006/main" l="0" t="0" r="0" b="0"/>
          <a:stretch xmlns:a="http://schemas.openxmlformats.org/drawingml/2006/main"/>
        </p:blipFill>
        <p:spPr>
          <a:xfrm xmlns:a="http://schemas.openxmlformats.org/drawingml/2006/main" rot="0" flipH="0" flipV="0">
            <a:off x="533400" y="5029200"/>
            <a:ext cx="38100" cy="38100"/>
          </a:xfrm>
          <a:prstGeom xmlns:a="http://schemas.openxmlformats.org/drawingml/2006/main" prst="rect">
            <a:avLst/>
          </a:prstGeom>
          <a:ln xmlns:a="http://schemas.openxmlformats.org/drawingml/2006/main">
            <a:noFill/>
          </a:ln>
        </p:spPr>
      </p:pic>
      <p:pic>
        <p:nvPicPr>
          <p:cNvPr id="666" name="Google Shape;631;p30"/>
          <p:cNvPicPr>
            <a:picLocks xmlns:a="http://schemas.openxmlformats.org/drawingml/2006/main" noChangeAspect="1"/>
          </p:cNvPicPr>
          <p:nvPr/>
        </p:nvPicPr>
        <p:blipFill rotWithShape="1">
          <a:blip xmlns:r="http://schemas.openxmlformats.org/officeDocument/2006/relationships" xmlns:a="http://schemas.openxmlformats.org/drawingml/2006/main" r:embed="Ra8e79946fb8f47d2">
            <a:alphaModFix/>
          </a:blip>
          <a:srcRect xmlns:a="http://schemas.openxmlformats.org/drawingml/2006/main" l="0" t="0" r="0" b="0"/>
          <a:stretch xmlns:a="http://schemas.openxmlformats.org/drawingml/2006/main"/>
        </p:blipFill>
        <p:spPr>
          <a:xfrm xmlns:a="http://schemas.openxmlformats.org/drawingml/2006/main" rot="0" flipH="0" flipV="0">
            <a:off x="647700" y="5029200"/>
            <a:ext cx="38100" cy="38100"/>
          </a:xfrm>
          <a:prstGeom xmlns:a="http://schemas.openxmlformats.org/drawingml/2006/main" prst="rect">
            <a:avLst/>
          </a:prstGeom>
          <a:ln xmlns:a="http://schemas.openxmlformats.org/drawingml/2006/main">
            <a:noFill/>
          </a:ln>
        </p:spPr>
      </p:pic>
      <p:sp>
        <p:nvSpPr>
          <p:cNvPr id="632" name="Google Shape;632;p30">
            <a:extLst xmlns:a="http://schemas.openxmlformats.org/drawingml/2006/main">
              <a:ext uri="{FF2B5EF4-FFF2-40B4-BE49-F238E27FC236}">
                <a16:creationId xmlns:a16="http://schemas.microsoft.com/office/drawing/2014/main" id="{E262D8CA-B2E6-42BF-B284-8A72626B147C}"/>
              </a:ext>
            </a:extLst>
          </p:cNvPr>
          <p:cNvSpPr>
            <a:spLocks xmlns:a="http://schemas.openxmlformats.org/drawingml/2006/main" noGrp="1"/>
          </p:cNvSpPr>
          <p:nvPr/>
        </p:nvSpPr>
        <p:spPr>
          <a:xfrm xmlns:a="http://schemas.openxmlformats.org/drawingml/2006/main">
            <a:off x="457200" y="228600"/>
            <a:ext cx="4762500" cy="285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lvl="0" indent="0" algn="l">
              <a:spcBef>
                <a:spcPts val="0"/>
              </a:spcBef>
              <a:spcAft>
                <a:spcPts val="0"/>
              </a:spcAft>
              <a:buNone/>
            </a:pPr>
            <a:r>
              <a:rPr sz="1050" b="0">
                <a:solidFill>
                  <a:srgbClr val="3A86FF"/>
                </a:solidFill>
                <a:latin typeface="Inter SemiBold"/>
                <a:ea typeface="Inter SemiBold"/>
                <a:cs typeface="Inter SemiBold"/>
              </a:rPr>
              <a:t>LINUX SYSTEM MONITORING WITH BPFTRACE</a:t>
            </a:r>
            <a:r>
              <a:rPr sz="1050">
                <a:solidFill>
                  <a:srgbClr val="3A86FF"/>
                </a:solidFill>
                <a:latin typeface="Inter SemiBold"/>
                <a:ea typeface="Inter SemiBold"/>
                <a:cs typeface="Inter SemiBold"/>
              </a:rPr>
              <a:t> AND EBPF</a:t>
            </a:r>
            <a:endParaRPr sz="1050" b="0">
              <a:solidFill>
                <a:srgbClr val="3A86FF"/>
              </a:solidFill>
              <a:latin typeface="Inter SemiBold"/>
              <a:ea typeface="Inter SemiBold"/>
              <a:cs typeface="Inter SemiBold"/>
            </a:endParaRPr>
          </a:p>
        </p:txBody>
      </p:sp>
    </p:spTree>
    <p:extLst>
      <p:ext uri="{BB962C8B-B14F-4D97-AF65-F5344CB8AC3E}">
        <p14:creationId xmlns:p14="http://schemas.microsoft.com/office/powerpoint/2010/main" val="1209551683"/>
      </p:ext>
    </p:extLst>
  </p:cSld>
</p:sld>
</file>

<file path=ppt/slides/slide5.xml><?xml version="1.0" encoding="utf-8"?>
<p:sld xmlns:p="http://schemas.openxmlformats.org/presentationml/2006/main">
  <p:cSld>
    <p:spTree>
      <p:nvGrpSpPr>
        <p:cNvPr id="1" name=""/>
        <p:cNvGrpSpPr/>
        <p:nvPr/>
      </p:nvGrpSpPr>
      <p:grpSpPr>
        <a:xfrm xmlns:a="http://schemas.openxmlformats.org/drawingml/2006/main"/>
      </p:grpSpPr>
      <p:sp>
        <p:nvSpPr>
          <p:cNvPr id="597" name="Google Shape;597;p30">
            <a:extLst xmlns:a="http://schemas.openxmlformats.org/drawingml/2006/main">
              <a:ext uri="{FF2B5EF4-FFF2-40B4-BE49-F238E27FC236}">
                <a16:creationId xmlns:a16="http://schemas.microsoft.com/office/drawing/2014/main" id="{BDE64DB8-2DF5-48AF-8D46-CB18331DACEC}"/>
              </a:ext>
            </a:extLst>
          </p:cNvPr>
          <p:cNvSpPr>
            <a:spLocks xmlns:a="http://schemas.openxmlformats.org/drawingml/2006/main" noGrp="1"/>
          </p:cNvSpPr>
          <p:nvPr/>
        </p:nvSpPr>
        <p:spPr>
          <a:xfrm xmlns:a="http://schemas.openxmlformats.org/drawingml/2006/main">
            <a:off x="0" y="0"/>
            <a:ext cx="9144000" cy="5143500"/>
          </a:xfrm>
          <a:prstGeom xmlns:a="http://schemas.openxmlformats.org/drawingml/2006/main" prst="rect">
            <a:avLst/>
          </a:prstGeom>
          <a:solidFill xmlns:a="http://schemas.openxmlformats.org/drawingml/2006/main">
            <a:srgbClr val="FFFF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598" name="Google Shape;598;p30">
            <a:extLst xmlns:a="http://schemas.openxmlformats.org/drawingml/2006/main">
              <a:ext uri="{FF2B5EF4-FFF2-40B4-BE49-F238E27FC236}">
                <a16:creationId xmlns:a16="http://schemas.microsoft.com/office/drawing/2014/main" id="{A502B2D6-2DA2-41FD-8D13-24E953E5EEAB}"/>
              </a:ext>
            </a:extLst>
          </p:cNvPr>
          <p:cNvSpPr>
            <a:spLocks xmlns:a="http://schemas.openxmlformats.org/drawingml/2006/main" noGrp="1"/>
          </p:cNvSpPr>
          <p:nvPr/>
        </p:nvSpPr>
        <p:spPr>
          <a:xfrm xmlns:a="http://schemas.openxmlformats.org/drawingml/2006/main">
            <a:off x="0" y="0"/>
            <a:ext cx="9144000" cy="57300"/>
          </a:xfrm>
          <a:prstGeom xmlns:a="http://schemas.openxmlformats.org/drawingml/2006/main" prst="rect">
            <a:avLst/>
          </a:prstGeom>
          <a:solidFill xmlns:a="http://schemas.openxmlformats.org/drawingml/2006/main">
            <a:srgbClr val="3A86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0" name="Google Shape;600;p30">
            <a:extLst xmlns:a="http://schemas.openxmlformats.org/drawingml/2006/main">
              <a:ext uri="{FF2B5EF4-FFF2-40B4-BE49-F238E27FC236}">
                <a16:creationId xmlns:a16="http://schemas.microsoft.com/office/drawing/2014/main" id="{6A70E29F-9B82-4C0E-8ED2-FFC07255D430}"/>
              </a:ext>
            </a:extLst>
          </p:cNvPr>
          <p:cNvSpPr>
            <a:spLocks xmlns:a="http://schemas.openxmlformats.org/drawingml/2006/main" noGrp="1"/>
          </p:cNvSpPr>
          <p:nvPr/>
        </p:nvSpPr>
        <p:spPr>
          <a:xfrm xmlns:a="http://schemas.openxmlformats.org/drawingml/2006/main" rot="0" flipH="0" flipV="0">
            <a:off x="8534400" y="190500"/>
            <a:ext cx="152400" cy="152400"/>
          </a:xfrm>
          <a:prstGeom xmlns:a="http://schemas.openxmlformats.org/drawingml/2006/main" prst="rect">
            <a:avLst/>
          </a:prstGeom>
          <a:solidFill xmlns:a="http://schemas.openxmlformats.org/drawingml/2006/main">
            <a:srgbClr val="3A86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1" name="Google Shape;601;p30">
            <a:extLst xmlns:a="http://schemas.openxmlformats.org/drawingml/2006/main">
              <a:ext uri="{FF2B5EF4-FFF2-40B4-BE49-F238E27FC236}">
                <a16:creationId xmlns:a16="http://schemas.microsoft.com/office/drawing/2014/main" id="{A7F0AEA7-0069-4EC2-A9F7-DBCF5DECF4CF}"/>
              </a:ext>
            </a:extLst>
          </p:cNvPr>
          <p:cNvSpPr>
            <a:spLocks xmlns:a="http://schemas.openxmlformats.org/drawingml/2006/main" noGrp="1"/>
          </p:cNvSpPr>
          <p:nvPr/>
        </p:nvSpPr>
        <p:spPr>
          <a:xfrm xmlns:a="http://schemas.openxmlformats.org/drawingml/2006/main" rot="0" flipH="0" flipV="0">
            <a:off x="8648700" y="304800"/>
            <a:ext cx="152400" cy="152400"/>
          </a:xfrm>
          <a:prstGeom xmlns:a="http://schemas.openxmlformats.org/drawingml/2006/main" prst="rect">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2" name="Google Shape;602;p30">
            <a:extLst xmlns:a="http://schemas.openxmlformats.org/drawingml/2006/main">
              <a:ext uri="{FF2B5EF4-FFF2-40B4-BE49-F238E27FC236}">
                <a16:creationId xmlns:a16="http://schemas.microsoft.com/office/drawing/2014/main" id="{4FCAAC77-7049-45AD-B25F-CB738F4F1316}"/>
              </a:ext>
            </a:extLst>
          </p:cNvPr>
          <p:cNvSpPr>
            <a:spLocks xmlns:a="http://schemas.openxmlformats.org/drawingml/2006/main" noGrp="1"/>
          </p:cNvSpPr>
          <p:nvPr/>
        </p:nvSpPr>
        <p:spPr>
          <a:xfrm xmlns:a="http://schemas.openxmlformats.org/drawingml/2006/main" rot="0" flipH="0" flipV="0">
            <a:off x="8763000" y="190500"/>
            <a:ext cx="152400" cy="152400"/>
          </a:xfrm>
          <a:prstGeom xmlns:a="http://schemas.openxmlformats.org/drawingml/2006/main" prst="rect">
            <a:avLst/>
          </a:prstGeom>
          <a:solidFill xmlns:a="http://schemas.openxmlformats.org/drawingml/2006/main">
            <a:srgbClr val="0B132B"/>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3" name="Google Shape;603;p30">
            <a:extLst xmlns:a="http://schemas.openxmlformats.org/drawingml/2006/main">
              <a:ext uri="{FF2B5EF4-FFF2-40B4-BE49-F238E27FC236}">
                <a16:creationId xmlns:a16="http://schemas.microsoft.com/office/drawing/2014/main" id="{F792C37C-A96B-4A83-B7A0-59A12411F0D4}"/>
              </a:ext>
            </a:extLst>
          </p:cNvPr>
          <p:cNvSpPr>
            <a:spLocks xmlns:a="http://schemas.openxmlformats.org/drawingml/2006/main" noGrp="1"/>
          </p:cNvSpPr>
          <p:nvPr/>
        </p:nvSpPr>
        <p:spPr>
          <a:xfrm xmlns:a="http://schemas.openxmlformats.org/drawingml/2006/main">
            <a:off x="457200" y="609600"/>
            <a:ext cx="8229600" cy="5334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2400" b="1">
                <a:solidFill>
                  <a:srgbClr val="3A86FF"/>
                </a:solidFill>
                <a:latin typeface="Montserrat"/>
                <a:ea typeface="Montserrat"/>
                <a:cs typeface="Montserrat"/>
              </a:defRPr>
            </a:pPr>
            <a:r>
              <a:rPr sz="2400" b="1" i="0">
                <a:solidFill>
                  <a:srgbClr val="3A86FF"/>
                </a:solidFill>
                <a:latin typeface="Montserrat"/>
                <a:ea typeface="Montserrat"/>
                <a:cs typeface="Montserrat"/>
              </a:rPr>
              <a:t>One terminal</a:t>
            </a:r>
          </a:p>
        </p:txBody>
      </p:sp>
      <p:sp>
        <p:nvSpPr>
          <p:cNvPr id="604" name="Google Shape;604;p30">
            <a:extLst xmlns:a="http://schemas.openxmlformats.org/drawingml/2006/main">
              <a:ext uri="{FF2B5EF4-FFF2-40B4-BE49-F238E27FC236}">
                <a16:creationId xmlns:a16="http://schemas.microsoft.com/office/drawing/2014/main" id="{CB1389F3-AE35-44FF-B13C-8FDB3606FAB8}"/>
              </a:ext>
            </a:extLst>
          </p:cNvPr>
          <p:cNvSpPr>
            <a:spLocks xmlns:a="http://schemas.openxmlformats.org/drawingml/2006/main" noGrp="1"/>
          </p:cNvSpPr>
          <p:nvPr/>
        </p:nvSpPr>
        <p:spPr>
          <a:xfrm xmlns:a="http://schemas.openxmlformats.org/drawingml/2006/main">
            <a:off x="304800" y="1219200"/>
            <a:ext cx="3013500" cy="3410100"/>
          </a:xfrm>
          <a:prstGeom xmlns:a="http://schemas.openxmlformats.org/drawingml/2006/main" prst="roundRect">
            <a:avLst>
              <a:gd name="adj" fmla="val 1117"/>
            </a:avLst>
          </a:prstGeom>
          <a:solidFill xmlns:a="http://schemas.openxmlformats.org/drawingml/2006/main">
            <a:srgbClr val="F4F7F6"/>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5" name="Google Shape;605;p30">
            <a:extLst xmlns:a="http://schemas.openxmlformats.org/drawingml/2006/main">
              <a:ext uri="{FF2B5EF4-FFF2-40B4-BE49-F238E27FC236}">
                <a16:creationId xmlns:a16="http://schemas.microsoft.com/office/drawing/2014/main" id="{196A3D5B-A6C4-49B2-8ABC-B5CEE75009B4}"/>
              </a:ext>
            </a:extLst>
          </p:cNvPr>
          <p:cNvSpPr>
            <a:spLocks xmlns:a="http://schemas.openxmlformats.org/drawingml/2006/main" noGrp="1"/>
          </p:cNvSpPr>
          <p:nvPr/>
        </p:nvSpPr>
        <p:spPr>
          <a:xfrm xmlns:a="http://schemas.openxmlformats.org/drawingml/2006/main">
            <a:off x="304800" y="1219200"/>
            <a:ext cx="38100" cy="3410100"/>
          </a:xfrm>
          <a:prstGeom xmlns:a="http://schemas.openxmlformats.org/drawingml/2006/main" prst="rect">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6" name="Google Shape;606;p30">
            <a:extLst xmlns:a="http://schemas.openxmlformats.org/drawingml/2006/main">
              <a:ext uri="{FF2B5EF4-FFF2-40B4-BE49-F238E27FC236}">
                <a16:creationId xmlns:a16="http://schemas.microsoft.com/office/drawing/2014/main" id="{49F9CDAA-5631-4822-9E9D-8ECDA15ACED4}"/>
              </a:ext>
            </a:extLst>
          </p:cNvPr>
          <p:cNvSpPr>
            <a:spLocks xmlns:a="http://schemas.openxmlformats.org/drawingml/2006/main" noGrp="1"/>
          </p:cNvSpPr>
          <p:nvPr/>
        </p:nvSpPr>
        <p:spPr>
          <a:xfrm xmlns:a="http://schemas.openxmlformats.org/drawingml/2006/main">
            <a:off x="571500" y="1447800"/>
            <a:ext cx="2569500" cy="2952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Stay in your Mac terminal or Windows PowerShell.</a:t>
            </a:r>
          </a:p>
          <a:p xmlns:a="http://schemas.openxmlformats.org/drawingml/2006/main">
            <a:pPr marL="0" indent="0">
              <a:spcBef>
                <a:spcPts val="0"/>
              </a:spcBef>
              <a:spcAft>
                <a:spcPts val="0"/>
              </a:spcAft>
              <a:buNone/>
            </a:pPr>
            <a:r>
              <a:rPr sz="1500" b="0" i="0">
                <a:solidFill>
                  <a:srgbClr val="4A5568"/>
                </a:solidFill>
                <a:latin typeface="Inter"/>
                <a:ea typeface="Inter"/>
                <a:cs typeface="Inter"/>
              </a:rPr>
              <a:t/>
            </a:r>
          </a:p>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Apply a step, then run.</a:t>
            </a:r>
          </a:p>
          <a:p xmlns:a="http://schemas.openxmlformats.org/drawingml/2006/main">
            <a:pPr marL="0" indent="0">
              <a:spcBef>
                <a:spcPts val="0"/>
              </a:spcBef>
              <a:spcAft>
                <a:spcPts val="0"/>
              </a:spcAft>
              <a:buNone/>
            </a:pPr>
            <a:r>
              <a:rPr sz="1500" b="0" i="0">
                <a:solidFill>
                  <a:srgbClr val="4A5568"/>
                </a:solidFill>
                <a:latin typeface="Inter"/>
                <a:ea typeface="Inter"/>
                <a:cs typeface="Inter"/>
              </a:rPr>
              <a:t/>
            </a:r>
          </a:p>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The scripts handle Ubuntu and generate example activity automatically.</a:t>
            </a:r>
          </a:p>
        </p:txBody>
      </p:sp>
      <p:sp>
        <p:nvSpPr>
          <p:cNvPr id="607" name="Google Shape;607;p30">
            <a:extLst xmlns:a="http://schemas.openxmlformats.org/drawingml/2006/main">
              <a:ext uri="{FF2B5EF4-FFF2-40B4-BE49-F238E27FC236}">
                <a16:creationId xmlns:a16="http://schemas.microsoft.com/office/drawing/2014/main" id="{08527AFE-0E31-46B5-B2AB-894AB94A8036}"/>
              </a:ext>
            </a:extLst>
          </p:cNvPr>
          <p:cNvSpPr>
            <a:spLocks xmlns:a="http://schemas.openxmlformats.org/drawingml/2006/main" noGrp="1"/>
          </p:cNvSpPr>
          <p:nvPr/>
        </p:nvSpPr>
        <p:spPr>
          <a:xfrm xmlns:a="http://schemas.openxmlformats.org/drawingml/2006/main">
            <a:off x="3482825" y="1219200"/>
            <a:ext cx="5356500" cy="3410100"/>
          </a:xfrm>
          <a:prstGeom xmlns:a="http://schemas.openxmlformats.org/drawingml/2006/main" prst="roundRect">
            <a:avLst>
              <a:gd name="adj" fmla="val 2234"/>
            </a:avLst>
          </a:prstGeom>
          <a:solidFill xmlns:a="http://schemas.openxmlformats.org/drawingml/2006/main">
            <a:srgbClr val="0B132B"/>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9" name="Google Shape;609;p30">
            <a:extLst xmlns:a="http://schemas.openxmlformats.org/drawingml/2006/main">
              <a:ext uri="{FF2B5EF4-FFF2-40B4-BE49-F238E27FC236}">
                <a16:creationId xmlns:a16="http://schemas.microsoft.com/office/drawing/2014/main" id="{2F687CFB-C301-4360-90A3-28762F09A555}"/>
              </a:ext>
            </a:extLst>
          </p:cNvPr>
          <p:cNvSpPr>
            <a:spLocks xmlns:a="http://schemas.openxmlformats.org/drawingml/2006/main" noGrp="1"/>
          </p:cNvSpPr>
          <p:nvPr/>
        </p:nvSpPr>
        <p:spPr>
          <a:xfrm xmlns:a="http://schemas.openxmlformats.org/drawingml/2006/main" rot="0" flipH="0" flipV="0">
            <a:off x="3774125" y="1409700"/>
            <a:ext cx="114300" cy="114300"/>
          </a:xfrm>
          <a:prstGeom xmlns:a="http://schemas.openxmlformats.org/drawingml/2006/main" prst="ellipse">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0" name="Google Shape;610;p30">
            <a:extLst xmlns:a="http://schemas.openxmlformats.org/drawingml/2006/main">
              <a:ext uri="{FF2B5EF4-FFF2-40B4-BE49-F238E27FC236}">
                <a16:creationId xmlns:a16="http://schemas.microsoft.com/office/drawing/2014/main" id="{8CBBACE1-B76C-4567-A2C0-B0DBA8DA312B}"/>
              </a:ext>
            </a:extLst>
          </p:cNvPr>
          <p:cNvSpPr>
            <a:spLocks xmlns:a="http://schemas.openxmlformats.org/drawingml/2006/main" noGrp="1"/>
          </p:cNvSpPr>
          <p:nvPr/>
        </p:nvSpPr>
        <p:spPr>
          <a:xfrm xmlns:a="http://schemas.openxmlformats.org/drawingml/2006/main" rot="0" flipH="0" flipV="0">
            <a:off x="3945575" y="1409700"/>
            <a:ext cx="114300" cy="114300"/>
          </a:xfrm>
          <a:prstGeom xmlns:a="http://schemas.openxmlformats.org/drawingml/2006/main" prst="ellipse">
            <a:avLst/>
          </a:prstGeom>
          <a:solidFill xmlns:a="http://schemas.openxmlformats.org/drawingml/2006/main">
            <a:srgbClr val="FFB703"/>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1" name="Google Shape;611;p30">
            <a:extLst xmlns:a="http://schemas.openxmlformats.org/drawingml/2006/main">
              <a:ext uri="{FF2B5EF4-FFF2-40B4-BE49-F238E27FC236}">
                <a16:creationId xmlns:a16="http://schemas.microsoft.com/office/drawing/2014/main" id="{BED13D9E-80AC-400E-B885-58DBEF06DDC2}"/>
              </a:ext>
            </a:extLst>
          </p:cNvPr>
          <p:cNvSpPr>
            <a:spLocks xmlns:a="http://schemas.openxmlformats.org/drawingml/2006/main" noGrp="1"/>
          </p:cNvSpPr>
          <p:nvPr/>
        </p:nvSpPr>
        <p:spPr>
          <a:xfrm xmlns:a="http://schemas.openxmlformats.org/drawingml/2006/main" rot="0" flipH="0" flipV="0">
            <a:off x="4117025" y="1409700"/>
            <a:ext cx="114300" cy="114300"/>
          </a:xfrm>
          <a:prstGeom xmlns:a="http://schemas.openxmlformats.org/drawingml/2006/main" prst="ellipse">
            <a:avLst/>
          </a:prstGeom>
          <a:solidFill xmlns:a="http://schemas.openxmlformats.org/drawingml/2006/main">
            <a:srgbClr val="00E5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2" name="Google Shape;612;p30">
            <a:extLst xmlns:a="http://schemas.openxmlformats.org/drawingml/2006/main">
              <a:ext uri="{FF2B5EF4-FFF2-40B4-BE49-F238E27FC236}">
                <a16:creationId xmlns:a16="http://schemas.microsoft.com/office/drawing/2014/main" id="{BF7075FA-B03F-45F7-A401-B6F15B30BD61}"/>
              </a:ext>
            </a:extLst>
          </p:cNvPr>
          <p:cNvSpPr>
            <a:spLocks xmlns:a="http://schemas.openxmlformats.org/drawingml/2006/main" noGrp="1"/>
          </p:cNvSpPr>
          <p:nvPr/>
        </p:nvSpPr>
        <p:spPr>
          <a:xfrm xmlns:a="http://schemas.openxmlformats.org/drawingml/2006/main">
            <a:off x="4394700" y="1352550"/>
            <a:ext cx="28062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900" b="0">
                <a:solidFill>
                  <a:srgbClr val="AAB6C8"/>
                </a:solidFill>
                <a:latin typeface="Roboto Mono"/>
                <a:ea typeface="Roboto Mono"/>
                <a:cs typeface="Roboto Mono"/>
              </a:defRPr>
            </a:pPr>
            <a:r>
              <a:rPr sz="900" b="0" i="0">
                <a:solidFill>
                  <a:srgbClr val="AAB6C8"/>
                </a:solidFill>
                <a:latin typeface="Roboto Mono"/>
                <a:ea typeface="Roboto Mono"/>
                <a:cs typeface="Roboto Mono"/>
              </a:rPr>
              <a:t>Every run</a:t>
            </a:r>
          </a:p>
        </p:txBody>
      </p:sp>
      <p:sp>
        <p:nvSpPr>
          <p:cNvPr id="613" name="Google Shape;613;p30">
            <a:extLst xmlns:a="http://schemas.openxmlformats.org/drawingml/2006/main">
              <a:ext uri="{FF2B5EF4-FFF2-40B4-BE49-F238E27FC236}">
                <a16:creationId xmlns:a16="http://schemas.microsoft.com/office/drawing/2014/main" id="{0C693F38-8BEB-4F75-AF6E-E006C85958CA}"/>
              </a:ext>
            </a:extLst>
          </p:cNvPr>
          <p:cNvSpPr>
            <a:spLocks xmlns:a="http://schemas.openxmlformats.org/drawingml/2006/main" noGrp="1"/>
          </p:cNvSpPr>
          <p:nvPr/>
        </p:nvSpPr>
        <p:spPr>
          <a:xfrm xmlns:a="http://schemas.openxmlformats.org/drawingml/2006/main">
            <a:off x="4457700" y="1638300"/>
            <a:ext cx="4381500" cy="9600"/>
          </a:xfrm>
          <a:prstGeom xmlns:a="http://schemas.openxmlformats.org/drawingml/2006/main" prst="rect">
            <a:avLst/>
          </a:prstGeom>
          <a:solidFill xmlns:a="http://schemas.openxmlformats.org/drawingml/2006/main">
            <a:srgbClr val="4A5568">
              <a:alpha val="3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4" name="Google Shape;614;p30">
            <a:extLst xmlns:a="http://schemas.openxmlformats.org/drawingml/2006/main">
              <a:ext uri="{FF2B5EF4-FFF2-40B4-BE49-F238E27FC236}">
                <a16:creationId xmlns:a16="http://schemas.microsoft.com/office/drawing/2014/main" id="{96139404-BB5E-4BCC-8A75-98AF7120A763}"/>
              </a:ext>
            </a:extLst>
          </p:cNvPr>
          <p:cNvSpPr>
            <a:spLocks xmlns:a="http://schemas.openxmlformats.org/drawingml/2006/main" noGrp="1"/>
          </p:cNvSpPr>
          <p:nvPr/>
        </p:nvSpPr>
        <p:spPr>
          <a:xfrm xmlns:a="http://schemas.openxmlformats.org/drawingml/2006/main">
            <a:off x="3774125" y="1828800"/>
            <a:ext cx="4836600" cy="2571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Rebuild the current source</a:t>
            </a:r>
          </a:p>
          <a:p xmlns:a="http://schemas.openxmlformats.org/drawingml/2006/main">
            <a:pPr marL="0" indent="0">
              <a:spcBef>
                <a:spcPts val="0"/>
              </a:spcBef>
              <a:spcAft>
                <a:spcPts val="0"/>
              </a:spcAft>
              <a:buNone/>
            </a:pPr>
            <a:r>
              <a:rPr sz="1350" b="0" i="0">
                <a:solidFill>
                  <a:srgbClr val="00E5FF"/>
                </a:solidFill>
                <a:latin typeface="Roboto Mono"/>
                <a:ea typeface="Roboto Mono"/>
                <a:cs typeface="Roboto Mono"/>
              </a:rPr>
              <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Run for ten seconds</a:t>
            </a:r>
          </a:p>
          <a:p xmlns:a="http://schemas.openxmlformats.org/drawingml/2006/main">
            <a:pPr marL="0" indent="0">
              <a:spcBef>
                <a:spcPts val="0"/>
              </a:spcBef>
              <a:spcAft>
                <a:spcPts val="0"/>
              </a:spcAft>
              <a:buNone/>
            </a:pPr>
            <a:r>
              <a:rPr sz="1350" b="0" i="0">
                <a:solidFill>
                  <a:srgbClr val="00E5FF"/>
                </a:solidFill>
                <a:latin typeface="Roboto Mono"/>
                <a:ea typeface="Roboto Mono"/>
                <a:cs typeface="Roboto Mono"/>
              </a:rPr>
              <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Show status and stop the agent</a:t>
            </a:r>
          </a:p>
          <a:p xmlns:a="http://schemas.openxmlformats.org/drawingml/2006/main">
            <a:pPr marL="0" indent="0">
              <a:spcBef>
                <a:spcPts val="0"/>
              </a:spcBef>
              <a:spcAft>
                <a:spcPts val="0"/>
              </a:spcAft>
              <a:buNone/>
            </a:pPr>
            <a:r>
              <a:rPr sz="1350" b="0" i="0">
                <a:solidFill>
                  <a:srgbClr val="00E5FF"/>
                </a:solidFill>
                <a:latin typeface="Roboto Mono"/>
                <a:ea typeface="Roboto Mono"/>
                <a:cs typeface="Roboto Mono"/>
              </a:rPr>
              <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Save logs/stage-N.log</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and logs/stage-N.jsonl</a:t>
            </a:r>
          </a:p>
        </p:txBody>
      </p:sp>
      <p:sp>
        <p:nvSpPr>
          <p:cNvPr id="616" name="Google Shape;616;p30">
            <a:extLst xmlns:a="http://schemas.openxmlformats.org/drawingml/2006/main">
              <a:ext uri="{FF2B5EF4-FFF2-40B4-BE49-F238E27FC236}">
                <a16:creationId xmlns:a16="http://schemas.microsoft.com/office/drawing/2014/main" id="{938F25FE-1CEE-4D52-BA50-3E4F4A96F494}"/>
              </a:ext>
            </a:extLst>
          </p:cNvPr>
          <p:cNvSpPr>
            <a:spLocks xmlns:a="http://schemas.openxmlformats.org/drawingml/2006/main" noGrp="1"/>
          </p:cNvSpPr>
          <p:nvPr/>
        </p:nvSpPr>
        <p:spPr>
          <a:xfrm xmlns:a="http://schemas.openxmlformats.org/drawingml/2006/main" rot="0" flipH="0" flipV="0">
            <a:off x="3048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7" name="Google Shape;617;p30">
            <a:extLst xmlns:a="http://schemas.openxmlformats.org/drawingml/2006/main">
              <a:ext uri="{FF2B5EF4-FFF2-40B4-BE49-F238E27FC236}">
                <a16:creationId xmlns:a16="http://schemas.microsoft.com/office/drawing/2014/main" id="{BE48538D-7670-4B98-AE07-8E48DE8A0DFF}"/>
              </a:ext>
            </a:extLst>
          </p:cNvPr>
          <p:cNvSpPr>
            <a:spLocks xmlns:a="http://schemas.openxmlformats.org/drawingml/2006/main" noGrp="1"/>
          </p:cNvSpPr>
          <p:nvPr/>
        </p:nvSpPr>
        <p:spPr>
          <a:xfrm xmlns:a="http://schemas.openxmlformats.org/drawingml/2006/main" rot="0" flipH="0" flipV="0">
            <a:off x="4191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8" name="Google Shape;618;p30">
            <a:extLst xmlns:a="http://schemas.openxmlformats.org/drawingml/2006/main">
              <a:ext uri="{FF2B5EF4-FFF2-40B4-BE49-F238E27FC236}">
                <a16:creationId xmlns:a16="http://schemas.microsoft.com/office/drawing/2014/main" id="{973D0627-A512-4D22-AF39-3B6689222379}"/>
              </a:ext>
            </a:extLst>
          </p:cNvPr>
          <p:cNvSpPr>
            <a:spLocks xmlns:a="http://schemas.openxmlformats.org/drawingml/2006/main" noGrp="1"/>
          </p:cNvSpPr>
          <p:nvPr/>
        </p:nvSpPr>
        <p:spPr>
          <a:xfrm xmlns:a="http://schemas.openxmlformats.org/drawingml/2006/main" rot="0" flipH="0" flipV="0">
            <a:off x="5334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9" name="Google Shape;619;p30">
            <a:extLst xmlns:a="http://schemas.openxmlformats.org/drawingml/2006/main">
              <a:ext uri="{FF2B5EF4-FFF2-40B4-BE49-F238E27FC236}">
                <a16:creationId xmlns:a16="http://schemas.microsoft.com/office/drawing/2014/main" id="{54AEA391-4C9F-4080-8D49-5292B8785BD0}"/>
              </a:ext>
            </a:extLst>
          </p:cNvPr>
          <p:cNvSpPr>
            <a:spLocks xmlns:a="http://schemas.openxmlformats.org/drawingml/2006/main" noGrp="1"/>
          </p:cNvSpPr>
          <p:nvPr/>
        </p:nvSpPr>
        <p:spPr>
          <a:xfrm xmlns:a="http://schemas.openxmlformats.org/drawingml/2006/main" rot="0" flipH="0" flipV="0">
            <a:off x="6477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0" name="Google Shape;620;p30">
            <a:extLst xmlns:a="http://schemas.openxmlformats.org/drawingml/2006/main">
              <a:ext uri="{FF2B5EF4-FFF2-40B4-BE49-F238E27FC236}">
                <a16:creationId xmlns:a16="http://schemas.microsoft.com/office/drawing/2014/main" id="{4841CB6C-B213-4382-9120-31A9725344DF}"/>
              </a:ext>
            </a:extLst>
          </p:cNvPr>
          <p:cNvSpPr>
            <a:spLocks xmlns:a="http://schemas.openxmlformats.org/drawingml/2006/main" noGrp="1"/>
          </p:cNvSpPr>
          <p:nvPr/>
        </p:nvSpPr>
        <p:spPr>
          <a:xfrm xmlns:a="http://schemas.openxmlformats.org/drawingml/2006/main" rot="0" flipH="0" flipV="0">
            <a:off x="3048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1" name="Google Shape;621;p30">
            <a:extLst xmlns:a="http://schemas.openxmlformats.org/drawingml/2006/main">
              <a:ext uri="{FF2B5EF4-FFF2-40B4-BE49-F238E27FC236}">
                <a16:creationId xmlns:a16="http://schemas.microsoft.com/office/drawing/2014/main" id="{6BAFD878-D249-462E-81B1-15FA427A67FB}"/>
              </a:ext>
            </a:extLst>
          </p:cNvPr>
          <p:cNvSpPr>
            <a:spLocks xmlns:a="http://schemas.openxmlformats.org/drawingml/2006/main" noGrp="1"/>
          </p:cNvSpPr>
          <p:nvPr/>
        </p:nvSpPr>
        <p:spPr>
          <a:xfrm xmlns:a="http://schemas.openxmlformats.org/drawingml/2006/main" rot="0" flipH="0" flipV="0">
            <a:off x="4191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2" name="Google Shape;622;p30">
            <a:extLst xmlns:a="http://schemas.openxmlformats.org/drawingml/2006/main">
              <a:ext uri="{FF2B5EF4-FFF2-40B4-BE49-F238E27FC236}">
                <a16:creationId xmlns:a16="http://schemas.microsoft.com/office/drawing/2014/main" id="{320A5658-0CE0-4121-BC2D-84683E8BE481}"/>
              </a:ext>
            </a:extLst>
          </p:cNvPr>
          <p:cNvSpPr>
            <a:spLocks xmlns:a="http://schemas.openxmlformats.org/drawingml/2006/main" noGrp="1"/>
          </p:cNvSpPr>
          <p:nvPr/>
        </p:nvSpPr>
        <p:spPr>
          <a:xfrm xmlns:a="http://schemas.openxmlformats.org/drawingml/2006/main" rot="0" flipH="0" flipV="0">
            <a:off x="5334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3" name="Google Shape;623;p30">
            <a:extLst xmlns:a="http://schemas.openxmlformats.org/drawingml/2006/main">
              <a:ext uri="{FF2B5EF4-FFF2-40B4-BE49-F238E27FC236}">
                <a16:creationId xmlns:a16="http://schemas.microsoft.com/office/drawing/2014/main" id="{826F4E11-13A4-4FDC-A6F3-7BE2B87C1786}"/>
              </a:ext>
            </a:extLst>
          </p:cNvPr>
          <p:cNvSpPr>
            <a:spLocks xmlns:a="http://schemas.openxmlformats.org/drawingml/2006/main" noGrp="1"/>
          </p:cNvSpPr>
          <p:nvPr/>
        </p:nvSpPr>
        <p:spPr>
          <a:xfrm xmlns:a="http://schemas.openxmlformats.org/drawingml/2006/main" rot="0" flipH="0" flipV="0">
            <a:off x="6477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4" name="Google Shape;624;p30">
            <a:extLst xmlns:a="http://schemas.openxmlformats.org/drawingml/2006/main">
              <a:ext uri="{FF2B5EF4-FFF2-40B4-BE49-F238E27FC236}">
                <a16:creationId xmlns:a16="http://schemas.microsoft.com/office/drawing/2014/main" id="{EE5B6AB9-6207-43BB-88BD-98F83A2DC85C}"/>
              </a:ext>
            </a:extLst>
          </p:cNvPr>
          <p:cNvSpPr>
            <a:spLocks xmlns:a="http://schemas.openxmlformats.org/drawingml/2006/main" noGrp="1"/>
          </p:cNvSpPr>
          <p:nvPr/>
        </p:nvSpPr>
        <p:spPr>
          <a:xfrm xmlns:a="http://schemas.openxmlformats.org/drawingml/2006/main" rot="0" flipH="0" flipV="0">
            <a:off x="3048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5" name="Google Shape;625;p30">
            <a:extLst xmlns:a="http://schemas.openxmlformats.org/drawingml/2006/main">
              <a:ext uri="{FF2B5EF4-FFF2-40B4-BE49-F238E27FC236}">
                <a16:creationId xmlns:a16="http://schemas.microsoft.com/office/drawing/2014/main" id="{C2DF7D51-C402-46B7-960E-6C22BD70E859}"/>
              </a:ext>
            </a:extLst>
          </p:cNvPr>
          <p:cNvSpPr>
            <a:spLocks xmlns:a="http://schemas.openxmlformats.org/drawingml/2006/main" noGrp="1"/>
          </p:cNvSpPr>
          <p:nvPr/>
        </p:nvSpPr>
        <p:spPr>
          <a:xfrm xmlns:a="http://schemas.openxmlformats.org/drawingml/2006/main" rot="0" flipH="0" flipV="0">
            <a:off x="4191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6" name="Google Shape;626;p30">
            <a:extLst xmlns:a="http://schemas.openxmlformats.org/drawingml/2006/main">
              <a:ext uri="{FF2B5EF4-FFF2-40B4-BE49-F238E27FC236}">
                <a16:creationId xmlns:a16="http://schemas.microsoft.com/office/drawing/2014/main" id="{62DB0BB0-C739-46BB-BE25-D88FBACB8360}"/>
              </a:ext>
            </a:extLst>
          </p:cNvPr>
          <p:cNvSpPr>
            <a:spLocks xmlns:a="http://schemas.openxmlformats.org/drawingml/2006/main" noGrp="1"/>
          </p:cNvSpPr>
          <p:nvPr/>
        </p:nvSpPr>
        <p:spPr>
          <a:xfrm xmlns:a="http://schemas.openxmlformats.org/drawingml/2006/main" rot="0" flipH="0" flipV="0">
            <a:off x="5334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7" name="Google Shape;627;p30">
            <a:extLst xmlns:a="http://schemas.openxmlformats.org/drawingml/2006/main">
              <a:ext uri="{FF2B5EF4-FFF2-40B4-BE49-F238E27FC236}">
                <a16:creationId xmlns:a16="http://schemas.microsoft.com/office/drawing/2014/main" id="{B5CB37D1-1DA5-4A9C-A4BD-F5E753BFDF6A}"/>
              </a:ext>
            </a:extLst>
          </p:cNvPr>
          <p:cNvSpPr>
            <a:spLocks xmlns:a="http://schemas.openxmlformats.org/drawingml/2006/main" noGrp="1"/>
          </p:cNvSpPr>
          <p:nvPr/>
        </p:nvSpPr>
        <p:spPr>
          <a:xfrm xmlns:a="http://schemas.openxmlformats.org/drawingml/2006/main" rot="0" flipH="0" flipV="0">
            <a:off x="6477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pic>
        <p:nvPicPr>
          <p:cNvPr id="665" name="Google Shape;628;p30"/>
          <p:cNvPicPr>
            <a:picLocks xmlns:a="http://schemas.openxmlformats.org/drawingml/2006/main" noChangeAspect="1"/>
          </p:cNvPicPr>
          <p:nvPr/>
        </p:nvPicPr>
        <p:blipFill rotWithShape="1">
          <a:blip xmlns:r="http://schemas.openxmlformats.org/officeDocument/2006/relationships" xmlns:a="http://schemas.openxmlformats.org/drawingml/2006/main" r:embed="R4062f1fc873b4653">
            <a:alphaModFix/>
          </a:blip>
          <a:srcRect xmlns:a="http://schemas.openxmlformats.org/drawingml/2006/main" l="0" t="0" r="0" b="0"/>
          <a:stretch xmlns:a="http://schemas.openxmlformats.org/drawingml/2006/main"/>
        </p:blipFill>
        <p:spPr>
          <a:xfrm xmlns:a="http://schemas.openxmlformats.org/drawingml/2006/main" rot="0" flipH="0" flipV="0">
            <a:off x="304800" y="5029200"/>
            <a:ext cx="38100" cy="38100"/>
          </a:xfrm>
          <a:prstGeom xmlns:a="http://schemas.openxmlformats.org/drawingml/2006/main" prst="rect">
            <a:avLst/>
          </a:prstGeom>
          <a:ln xmlns:a="http://schemas.openxmlformats.org/drawingml/2006/main">
            <a:noFill/>
          </a:ln>
        </p:spPr>
      </p:pic>
      <p:pic>
        <p:nvPicPr>
          <p:cNvPr id="666" name="Google Shape;629;p30"/>
          <p:cNvPicPr>
            <a:picLocks xmlns:a="http://schemas.openxmlformats.org/drawingml/2006/main" noChangeAspect="1"/>
          </p:cNvPicPr>
          <p:nvPr/>
        </p:nvPicPr>
        <p:blipFill rotWithShape="1">
          <a:blip xmlns:r="http://schemas.openxmlformats.org/officeDocument/2006/relationships" xmlns:a="http://schemas.openxmlformats.org/drawingml/2006/main" r:embed="R4062f1fc873b4653">
            <a:alphaModFix/>
          </a:blip>
          <a:srcRect xmlns:a="http://schemas.openxmlformats.org/drawingml/2006/main" l="0" t="0" r="0" b="0"/>
          <a:stretch xmlns:a="http://schemas.openxmlformats.org/drawingml/2006/main"/>
        </p:blipFill>
        <p:spPr>
          <a:xfrm xmlns:a="http://schemas.openxmlformats.org/drawingml/2006/main" rot="0" flipH="0" flipV="0">
            <a:off x="419100" y="5029200"/>
            <a:ext cx="38100" cy="38100"/>
          </a:xfrm>
          <a:prstGeom xmlns:a="http://schemas.openxmlformats.org/drawingml/2006/main" prst="rect">
            <a:avLst/>
          </a:prstGeom>
          <a:ln xmlns:a="http://schemas.openxmlformats.org/drawingml/2006/main">
            <a:noFill/>
          </a:ln>
        </p:spPr>
      </p:pic>
      <p:pic>
        <p:nvPicPr>
          <p:cNvPr id="667" name="Google Shape;630;p30"/>
          <p:cNvPicPr>
            <a:picLocks xmlns:a="http://schemas.openxmlformats.org/drawingml/2006/main" noChangeAspect="1"/>
          </p:cNvPicPr>
          <p:nvPr/>
        </p:nvPicPr>
        <p:blipFill rotWithShape="1">
          <a:blip xmlns:r="http://schemas.openxmlformats.org/officeDocument/2006/relationships" xmlns:a="http://schemas.openxmlformats.org/drawingml/2006/main" r:embed="R4062f1fc873b4653">
            <a:alphaModFix/>
          </a:blip>
          <a:srcRect xmlns:a="http://schemas.openxmlformats.org/drawingml/2006/main" l="0" t="0" r="0" b="0"/>
          <a:stretch xmlns:a="http://schemas.openxmlformats.org/drawingml/2006/main"/>
        </p:blipFill>
        <p:spPr>
          <a:xfrm xmlns:a="http://schemas.openxmlformats.org/drawingml/2006/main" rot="0" flipH="0" flipV="0">
            <a:off x="533400" y="5029200"/>
            <a:ext cx="38100" cy="38100"/>
          </a:xfrm>
          <a:prstGeom xmlns:a="http://schemas.openxmlformats.org/drawingml/2006/main" prst="rect">
            <a:avLst/>
          </a:prstGeom>
          <a:ln xmlns:a="http://schemas.openxmlformats.org/drawingml/2006/main">
            <a:noFill/>
          </a:ln>
        </p:spPr>
      </p:pic>
      <p:pic>
        <p:nvPicPr>
          <p:cNvPr id="668" name="Google Shape;631;p30"/>
          <p:cNvPicPr>
            <a:picLocks xmlns:a="http://schemas.openxmlformats.org/drawingml/2006/main" noChangeAspect="1"/>
          </p:cNvPicPr>
          <p:nvPr/>
        </p:nvPicPr>
        <p:blipFill rotWithShape="1">
          <a:blip xmlns:r="http://schemas.openxmlformats.org/officeDocument/2006/relationships" xmlns:a="http://schemas.openxmlformats.org/drawingml/2006/main" r:embed="R4062f1fc873b4653">
            <a:alphaModFix/>
          </a:blip>
          <a:srcRect xmlns:a="http://schemas.openxmlformats.org/drawingml/2006/main" l="0" t="0" r="0" b="0"/>
          <a:stretch xmlns:a="http://schemas.openxmlformats.org/drawingml/2006/main"/>
        </p:blipFill>
        <p:spPr>
          <a:xfrm xmlns:a="http://schemas.openxmlformats.org/drawingml/2006/main" rot="0" flipH="0" flipV="0">
            <a:off x="647700" y="5029200"/>
            <a:ext cx="38100" cy="38100"/>
          </a:xfrm>
          <a:prstGeom xmlns:a="http://schemas.openxmlformats.org/drawingml/2006/main" prst="rect">
            <a:avLst/>
          </a:prstGeom>
          <a:ln xmlns:a="http://schemas.openxmlformats.org/drawingml/2006/main">
            <a:noFill/>
          </a:ln>
        </p:spPr>
      </p:pic>
      <p:sp>
        <p:nvSpPr>
          <p:cNvPr id="632" name="Google Shape;632;p30">
            <a:extLst xmlns:a="http://schemas.openxmlformats.org/drawingml/2006/main">
              <a:ext uri="{FF2B5EF4-FFF2-40B4-BE49-F238E27FC236}">
                <a16:creationId xmlns:a16="http://schemas.microsoft.com/office/drawing/2014/main" id="{E262D8CA-B2E6-42BF-B284-8A72626B147C}"/>
              </a:ext>
            </a:extLst>
          </p:cNvPr>
          <p:cNvSpPr>
            <a:spLocks xmlns:a="http://schemas.openxmlformats.org/drawingml/2006/main" noGrp="1"/>
          </p:cNvSpPr>
          <p:nvPr/>
        </p:nvSpPr>
        <p:spPr>
          <a:xfrm xmlns:a="http://schemas.openxmlformats.org/drawingml/2006/main">
            <a:off x="457200" y="228600"/>
            <a:ext cx="4762500" cy="285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lvl="0" indent="0" algn="l">
              <a:spcBef>
                <a:spcPts val="0"/>
              </a:spcBef>
              <a:spcAft>
                <a:spcPts val="0"/>
              </a:spcAft>
              <a:buNone/>
            </a:pPr>
            <a:r>
              <a:rPr sz="1050" b="0">
                <a:solidFill>
                  <a:srgbClr val="3A86FF"/>
                </a:solidFill>
                <a:latin typeface="Inter SemiBold"/>
                <a:ea typeface="Inter SemiBold"/>
                <a:cs typeface="Inter SemiBold"/>
              </a:rPr>
              <a:t>LINUX SYSTEM MONITORING WITH BPFTRACE</a:t>
            </a:r>
            <a:r>
              <a:rPr sz="1050">
                <a:solidFill>
                  <a:srgbClr val="3A86FF"/>
                </a:solidFill>
                <a:latin typeface="Inter SemiBold"/>
                <a:ea typeface="Inter SemiBold"/>
                <a:cs typeface="Inter SemiBold"/>
              </a:rPr>
              <a:t> AND EBPF</a:t>
            </a:r>
            <a:endParaRPr sz="1050" b="0">
              <a:solidFill>
                <a:srgbClr val="3A86FF"/>
              </a:solidFill>
              <a:latin typeface="Inter SemiBold"/>
              <a:ea typeface="Inter SemiBold"/>
              <a:cs typeface="Inter SemiBold"/>
            </a:endParaRPr>
          </a:p>
        </p:txBody>
      </p:sp>
    </p:spTree>
    <p:extLst>
      <p:ext uri="{BB962C8B-B14F-4D97-AF65-F5344CB8AC3E}">
        <p14:creationId xmlns:p14="http://schemas.microsoft.com/office/powerpoint/2010/main" val="1209551683"/>
      </p:ext>
    </p:extLst>
  </p:cSld>
</p:sld>
</file>

<file path=ppt/slides/slide6.xml><?xml version="1.0" encoding="utf-8"?>
<p:sld xmlns:p="http://schemas.openxmlformats.org/presentationml/2006/main">
  <p:cSld>
    <p:spTree>
      <p:nvGrpSpPr>
        <p:cNvPr id="1" name=""/>
        <p:cNvGrpSpPr/>
        <p:nvPr/>
      </p:nvGrpSpPr>
      <p:grpSpPr>
        <a:xfrm xmlns:a="http://schemas.openxmlformats.org/drawingml/2006/main"/>
      </p:grpSpPr>
      <p:sp>
        <p:nvSpPr>
          <p:cNvPr id="597" name="Google Shape;597;p30">
            <a:extLst xmlns:a="http://schemas.openxmlformats.org/drawingml/2006/main">
              <a:ext uri="{FF2B5EF4-FFF2-40B4-BE49-F238E27FC236}">
                <a16:creationId xmlns:a16="http://schemas.microsoft.com/office/drawing/2014/main" id="{BDE64DB8-2DF5-48AF-8D46-CB18331DACEC}"/>
              </a:ext>
            </a:extLst>
          </p:cNvPr>
          <p:cNvSpPr>
            <a:spLocks xmlns:a="http://schemas.openxmlformats.org/drawingml/2006/main" noGrp="1"/>
          </p:cNvSpPr>
          <p:nvPr/>
        </p:nvSpPr>
        <p:spPr>
          <a:xfrm xmlns:a="http://schemas.openxmlformats.org/drawingml/2006/main">
            <a:off x="0" y="0"/>
            <a:ext cx="9144000" cy="5143500"/>
          </a:xfrm>
          <a:prstGeom xmlns:a="http://schemas.openxmlformats.org/drawingml/2006/main" prst="rect">
            <a:avLst/>
          </a:prstGeom>
          <a:solidFill xmlns:a="http://schemas.openxmlformats.org/drawingml/2006/main">
            <a:srgbClr val="FFFF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598" name="Google Shape;598;p30">
            <a:extLst xmlns:a="http://schemas.openxmlformats.org/drawingml/2006/main">
              <a:ext uri="{FF2B5EF4-FFF2-40B4-BE49-F238E27FC236}">
                <a16:creationId xmlns:a16="http://schemas.microsoft.com/office/drawing/2014/main" id="{A502B2D6-2DA2-41FD-8D13-24E953E5EEAB}"/>
              </a:ext>
            </a:extLst>
          </p:cNvPr>
          <p:cNvSpPr>
            <a:spLocks xmlns:a="http://schemas.openxmlformats.org/drawingml/2006/main" noGrp="1"/>
          </p:cNvSpPr>
          <p:nvPr/>
        </p:nvSpPr>
        <p:spPr>
          <a:xfrm xmlns:a="http://schemas.openxmlformats.org/drawingml/2006/main">
            <a:off x="0" y="0"/>
            <a:ext cx="9144000" cy="57300"/>
          </a:xfrm>
          <a:prstGeom xmlns:a="http://schemas.openxmlformats.org/drawingml/2006/main" prst="rect">
            <a:avLst/>
          </a:prstGeom>
          <a:solidFill xmlns:a="http://schemas.openxmlformats.org/drawingml/2006/main">
            <a:srgbClr val="3A86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0" name="Google Shape;600;p30">
            <a:extLst xmlns:a="http://schemas.openxmlformats.org/drawingml/2006/main">
              <a:ext uri="{FF2B5EF4-FFF2-40B4-BE49-F238E27FC236}">
                <a16:creationId xmlns:a16="http://schemas.microsoft.com/office/drawing/2014/main" id="{6A70E29F-9B82-4C0E-8ED2-FFC07255D430}"/>
              </a:ext>
            </a:extLst>
          </p:cNvPr>
          <p:cNvSpPr>
            <a:spLocks xmlns:a="http://schemas.openxmlformats.org/drawingml/2006/main" noGrp="1"/>
          </p:cNvSpPr>
          <p:nvPr/>
        </p:nvSpPr>
        <p:spPr>
          <a:xfrm xmlns:a="http://schemas.openxmlformats.org/drawingml/2006/main" rot="0" flipH="0" flipV="0">
            <a:off x="8534400" y="190500"/>
            <a:ext cx="152400" cy="152400"/>
          </a:xfrm>
          <a:prstGeom xmlns:a="http://schemas.openxmlformats.org/drawingml/2006/main" prst="rect">
            <a:avLst/>
          </a:prstGeom>
          <a:solidFill xmlns:a="http://schemas.openxmlformats.org/drawingml/2006/main">
            <a:srgbClr val="3A86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1" name="Google Shape;601;p30">
            <a:extLst xmlns:a="http://schemas.openxmlformats.org/drawingml/2006/main">
              <a:ext uri="{FF2B5EF4-FFF2-40B4-BE49-F238E27FC236}">
                <a16:creationId xmlns:a16="http://schemas.microsoft.com/office/drawing/2014/main" id="{A7F0AEA7-0069-4EC2-A9F7-DBCF5DECF4CF}"/>
              </a:ext>
            </a:extLst>
          </p:cNvPr>
          <p:cNvSpPr>
            <a:spLocks xmlns:a="http://schemas.openxmlformats.org/drawingml/2006/main" noGrp="1"/>
          </p:cNvSpPr>
          <p:nvPr/>
        </p:nvSpPr>
        <p:spPr>
          <a:xfrm xmlns:a="http://schemas.openxmlformats.org/drawingml/2006/main" rot="0" flipH="0" flipV="0">
            <a:off x="8648700" y="304800"/>
            <a:ext cx="152400" cy="152400"/>
          </a:xfrm>
          <a:prstGeom xmlns:a="http://schemas.openxmlformats.org/drawingml/2006/main" prst="rect">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2" name="Google Shape;602;p30">
            <a:extLst xmlns:a="http://schemas.openxmlformats.org/drawingml/2006/main">
              <a:ext uri="{FF2B5EF4-FFF2-40B4-BE49-F238E27FC236}">
                <a16:creationId xmlns:a16="http://schemas.microsoft.com/office/drawing/2014/main" id="{4FCAAC77-7049-45AD-B25F-CB738F4F1316}"/>
              </a:ext>
            </a:extLst>
          </p:cNvPr>
          <p:cNvSpPr>
            <a:spLocks xmlns:a="http://schemas.openxmlformats.org/drawingml/2006/main" noGrp="1"/>
          </p:cNvSpPr>
          <p:nvPr/>
        </p:nvSpPr>
        <p:spPr>
          <a:xfrm xmlns:a="http://schemas.openxmlformats.org/drawingml/2006/main" rot="0" flipH="0" flipV="0">
            <a:off x="8763000" y="190500"/>
            <a:ext cx="152400" cy="152400"/>
          </a:xfrm>
          <a:prstGeom xmlns:a="http://schemas.openxmlformats.org/drawingml/2006/main" prst="rect">
            <a:avLst/>
          </a:prstGeom>
          <a:solidFill xmlns:a="http://schemas.openxmlformats.org/drawingml/2006/main">
            <a:srgbClr val="0B132B"/>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3" name="Google Shape;603;p30">
            <a:extLst xmlns:a="http://schemas.openxmlformats.org/drawingml/2006/main">
              <a:ext uri="{FF2B5EF4-FFF2-40B4-BE49-F238E27FC236}">
                <a16:creationId xmlns:a16="http://schemas.microsoft.com/office/drawing/2014/main" id="{F792C37C-A96B-4A83-B7A0-59A12411F0D4}"/>
              </a:ext>
            </a:extLst>
          </p:cNvPr>
          <p:cNvSpPr>
            <a:spLocks xmlns:a="http://schemas.openxmlformats.org/drawingml/2006/main" noGrp="1"/>
          </p:cNvSpPr>
          <p:nvPr/>
        </p:nvSpPr>
        <p:spPr>
          <a:xfrm xmlns:a="http://schemas.openxmlformats.org/drawingml/2006/main">
            <a:off x="457200" y="609600"/>
            <a:ext cx="8229600" cy="5334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2400" b="1">
                <a:solidFill>
                  <a:srgbClr val="3A86FF"/>
                </a:solidFill>
                <a:latin typeface="Montserrat"/>
                <a:ea typeface="Montserrat"/>
                <a:cs typeface="Montserrat"/>
              </a:defRPr>
            </a:pPr>
            <a:r>
              <a:rPr sz="2400" b="1" i="0">
                <a:solidFill>
                  <a:srgbClr val="3A86FF"/>
                </a:solidFill>
                <a:latin typeface="Montserrat"/>
                <a:ea typeface="Montserrat"/>
                <a:cs typeface="Montserrat"/>
              </a:rPr>
              <a:t>Mac steps</a:t>
            </a:r>
          </a:p>
        </p:txBody>
      </p:sp>
      <p:sp>
        <p:nvSpPr>
          <p:cNvPr id="606" name="Google Shape;606;p30">
            <a:extLst xmlns:a="http://schemas.openxmlformats.org/drawingml/2006/main">
              <a:ext uri="{FF2B5EF4-FFF2-40B4-BE49-F238E27FC236}">
                <a16:creationId xmlns:a16="http://schemas.microsoft.com/office/drawing/2014/main" id="{49F9CDAA-5631-4822-9E9D-8ECDA15ACED4}"/>
              </a:ext>
            </a:extLst>
          </p:cNvPr>
          <p:cNvSpPr>
            <a:spLocks xmlns:a="http://schemas.openxmlformats.org/drawingml/2006/main" noGrp="1"/>
          </p:cNvSpPr>
          <p:nvPr/>
        </p:nvSpPr>
        <p:spPr>
          <a:xfrm xmlns:a="http://schemas.openxmlformats.org/drawingml/2006/main">
            <a:off x="457200" y="1200150"/>
            <a:ext cx="8229600" cy="342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One terminal: apply a step, then run.</a:t>
            </a:r>
          </a:p>
        </p:txBody>
      </p:sp>
      <p:sp>
        <p:nvSpPr>
          <p:cNvPr id="607" name="Google Shape;607;p30">
            <a:extLst xmlns:a="http://schemas.openxmlformats.org/drawingml/2006/main">
              <a:ext uri="{FF2B5EF4-FFF2-40B4-BE49-F238E27FC236}">
                <a16:creationId xmlns:a16="http://schemas.microsoft.com/office/drawing/2014/main" id="{08527AFE-0E31-46B5-B2AB-894AB94A8036}"/>
              </a:ext>
            </a:extLst>
          </p:cNvPr>
          <p:cNvSpPr>
            <a:spLocks xmlns:a="http://schemas.openxmlformats.org/drawingml/2006/main" noGrp="1"/>
          </p:cNvSpPr>
          <p:nvPr/>
        </p:nvSpPr>
        <p:spPr>
          <a:xfrm xmlns:a="http://schemas.openxmlformats.org/drawingml/2006/main">
            <a:off x="304800" y="1657350"/>
            <a:ext cx="8534400" cy="3009900"/>
          </a:xfrm>
          <a:prstGeom xmlns:a="http://schemas.openxmlformats.org/drawingml/2006/main" prst="roundRect">
            <a:avLst>
              <a:gd name="adj" fmla="val 2234"/>
            </a:avLst>
          </a:prstGeom>
          <a:solidFill xmlns:a="http://schemas.openxmlformats.org/drawingml/2006/main">
            <a:srgbClr val="0B132B"/>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9" name="Google Shape;609;p30">
            <a:extLst xmlns:a="http://schemas.openxmlformats.org/drawingml/2006/main">
              <a:ext uri="{FF2B5EF4-FFF2-40B4-BE49-F238E27FC236}">
                <a16:creationId xmlns:a16="http://schemas.microsoft.com/office/drawing/2014/main" id="{2F687CFB-C301-4360-90A3-28762F09A555}"/>
              </a:ext>
            </a:extLst>
          </p:cNvPr>
          <p:cNvSpPr>
            <a:spLocks xmlns:a="http://schemas.openxmlformats.org/drawingml/2006/main" noGrp="1"/>
          </p:cNvSpPr>
          <p:nvPr/>
        </p:nvSpPr>
        <p:spPr>
          <a:xfrm xmlns:a="http://schemas.openxmlformats.org/drawingml/2006/main" rot="0" flipH="0" flipV="0">
            <a:off x="495300" y="1809750"/>
            <a:ext cx="114300" cy="114300"/>
          </a:xfrm>
          <a:prstGeom xmlns:a="http://schemas.openxmlformats.org/drawingml/2006/main" prst="ellipse">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0" name="Google Shape;610;p30">
            <a:extLst xmlns:a="http://schemas.openxmlformats.org/drawingml/2006/main">
              <a:ext uri="{FF2B5EF4-FFF2-40B4-BE49-F238E27FC236}">
                <a16:creationId xmlns:a16="http://schemas.microsoft.com/office/drawing/2014/main" id="{8CBBACE1-B76C-4567-A2C0-B0DBA8DA312B}"/>
              </a:ext>
            </a:extLst>
          </p:cNvPr>
          <p:cNvSpPr>
            <a:spLocks xmlns:a="http://schemas.openxmlformats.org/drawingml/2006/main" noGrp="1"/>
          </p:cNvSpPr>
          <p:nvPr/>
        </p:nvSpPr>
        <p:spPr>
          <a:xfrm xmlns:a="http://schemas.openxmlformats.org/drawingml/2006/main" rot="0" flipH="0" flipV="0">
            <a:off x="666750" y="1809750"/>
            <a:ext cx="114300" cy="114300"/>
          </a:xfrm>
          <a:prstGeom xmlns:a="http://schemas.openxmlformats.org/drawingml/2006/main" prst="ellipse">
            <a:avLst/>
          </a:prstGeom>
          <a:solidFill xmlns:a="http://schemas.openxmlformats.org/drawingml/2006/main">
            <a:srgbClr val="FFB703"/>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1" name="Google Shape;611;p30">
            <a:extLst xmlns:a="http://schemas.openxmlformats.org/drawingml/2006/main">
              <a:ext uri="{FF2B5EF4-FFF2-40B4-BE49-F238E27FC236}">
                <a16:creationId xmlns:a16="http://schemas.microsoft.com/office/drawing/2014/main" id="{BED13D9E-80AC-400E-B885-58DBEF06DDC2}"/>
              </a:ext>
            </a:extLst>
          </p:cNvPr>
          <p:cNvSpPr>
            <a:spLocks xmlns:a="http://schemas.openxmlformats.org/drawingml/2006/main" noGrp="1"/>
          </p:cNvSpPr>
          <p:nvPr/>
        </p:nvSpPr>
        <p:spPr>
          <a:xfrm xmlns:a="http://schemas.openxmlformats.org/drawingml/2006/main" rot="0" flipH="0" flipV="0">
            <a:off x="838200" y="1809750"/>
            <a:ext cx="114300" cy="114300"/>
          </a:xfrm>
          <a:prstGeom xmlns:a="http://schemas.openxmlformats.org/drawingml/2006/main" prst="ellipse">
            <a:avLst/>
          </a:prstGeom>
          <a:solidFill xmlns:a="http://schemas.openxmlformats.org/drawingml/2006/main">
            <a:srgbClr val="00E5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2" name="Google Shape;612;p30">
            <a:extLst xmlns:a="http://schemas.openxmlformats.org/drawingml/2006/main">
              <a:ext uri="{FF2B5EF4-FFF2-40B4-BE49-F238E27FC236}">
                <a16:creationId xmlns:a16="http://schemas.microsoft.com/office/drawing/2014/main" id="{BF7075FA-B03F-45F7-A401-B6F15B30BD61}"/>
              </a:ext>
            </a:extLst>
          </p:cNvPr>
          <p:cNvSpPr>
            <a:spLocks xmlns:a="http://schemas.openxmlformats.org/drawingml/2006/main" noGrp="1"/>
          </p:cNvSpPr>
          <p:nvPr/>
        </p:nvSpPr>
        <p:spPr>
          <a:xfrm xmlns:a="http://schemas.openxmlformats.org/drawingml/2006/main">
            <a:off x="1123950" y="1762125"/>
            <a:ext cx="66675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900" b="0">
                <a:solidFill>
                  <a:srgbClr val="AAB6C8"/>
                </a:solidFill>
                <a:latin typeface="Roboto Mono"/>
                <a:ea typeface="Roboto Mono"/>
                <a:cs typeface="Roboto Mono"/>
              </a:defRPr>
            </a:pPr>
            <a:r>
              <a:rPr sz="900" b="0" i="0">
                <a:solidFill>
                  <a:srgbClr val="AAB6C8"/>
                </a:solidFill>
                <a:latin typeface="Roboto Mono"/>
                <a:ea typeface="Roboto Mono"/>
                <a:cs typeface="Roboto Mono"/>
              </a:rPr>
              <a:t>Mac: Terminal in the repo folder</a:t>
            </a:r>
          </a:p>
        </p:txBody>
      </p:sp>
      <p:sp>
        <p:nvSpPr>
          <p:cNvPr id="613" name="Google Shape;613;p30">
            <a:extLst xmlns:a="http://schemas.openxmlformats.org/drawingml/2006/main">
              <a:ext uri="{FF2B5EF4-FFF2-40B4-BE49-F238E27FC236}">
                <a16:creationId xmlns:a16="http://schemas.microsoft.com/office/drawing/2014/main" id="{0C693F38-8BEB-4F75-AF6E-E006C85958CA}"/>
              </a:ext>
            </a:extLst>
          </p:cNvPr>
          <p:cNvSpPr>
            <a:spLocks xmlns:a="http://schemas.openxmlformats.org/drawingml/2006/main" noGrp="1"/>
          </p:cNvSpPr>
          <p:nvPr/>
        </p:nvSpPr>
        <p:spPr>
          <a:xfrm xmlns:a="http://schemas.openxmlformats.org/drawingml/2006/main">
            <a:off x="495300" y="2019300"/>
            <a:ext cx="8153400" cy="9525"/>
          </a:xfrm>
          <a:prstGeom xmlns:a="http://schemas.openxmlformats.org/drawingml/2006/main" prst="rect">
            <a:avLst/>
          </a:prstGeom>
          <a:solidFill xmlns:a="http://schemas.openxmlformats.org/drawingml/2006/main">
            <a:srgbClr val="4A5568">
              <a:alpha val="3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4" name="Google Shape;614;p30">
            <a:extLst xmlns:a="http://schemas.openxmlformats.org/drawingml/2006/main">
              <a:ext uri="{FF2B5EF4-FFF2-40B4-BE49-F238E27FC236}">
                <a16:creationId xmlns:a16="http://schemas.microsoft.com/office/drawing/2014/main" id="{96139404-BB5E-4BCC-8A75-98AF7120A763}"/>
              </a:ext>
            </a:extLst>
          </p:cNvPr>
          <p:cNvSpPr>
            <a:spLocks xmlns:a="http://schemas.openxmlformats.org/drawingml/2006/main" noGrp="1"/>
          </p:cNvSpPr>
          <p:nvPr/>
        </p:nvSpPr>
        <p:spPr>
          <a:xfrm xmlns:a="http://schemas.openxmlformats.org/drawingml/2006/main">
            <a:off x="495300" y="2152650"/>
            <a:ext cx="8153400" cy="24003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1500" b="0">
                <a:solidFill>
                  <a:srgbClr val="00E5FF"/>
                </a:solidFill>
                <a:latin typeface="Roboto Mono"/>
                <a:ea typeface="Roboto Mono"/>
                <a:cs typeface="Roboto Mono"/>
              </a:defRPr>
            </a:pPr>
            <a:r>
              <a:rPr sz="1500" b="0" i="0">
                <a:solidFill>
                  <a:srgbClr val="00E5FF"/>
                </a:solidFill>
                <a:latin typeface="Roboto Mono"/>
                <a:ea typeface="Roboto Mono"/>
                <a:cs typeface="Roboto Mono"/>
              </a:rPr>
              <a:t>bash scripts/mac/step-1.sh</a:t>
            </a:r>
          </a:p>
          <a:p xmlns:a="http://schemas.openxmlformats.org/drawingml/2006/main">
            <a:pPr marL="0" indent="0" algn="l">
              <a:spcBef>
                <a:spcPts val="0"/>
              </a:spcBef>
              <a:spcAft>
                <a:spcPts val="0"/>
              </a:spcAft>
              <a:buNone/>
              <a:defRPr sz="1500" b="0">
                <a:solidFill>
                  <a:srgbClr val="00E5FF"/>
                </a:solidFill>
                <a:latin typeface="Roboto Mono"/>
                <a:ea typeface="Roboto Mono"/>
                <a:cs typeface="Roboto Mono"/>
              </a:defRPr>
            </a:pPr>
            <a:r>
              <a:rPr sz="1500" b="0" i="0">
                <a:solidFill>
                  <a:srgbClr val="00E5FF"/>
                </a:solidFill>
                <a:latin typeface="Roboto Mono"/>
                <a:ea typeface="Roboto Mono"/>
                <a:cs typeface="Roboto Mono"/>
              </a:rPr>
              <a:t>bash scripts/mac/run.sh</a:t>
            </a:r>
          </a:p>
          <a:p xmlns:a="http://schemas.openxmlformats.org/drawingml/2006/main">
            <a:pPr marL="0" indent="0" algn="l">
              <a:spcBef>
                <a:spcPts val="0"/>
              </a:spcBef>
              <a:spcAft>
                <a:spcPts val="0"/>
              </a:spcAft>
              <a:buNone/>
              <a:defRPr sz="1500" b="0">
                <a:solidFill>
                  <a:srgbClr val="00E5FF"/>
                </a:solidFill>
                <a:latin typeface="Roboto Mono"/>
                <a:ea typeface="Roboto Mono"/>
                <a:cs typeface="Roboto Mono"/>
              </a:defRPr>
            </a:pPr>
            <a:r>
              <a:rPr sz="1500" b="0" i="0">
                <a:solidFill>
                  <a:srgbClr val="00E5FF"/>
                </a:solidFill>
                <a:latin typeface="Roboto Mono"/>
                <a:ea typeface="Roboto Mono"/>
                <a:cs typeface="Roboto Mono"/>
              </a:rPr>
              <a:t>bash scripts/mac/step-2.sh</a:t>
            </a:r>
          </a:p>
          <a:p xmlns:a="http://schemas.openxmlformats.org/drawingml/2006/main">
            <a:pPr marL="0" indent="0" algn="l">
              <a:spcBef>
                <a:spcPts val="0"/>
              </a:spcBef>
              <a:spcAft>
                <a:spcPts val="0"/>
              </a:spcAft>
              <a:buNone/>
              <a:defRPr sz="1500" b="0">
                <a:solidFill>
                  <a:srgbClr val="00E5FF"/>
                </a:solidFill>
                <a:latin typeface="Roboto Mono"/>
                <a:ea typeface="Roboto Mono"/>
                <a:cs typeface="Roboto Mono"/>
              </a:defRPr>
            </a:pPr>
            <a:r>
              <a:rPr sz="1500" b="0" i="0">
                <a:solidFill>
                  <a:srgbClr val="00E5FF"/>
                </a:solidFill>
                <a:latin typeface="Roboto Mono"/>
                <a:ea typeface="Roboto Mono"/>
                <a:cs typeface="Roboto Mono"/>
              </a:rPr>
              <a:t>bash scripts/mac/run.sh</a:t>
            </a:r>
          </a:p>
          <a:p xmlns:a="http://schemas.openxmlformats.org/drawingml/2006/main">
            <a:pPr marL="0" indent="0" algn="l">
              <a:spcBef>
                <a:spcPts val="0"/>
              </a:spcBef>
              <a:spcAft>
                <a:spcPts val="0"/>
              </a:spcAft>
              <a:buNone/>
              <a:defRPr sz="1500" b="0">
                <a:solidFill>
                  <a:srgbClr val="00E5FF"/>
                </a:solidFill>
                <a:latin typeface="Roboto Mono"/>
                <a:ea typeface="Roboto Mono"/>
                <a:cs typeface="Roboto Mono"/>
              </a:defRPr>
            </a:pPr>
            <a:r>
              <a:rPr sz="1500" b="0" i="0">
                <a:solidFill>
                  <a:srgbClr val="00E5FF"/>
                </a:solidFill>
                <a:latin typeface="Roboto Mono"/>
                <a:ea typeface="Roboto Mono"/>
                <a:cs typeface="Roboto Mono"/>
              </a:rPr>
              <a:t>bash scripts/mac/step-3.sh</a:t>
            </a:r>
          </a:p>
          <a:p xmlns:a="http://schemas.openxmlformats.org/drawingml/2006/main">
            <a:pPr marL="0" indent="0" algn="l">
              <a:spcBef>
                <a:spcPts val="0"/>
              </a:spcBef>
              <a:spcAft>
                <a:spcPts val="0"/>
              </a:spcAft>
              <a:buNone/>
              <a:defRPr sz="1500" b="0">
                <a:solidFill>
                  <a:srgbClr val="00E5FF"/>
                </a:solidFill>
                <a:latin typeface="Roboto Mono"/>
                <a:ea typeface="Roboto Mono"/>
                <a:cs typeface="Roboto Mono"/>
              </a:defRPr>
            </a:pPr>
            <a:r>
              <a:rPr sz="1500" b="0" i="0">
                <a:solidFill>
                  <a:srgbClr val="00E5FF"/>
                </a:solidFill>
                <a:latin typeface="Roboto Mono"/>
                <a:ea typeface="Roboto Mono"/>
                <a:cs typeface="Roboto Mono"/>
              </a:rPr>
              <a:t>bash scripts/mac/run.sh</a:t>
            </a:r>
          </a:p>
        </p:txBody>
      </p:sp>
      <p:sp>
        <p:nvSpPr>
          <p:cNvPr id="616" name="Google Shape;616;p30">
            <a:extLst xmlns:a="http://schemas.openxmlformats.org/drawingml/2006/main">
              <a:ext uri="{FF2B5EF4-FFF2-40B4-BE49-F238E27FC236}">
                <a16:creationId xmlns:a16="http://schemas.microsoft.com/office/drawing/2014/main" id="{938F25FE-1CEE-4D52-BA50-3E4F4A96F494}"/>
              </a:ext>
            </a:extLst>
          </p:cNvPr>
          <p:cNvSpPr>
            <a:spLocks xmlns:a="http://schemas.openxmlformats.org/drawingml/2006/main" noGrp="1"/>
          </p:cNvSpPr>
          <p:nvPr/>
        </p:nvSpPr>
        <p:spPr>
          <a:xfrm xmlns:a="http://schemas.openxmlformats.org/drawingml/2006/main" rot="0" flipH="0" flipV="0">
            <a:off x="3048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7" name="Google Shape;617;p30">
            <a:extLst xmlns:a="http://schemas.openxmlformats.org/drawingml/2006/main">
              <a:ext uri="{FF2B5EF4-FFF2-40B4-BE49-F238E27FC236}">
                <a16:creationId xmlns:a16="http://schemas.microsoft.com/office/drawing/2014/main" id="{BE48538D-7670-4B98-AE07-8E48DE8A0DFF}"/>
              </a:ext>
            </a:extLst>
          </p:cNvPr>
          <p:cNvSpPr>
            <a:spLocks xmlns:a="http://schemas.openxmlformats.org/drawingml/2006/main" noGrp="1"/>
          </p:cNvSpPr>
          <p:nvPr/>
        </p:nvSpPr>
        <p:spPr>
          <a:xfrm xmlns:a="http://schemas.openxmlformats.org/drawingml/2006/main" rot="0" flipH="0" flipV="0">
            <a:off x="4191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8" name="Google Shape;618;p30">
            <a:extLst xmlns:a="http://schemas.openxmlformats.org/drawingml/2006/main">
              <a:ext uri="{FF2B5EF4-FFF2-40B4-BE49-F238E27FC236}">
                <a16:creationId xmlns:a16="http://schemas.microsoft.com/office/drawing/2014/main" id="{973D0627-A512-4D22-AF39-3B6689222379}"/>
              </a:ext>
            </a:extLst>
          </p:cNvPr>
          <p:cNvSpPr>
            <a:spLocks xmlns:a="http://schemas.openxmlformats.org/drawingml/2006/main" noGrp="1"/>
          </p:cNvSpPr>
          <p:nvPr/>
        </p:nvSpPr>
        <p:spPr>
          <a:xfrm xmlns:a="http://schemas.openxmlformats.org/drawingml/2006/main" rot="0" flipH="0" flipV="0">
            <a:off x="5334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9" name="Google Shape;619;p30">
            <a:extLst xmlns:a="http://schemas.openxmlformats.org/drawingml/2006/main">
              <a:ext uri="{FF2B5EF4-FFF2-40B4-BE49-F238E27FC236}">
                <a16:creationId xmlns:a16="http://schemas.microsoft.com/office/drawing/2014/main" id="{54AEA391-4C9F-4080-8D49-5292B8785BD0}"/>
              </a:ext>
            </a:extLst>
          </p:cNvPr>
          <p:cNvSpPr>
            <a:spLocks xmlns:a="http://schemas.openxmlformats.org/drawingml/2006/main" noGrp="1"/>
          </p:cNvSpPr>
          <p:nvPr/>
        </p:nvSpPr>
        <p:spPr>
          <a:xfrm xmlns:a="http://schemas.openxmlformats.org/drawingml/2006/main" rot="0" flipH="0" flipV="0">
            <a:off x="6477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0" name="Google Shape;620;p30">
            <a:extLst xmlns:a="http://schemas.openxmlformats.org/drawingml/2006/main">
              <a:ext uri="{FF2B5EF4-FFF2-40B4-BE49-F238E27FC236}">
                <a16:creationId xmlns:a16="http://schemas.microsoft.com/office/drawing/2014/main" id="{4841CB6C-B213-4382-9120-31A9725344DF}"/>
              </a:ext>
            </a:extLst>
          </p:cNvPr>
          <p:cNvSpPr>
            <a:spLocks xmlns:a="http://schemas.openxmlformats.org/drawingml/2006/main" noGrp="1"/>
          </p:cNvSpPr>
          <p:nvPr/>
        </p:nvSpPr>
        <p:spPr>
          <a:xfrm xmlns:a="http://schemas.openxmlformats.org/drawingml/2006/main" rot="0" flipH="0" flipV="0">
            <a:off x="3048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1" name="Google Shape;621;p30">
            <a:extLst xmlns:a="http://schemas.openxmlformats.org/drawingml/2006/main">
              <a:ext uri="{FF2B5EF4-FFF2-40B4-BE49-F238E27FC236}">
                <a16:creationId xmlns:a16="http://schemas.microsoft.com/office/drawing/2014/main" id="{6BAFD878-D249-462E-81B1-15FA427A67FB}"/>
              </a:ext>
            </a:extLst>
          </p:cNvPr>
          <p:cNvSpPr>
            <a:spLocks xmlns:a="http://schemas.openxmlformats.org/drawingml/2006/main" noGrp="1"/>
          </p:cNvSpPr>
          <p:nvPr/>
        </p:nvSpPr>
        <p:spPr>
          <a:xfrm xmlns:a="http://schemas.openxmlformats.org/drawingml/2006/main" rot="0" flipH="0" flipV="0">
            <a:off x="4191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2" name="Google Shape;622;p30">
            <a:extLst xmlns:a="http://schemas.openxmlformats.org/drawingml/2006/main">
              <a:ext uri="{FF2B5EF4-FFF2-40B4-BE49-F238E27FC236}">
                <a16:creationId xmlns:a16="http://schemas.microsoft.com/office/drawing/2014/main" id="{320A5658-0CE0-4121-BC2D-84683E8BE481}"/>
              </a:ext>
            </a:extLst>
          </p:cNvPr>
          <p:cNvSpPr>
            <a:spLocks xmlns:a="http://schemas.openxmlformats.org/drawingml/2006/main" noGrp="1"/>
          </p:cNvSpPr>
          <p:nvPr/>
        </p:nvSpPr>
        <p:spPr>
          <a:xfrm xmlns:a="http://schemas.openxmlformats.org/drawingml/2006/main" rot="0" flipH="0" flipV="0">
            <a:off x="5334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3" name="Google Shape;623;p30">
            <a:extLst xmlns:a="http://schemas.openxmlformats.org/drawingml/2006/main">
              <a:ext uri="{FF2B5EF4-FFF2-40B4-BE49-F238E27FC236}">
                <a16:creationId xmlns:a16="http://schemas.microsoft.com/office/drawing/2014/main" id="{826F4E11-13A4-4FDC-A6F3-7BE2B87C1786}"/>
              </a:ext>
            </a:extLst>
          </p:cNvPr>
          <p:cNvSpPr>
            <a:spLocks xmlns:a="http://schemas.openxmlformats.org/drawingml/2006/main" noGrp="1"/>
          </p:cNvSpPr>
          <p:nvPr/>
        </p:nvSpPr>
        <p:spPr>
          <a:xfrm xmlns:a="http://schemas.openxmlformats.org/drawingml/2006/main" rot="0" flipH="0" flipV="0">
            <a:off x="6477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4" name="Google Shape;624;p30">
            <a:extLst xmlns:a="http://schemas.openxmlformats.org/drawingml/2006/main">
              <a:ext uri="{FF2B5EF4-FFF2-40B4-BE49-F238E27FC236}">
                <a16:creationId xmlns:a16="http://schemas.microsoft.com/office/drawing/2014/main" id="{EE5B6AB9-6207-43BB-88BD-98F83A2DC85C}"/>
              </a:ext>
            </a:extLst>
          </p:cNvPr>
          <p:cNvSpPr>
            <a:spLocks xmlns:a="http://schemas.openxmlformats.org/drawingml/2006/main" noGrp="1"/>
          </p:cNvSpPr>
          <p:nvPr/>
        </p:nvSpPr>
        <p:spPr>
          <a:xfrm xmlns:a="http://schemas.openxmlformats.org/drawingml/2006/main" rot="0" flipH="0" flipV="0">
            <a:off x="3048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5" name="Google Shape;625;p30">
            <a:extLst xmlns:a="http://schemas.openxmlformats.org/drawingml/2006/main">
              <a:ext uri="{FF2B5EF4-FFF2-40B4-BE49-F238E27FC236}">
                <a16:creationId xmlns:a16="http://schemas.microsoft.com/office/drawing/2014/main" id="{C2DF7D51-C402-46B7-960E-6C22BD70E859}"/>
              </a:ext>
            </a:extLst>
          </p:cNvPr>
          <p:cNvSpPr>
            <a:spLocks xmlns:a="http://schemas.openxmlformats.org/drawingml/2006/main" noGrp="1"/>
          </p:cNvSpPr>
          <p:nvPr/>
        </p:nvSpPr>
        <p:spPr>
          <a:xfrm xmlns:a="http://schemas.openxmlformats.org/drawingml/2006/main" rot="0" flipH="0" flipV="0">
            <a:off x="4191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6" name="Google Shape;626;p30">
            <a:extLst xmlns:a="http://schemas.openxmlformats.org/drawingml/2006/main">
              <a:ext uri="{FF2B5EF4-FFF2-40B4-BE49-F238E27FC236}">
                <a16:creationId xmlns:a16="http://schemas.microsoft.com/office/drawing/2014/main" id="{62DB0BB0-C739-46BB-BE25-D88FBACB8360}"/>
              </a:ext>
            </a:extLst>
          </p:cNvPr>
          <p:cNvSpPr>
            <a:spLocks xmlns:a="http://schemas.openxmlformats.org/drawingml/2006/main" noGrp="1"/>
          </p:cNvSpPr>
          <p:nvPr/>
        </p:nvSpPr>
        <p:spPr>
          <a:xfrm xmlns:a="http://schemas.openxmlformats.org/drawingml/2006/main" rot="0" flipH="0" flipV="0">
            <a:off x="5334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7" name="Google Shape;627;p30">
            <a:extLst xmlns:a="http://schemas.openxmlformats.org/drawingml/2006/main">
              <a:ext uri="{FF2B5EF4-FFF2-40B4-BE49-F238E27FC236}">
                <a16:creationId xmlns:a16="http://schemas.microsoft.com/office/drawing/2014/main" id="{B5CB37D1-1DA5-4A9C-A4BD-F5E753BFDF6A}"/>
              </a:ext>
            </a:extLst>
          </p:cNvPr>
          <p:cNvSpPr>
            <a:spLocks xmlns:a="http://schemas.openxmlformats.org/drawingml/2006/main" noGrp="1"/>
          </p:cNvSpPr>
          <p:nvPr/>
        </p:nvSpPr>
        <p:spPr>
          <a:xfrm xmlns:a="http://schemas.openxmlformats.org/drawingml/2006/main" rot="0" flipH="0" flipV="0">
            <a:off x="6477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pic>
        <p:nvPicPr>
          <p:cNvPr id="663" name="Google Shape;628;p30"/>
          <p:cNvPicPr>
            <a:picLocks xmlns:a="http://schemas.openxmlformats.org/drawingml/2006/main" noChangeAspect="1"/>
          </p:cNvPicPr>
          <p:nvPr/>
        </p:nvPicPr>
        <p:blipFill rotWithShape="1">
          <a:blip xmlns:r="http://schemas.openxmlformats.org/officeDocument/2006/relationships" xmlns:a="http://schemas.openxmlformats.org/drawingml/2006/main" r:embed="Rf2dd41ece0bb4771">
            <a:alphaModFix/>
          </a:blip>
          <a:srcRect xmlns:a="http://schemas.openxmlformats.org/drawingml/2006/main" l="0" t="0" r="0" b="0"/>
          <a:stretch xmlns:a="http://schemas.openxmlformats.org/drawingml/2006/main"/>
        </p:blipFill>
        <p:spPr>
          <a:xfrm xmlns:a="http://schemas.openxmlformats.org/drawingml/2006/main" rot="0" flipH="0" flipV="0">
            <a:off x="304800" y="5029200"/>
            <a:ext cx="38100" cy="38100"/>
          </a:xfrm>
          <a:prstGeom xmlns:a="http://schemas.openxmlformats.org/drawingml/2006/main" prst="rect">
            <a:avLst/>
          </a:prstGeom>
          <a:ln xmlns:a="http://schemas.openxmlformats.org/drawingml/2006/main">
            <a:noFill/>
          </a:ln>
        </p:spPr>
      </p:pic>
      <p:pic>
        <p:nvPicPr>
          <p:cNvPr id="664" name="Google Shape;629;p30"/>
          <p:cNvPicPr>
            <a:picLocks xmlns:a="http://schemas.openxmlformats.org/drawingml/2006/main" noChangeAspect="1"/>
          </p:cNvPicPr>
          <p:nvPr/>
        </p:nvPicPr>
        <p:blipFill rotWithShape="1">
          <a:blip xmlns:r="http://schemas.openxmlformats.org/officeDocument/2006/relationships" xmlns:a="http://schemas.openxmlformats.org/drawingml/2006/main" r:embed="Rf2dd41ece0bb4771">
            <a:alphaModFix/>
          </a:blip>
          <a:srcRect xmlns:a="http://schemas.openxmlformats.org/drawingml/2006/main" l="0" t="0" r="0" b="0"/>
          <a:stretch xmlns:a="http://schemas.openxmlformats.org/drawingml/2006/main"/>
        </p:blipFill>
        <p:spPr>
          <a:xfrm xmlns:a="http://schemas.openxmlformats.org/drawingml/2006/main" rot="0" flipH="0" flipV="0">
            <a:off x="419100" y="5029200"/>
            <a:ext cx="38100" cy="38100"/>
          </a:xfrm>
          <a:prstGeom xmlns:a="http://schemas.openxmlformats.org/drawingml/2006/main" prst="rect">
            <a:avLst/>
          </a:prstGeom>
          <a:ln xmlns:a="http://schemas.openxmlformats.org/drawingml/2006/main">
            <a:noFill/>
          </a:ln>
        </p:spPr>
      </p:pic>
      <p:pic>
        <p:nvPicPr>
          <p:cNvPr id="665" name="Google Shape;630;p30"/>
          <p:cNvPicPr>
            <a:picLocks xmlns:a="http://schemas.openxmlformats.org/drawingml/2006/main" noChangeAspect="1"/>
          </p:cNvPicPr>
          <p:nvPr/>
        </p:nvPicPr>
        <p:blipFill rotWithShape="1">
          <a:blip xmlns:r="http://schemas.openxmlformats.org/officeDocument/2006/relationships" xmlns:a="http://schemas.openxmlformats.org/drawingml/2006/main" r:embed="Rf2dd41ece0bb4771">
            <a:alphaModFix/>
          </a:blip>
          <a:srcRect xmlns:a="http://schemas.openxmlformats.org/drawingml/2006/main" l="0" t="0" r="0" b="0"/>
          <a:stretch xmlns:a="http://schemas.openxmlformats.org/drawingml/2006/main"/>
        </p:blipFill>
        <p:spPr>
          <a:xfrm xmlns:a="http://schemas.openxmlformats.org/drawingml/2006/main" rot="0" flipH="0" flipV="0">
            <a:off x="533400" y="5029200"/>
            <a:ext cx="38100" cy="38100"/>
          </a:xfrm>
          <a:prstGeom xmlns:a="http://schemas.openxmlformats.org/drawingml/2006/main" prst="rect">
            <a:avLst/>
          </a:prstGeom>
          <a:ln xmlns:a="http://schemas.openxmlformats.org/drawingml/2006/main">
            <a:noFill/>
          </a:ln>
        </p:spPr>
      </p:pic>
      <p:pic>
        <p:nvPicPr>
          <p:cNvPr id="666" name="Google Shape;631;p30"/>
          <p:cNvPicPr>
            <a:picLocks xmlns:a="http://schemas.openxmlformats.org/drawingml/2006/main" noChangeAspect="1"/>
          </p:cNvPicPr>
          <p:nvPr/>
        </p:nvPicPr>
        <p:blipFill rotWithShape="1">
          <a:blip xmlns:r="http://schemas.openxmlformats.org/officeDocument/2006/relationships" xmlns:a="http://schemas.openxmlformats.org/drawingml/2006/main" r:embed="Rf2dd41ece0bb4771">
            <a:alphaModFix/>
          </a:blip>
          <a:srcRect xmlns:a="http://schemas.openxmlformats.org/drawingml/2006/main" l="0" t="0" r="0" b="0"/>
          <a:stretch xmlns:a="http://schemas.openxmlformats.org/drawingml/2006/main"/>
        </p:blipFill>
        <p:spPr>
          <a:xfrm xmlns:a="http://schemas.openxmlformats.org/drawingml/2006/main" rot="0" flipH="0" flipV="0">
            <a:off x="647700" y="5029200"/>
            <a:ext cx="38100" cy="38100"/>
          </a:xfrm>
          <a:prstGeom xmlns:a="http://schemas.openxmlformats.org/drawingml/2006/main" prst="rect">
            <a:avLst/>
          </a:prstGeom>
          <a:ln xmlns:a="http://schemas.openxmlformats.org/drawingml/2006/main">
            <a:noFill/>
          </a:ln>
        </p:spPr>
      </p:pic>
      <p:sp>
        <p:nvSpPr>
          <p:cNvPr id="632" name="Google Shape;632;p30">
            <a:extLst xmlns:a="http://schemas.openxmlformats.org/drawingml/2006/main">
              <a:ext uri="{FF2B5EF4-FFF2-40B4-BE49-F238E27FC236}">
                <a16:creationId xmlns:a16="http://schemas.microsoft.com/office/drawing/2014/main" id="{E262D8CA-B2E6-42BF-B284-8A72626B147C}"/>
              </a:ext>
            </a:extLst>
          </p:cNvPr>
          <p:cNvSpPr>
            <a:spLocks xmlns:a="http://schemas.openxmlformats.org/drawingml/2006/main" noGrp="1"/>
          </p:cNvSpPr>
          <p:nvPr/>
        </p:nvSpPr>
        <p:spPr>
          <a:xfrm xmlns:a="http://schemas.openxmlformats.org/drawingml/2006/main">
            <a:off x="457200" y="228600"/>
            <a:ext cx="4762500" cy="285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lvl="0" indent="0" algn="l">
              <a:spcBef>
                <a:spcPts val="0"/>
              </a:spcBef>
              <a:spcAft>
                <a:spcPts val="0"/>
              </a:spcAft>
              <a:buNone/>
            </a:pPr>
            <a:r>
              <a:rPr sz="1050" b="0">
                <a:solidFill>
                  <a:srgbClr val="3A86FF"/>
                </a:solidFill>
                <a:latin typeface="Inter SemiBold"/>
                <a:ea typeface="Inter SemiBold"/>
                <a:cs typeface="Inter SemiBold"/>
              </a:rPr>
              <a:t>LINUX SYSTEM MONITORING WITH BPFTRACE</a:t>
            </a:r>
            <a:r>
              <a:rPr sz="1050">
                <a:solidFill>
                  <a:srgbClr val="3A86FF"/>
                </a:solidFill>
                <a:latin typeface="Inter SemiBold"/>
                <a:ea typeface="Inter SemiBold"/>
                <a:cs typeface="Inter SemiBold"/>
              </a:rPr>
              <a:t> AND EBPF</a:t>
            </a:r>
            <a:endParaRPr sz="1050" b="0">
              <a:solidFill>
                <a:srgbClr val="3A86FF"/>
              </a:solidFill>
              <a:latin typeface="Inter SemiBold"/>
              <a:ea typeface="Inter SemiBold"/>
              <a:cs typeface="Inter SemiBold"/>
            </a:endParaRPr>
          </a:p>
        </p:txBody>
      </p:sp>
    </p:spTree>
    <p:extLst>
      <p:ext uri="{BB962C8B-B14F-4D97-AF65-F5344CB8AC3E}">
        <p14:creationId xmlns:p14="http://schemas.microsoft.com/office/powerpoint/2010/main" val="1209551683"/>
      </p:ext>
    </p:extLst>
  </p:cSld>
</p:sld>
</file>

<file path=ppt/slides/slide7.xml><?xml version="1.0" encoding="utf-8"?>
<p:sld xmlns:p="http://schemas.openxmlformats.org/presentationml/2006/main">
  <p:cSld>
    <p:spTree>
      <p:nvGrpSpPr>
        <p:cNvPr id="1" name=""/>
        <p:cNvGrpSpPr/>
        <p:nvPr/>
      </p:nvGrpSpPr>
      <p:grpSpPr>
        <a:xfrm xmlns:a="http://schemas.openxmlformats.org/drawingml/2006/main"/>
      </p:grpSpPr>
      <p:sp>
        <p:nvSpPr>
          <p:cNvPr id="597" name="Google Shape;597;p30">
            <a:extLst xmlns:a="http://schemas.openxmlformats.org/drawingml/2006/main">
              <a:ext uri="{FF2B5EF4-FFF2-40B4-BE49-F238E27FC236}">
                <a16:creationId xmlns:a16="http://schemas.microsoft.com/office/drawing/2014/main" id="{BDE64DB8-2DF5-48AF-8D46-CB18331DACEC}"/>
              </a:ext>
            </a:extLst>
          </p:cNvPr>
          <p:cNvSpPr>
            <a:spLocks xmlns:a="http://schemas.openxmlformats.org/drawingml/2006/main" noGrp="1"/>
          </p:cNvSpPr>
          <p:nvPr/>
        </p:nvSpPr>
        <p:spPr>
          <a:xfrm xmlns:a="http://schemas.openxmlformats.org/drawingml/2006/main">
            <a:off x="0" y="0"/>
            <a:ext cx="9144000" cy="5143500"/>
          </a:xfrm>
          <a:prstGeom xmlns:a="http://schemas.openxmlformats.org/drawingml/2006/main" prst="rect">
            <a:avLst/>
          </a:prstGeom>
          <a:solidFill xmlns:a="http://schemas.openxmlformats.org/drawingml/2006/main">
            <a:srgbClr val="FFFF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598" name="Google Shape;598;p30">
            <a:extLst xmlns:a="http://schemas.openxmlformats.org/drawingml/2006/main">
              <a:ext uri="{FF2B5EF4-FFF2-40B4-BE49-F238E27FC236}">
                <a16:creationId xmlns:a16="http://schemas.microsoft.com/office/drawing/2014/main" id="{A502B2D6-2DA2-41FD-8D13-24E953E5EEAB}"/>
              </a:ext>
            </a:extLst>
          </p:cNvPr>
          <p:cNvSpPr>
            <a:spLocks xmlns:a="http://schemas.openxmlformats.org/drawingml/2006/main" noGrp="1"/>
          </p:cNvSpPr>
          <p:nvPr/>
        </p:nvSpPr>
        <p:spPr>
          <a:xfrm xmlns:a="http://schemas.openxmlformats.org/drawingml/2006/main">
            <a:off x="0" y="0"/>
            <a:ext cx="9144000" cy="57300"/>
          </a:xfrm>
          <a:prstGeom xmlns:a="http://schemas.openxmlformats.org/drawingml/2006/main" prst="rect">
            <a:avLst/>
          </a:prstGeom>
          <a:solidFill xmlns:a="http://schemas.openxmlformats.org/drawingml/2006/main">
            <a:srgbClr val="3A86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0" name="Google Shape;600;p30">
            <a:extLst xmlns:a="http://schemas.openxmlformats.org/drawingml/2006/main">
              <a:ext uri="{FF2B5EF4-FFF2-40B4-BE49-F238E27FC236}">
                <a16:creationId xmlns:a16="http://schemas.microsoft.com/office/drawing/2014/main" id="{6A70E29F-9B82-4C0E-8ED2-FFC07255D430}"/>
              </a:ext>
            </a:extLst>
          </p:cNvPr>
          <p:cNvSpPr>
            <a:spLocks xmlns:a="http://schemas.openxmlformats.org/drawingml/2006/main" noGrp="1"/>
          </p:cNvSpPr>
          <p:nvPr/>
        </p:nvSpPr>
        <p:spPr>
          <a:xfrm xmlns:a="http://schemas.openxmlformats.org/drawingml/2006/main" rot="0" flipH="0" flipV="0">
            <a:off x="8534400" y="190500"/>
            <a:ext cx="152400" cy="152400"/>
          </a:xfrm>
          <a:prstGeom xmlns:a="http://schemas.openxmlformats.org/drawingml/2006/main" prst="rect">
            <a:avLst/>
          </a:prstGeom>
          <a:solidFill xmlns:a="http://schemas.openxmlformats.org/drawingml/2006/main">
            <a:srgbClr val="3A86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1" name="Google Shape;601;p30">
            <a:extLst xmlns:a="http://schemas.openxmlformats.org/drawingml/2006/main">
              <a:ext uri="{FF2B5EF4-FFF2-40B4-BE49-F238E27FC236}">
                <a16:creationId xmlns:a16="http://schemas.microsoft.com/office/drawing/2014/main" id="{A7F0AEA7-0069-4EC2-A9F7-DBCF5DECF4CF}"/>
              </a:ext>
            </a:extLst>
          </p:cNvPr>
          <p:cNvSpPr>
            <a:spLocks xmlns:a="http://schemas.openxmlformats.org/drawingml/2006/main" noGrp="1"/>
          </p:cNvSpPr>
          <p:nvPr/>
        </p:nvSpPr>
        <p:spPr>
          <a:xfrm xmlns:a="http://schemas.openxmlformats.org/drawingml/2006/main" rot="0" flipH="0" flipV="0">
            <a:off x="8648700" y="304800"/>
            <a:ext cx="152400" cy="152400"/>
          </a:xfrm>
          <a:prstGeom xmlns:a="http://schemas.openxmlformats.org/drawingml/2006/main" prst="rect">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2" name="Google Shape;602;p30">
            <a:extLst xmlns:a="http://schemas.openxmlformats.org/drawingml/2006/main">
              <a:ext uri="{FF2B5EF4-FFF2-40B4-BE49-F238E27FC236}">
                <a16:creationId xmlns:a16="http://schemas.microsoft.com/office/drawing/2014/main" id="{4FCAAC77-7049-45AD-B25F-CB738F4F1316}"/>
              </a:ext>
            </a:extLst>
          </p:cNvPr>
          <p:cNvSpPr>
            <a:spLocks xmlns:a="http://schemas.openxmlformats.org/drawingml/2006/main" noGrp="1"/>
          </p:cNvSpPr>
          <p:nvPr/>
        </p:nvSpPr>
        <p:spPr>
          <a:xfrm xmlns:a="http://schemas.openxmlformats.org/drawingml/2006/main" rot="0" flipH="0" flipV="0">
            <a:off x="8763000" y="190500"/>
            <a:ext cx="152400" cy="152400"/>
          </a:xfrm>
          <a:prstGeom xmlns:a="http://schemas.openxmlformats.org/drawingml/2006/main" prst="rect">
            <a:avLst/>
          </a:prstGeom>
          <a:solidFill xmlns:a="http://schemas.openxmlformats.org/drawingml/2006/main">
            <a:srgbClr val="0B132B"/>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3" name="Google Shape;603;p30">
            <a:extLst xmlns:a="http://schemas.openxmlformats.org/drawingml/2006/main">
              <a:ext uri="{FF2B5EF4-FFF2-40B4-BE49-F238E27FC236}">
                <a16:creationId xmlns:a16="http://schemas.microsoft.com/office/drawing/2014/main" id="{F792C37C-A96B-4A83-B7A0-59A12411F0D4}"/>
              </a:ext>
            </a:extLst>
          </p:cNvPr>
          <p:cNvSpPr>
            <a:spLocks xmlns:a="http://schemas.openxmlformats.org/drawingml/2006/main" noGrp="1"/>
          </p:cNvSpPr>
          <p:nvPr/>
        </p:nvSpPr>
        <p:spPr>
          <a:xfrm xmlns:a="http://schemas.openxmlformats.org/drawingml/2006/main">
            <a:off x="457200" y="609600"/>
            <a:ext cx="8229600" cy="5334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2400" b="1">
                <a:solidFill>
                  <a:srgbClr val="3A86FF"/>
                </a:solidFill>
                <a:latin typeface="Montserrat"/>
                <a:ea typeface="Montserrat"/>
                <a:cs typeface="Montserrat"/>
              </a:defRPr>
            </a:pPr>
            <a:r>
              <a:rPr sz="2400" b="1" i="0">
                <a:solidFill>
                  <a:srgbClr val="3A86FF"/>
                </a:solidFill>
                <a:latin typeface="Montserrat"/>
                <a:ea typeface="Montserrat"/>
                <a:cs typeface="Montserrat"/>
              </a:rPr>
              <a:t>Windows steps</a:t>
            </a:r>
          </a:p>
        </p:txBody>
      </p:sp>
      <p:sp>
        <p:nvSpPr>
          <p:cNvPr id="606" name="Google Shape;606;p30">
            <a:extLst xmlns:a="http://schemas.openxmlformats.org/drawingml/2006/main">
              <a:ext uri="{FF2B5EF4-FFF2-40B4-BE49-F238E27FC236}">
                <a16:creationId xmlns:a16="http://schemas.microsoft.com/office/drawing/2014/main" id="{49F9CDAA-5631-4822-9E9D-8ECDA15ACED4}"/>
              </a:ext>
            </a:extLst>
          </p:cNvPr>
          <p:cNvSpPr>
            <a:spLocks xmlns:a="http://schemas.openxmlformats.org/drawingml/2006/main" noGrp="1"/>
          </p:cNvSpPr>
          <p:nvPr/>
        </p:nvSpPr>
        <p:spPr>
          <a:xfrm xmlns:a="http://schemas.openxmlformats.org/drawingml/2006/main">
            <a:off x="457200" y="1200150"/>
            <a:ext cx="8229600" cy="342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One terminal: apply a step, then run.</a:t>
            </a:r>
          </a:p>
        </p:txBody>
      </p:sp>
      <p:sp>
        <p:nvSpPr>
          <p:cNvPr id="607" name="Google Shape;607;p30">
            <a:extLst xmlns:a="http://schemas.openxmlformats.org/drawingml/2006/main">
              <a:ext uri="{FF2B5EF4-FFF2-40B4-BE49-F238E27FC236}">
                <a16:creationId xmlns:a16="http://schemas.microsoft.com/office/drawing/2014/main" id="{08527AFE-0E31-46B5-B2AB-894AB94A8036}"/>
              </a:ext>
            </a:extLst>
          </p:cNvPr>
          <p:cNvSpPr>
            <a:spLocks xmlns:a="http://schemas.openxmlformats.org/drawingml/2006/main" noGrp="1"/>
          </p:cNvSpPr>
          <p:nvPr/>
        </p:nvSpPr>
        <p:spPr>
          <a:xfrm xmlns:a="http://schemas.openxmlformats.org/drawingml/2006/main">
            <a:off x="304800" y="1657350"/>
            <a:ext cx="8534400" cy="3009900"/>
          </a:xfrm>
          <a:prstGeom xmlns:a="http://schemas.openxmlformats.org/drawingml/2006/main" prst="roundRect">
            <a:avLst>
              <a:gd name="adj" fmla="val 2234"/>
            </a:avLst>
          </a:prstGeom>
          <a:solidFill xmlns:a="http://schemas.openxmlformats.org/drawingml/2006/main">
            <a:srgbClr val="0B132B"/>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9" name="Google Shape;609;p30">
            <a:extLst xmlns:a="http://schemas.openxmlformats.org/drawingml/2006/main">
              <a:ext uri="{FF2B5EF4-FFF2-40B4-BE49-F238E27FC236}">
                <a16:creationId xmlns:a16="http://schemas.microsoft.com/office/drawing/2014/main" id="{2F687CFB-C301-4360-90A3-28762F09A555}"/>
              </a:ext>
            </a:extLst>
          </p:cNvPr>
          <p:cNvSpPr>
            <a:spLocks xmlns:a="http://schemas.openxmlformats.org/drawingml/2006/main" noGrp="1"/>
          </p:cNvSpPr>
          <p:nvPr/>
        </p:nvSpPr>
        <p:spPr>
          <a:xfrm xmlns:a="http://schemas.openxmlformats.org/drawingml/2006/main" rot="0" flipH="0" flipV="0">
            <a:off x="495300" y="1809750"/>
            <a:ext cx="114300" cy="114300"/>
          </a:xfrm>
          <a:prstGeom xmlns:a="http://schemas.openxmlformats.org/drawingml/2006/main" prst="ellipse">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0" name="Google Shape;610;p30">
            <a:extLst xmlns:a="http://schemas.openxmlformats.org/drawingml/2006/main">
              <a:ext uri="{FF2B5EF4-FFF2-40B4-BE49-F238E27FC236}">
                <a16:creationId xmlns:a16="http://schemas.microsoft.com/office/drawing/2014/main" id="{8CBBACE1-B76C-4567-A2C0-B0DBA8DA312B}"/>
              </a:ext>
            </a:extLst>
          </p:cNvPr>
          <p:cNvSpPr>
            <a:spLocks xmlns:a="http://schemas.openxmlformats.org/drawingml/2006/main" noGrp="1"/>
          </p:cNvSpPr>
          <p:nvPr/>
        </p:nvSpPr>
        <p:spPr>
          <a:xfrm xmlns:a="http://schemas.openxmlformats.org/drawingml/2006/main" rot="0" flipH="0" flipV="0">
            <a:off x="666750" y="1809750"/>
            <a:ext cx="114300" cy="114300"/>
          </a:xfrm>
          <a:prstGeom xmlns:a="http://schemas.openxmlformats.org/drawingml/2006/main" prst="ellipse">
            <a:avLst/>
          </a:prstGeom>
          <a:solidFill xmlns:a="http://schemas.openxmlformats.org/drawingml/2006/main">
            <a:srgbClr val="FFB703"/>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1" name="Google Shape;611;p30">
            <a:extLst xmlns:a="http://schemas.openxmlformats.org/drawingml/2006/main">
              <a:ext uri="{FF2B5EF4-FFF2-40B4-BE49-F238E27FC236}">
                <a16:creationId xmlns:a16="http://schemas.microsoft.com/office/drawing/2014/main" id="{BED13D9E-80AC-400E-B885-58DBEF06DDC2}"/>
              </a:ext>
            </a:extLst>
          </p:cNvPr>
          <p:cNvSpPr>
            <a:spLocks xmlns:a="http://schemas.openxmlformats.org/drawingml/2006/main" noGrp="1"/>
          </p:cNvSpPr>
          <p:nvPr/>
        </p:nvSpPr>
        <p:spPr>
          <a:xfrm xmlns:a="http://schemas.openxmlformats.org/drawingml/2006/main" rot="0" flipH="0" flipV="0">
            <a:off x="838200" y="1809750"/>
            <a:ext cx="114300" cy="114300"/>
          </a:xfrm>
          <a:prstGeom xmlns:a="http://schemas.openxmlformats.org/drawingml/2006/main" prst="ellipse">
            <a:avLst/>
          </a:prstGeom>
          <a:solidFill xmlns:a="http://schemas.openxmlformats.org/drawingml/2006/main">
            <a:srgbClr val="00E5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2" name="Google Shape;612;p30">
            <a:extLst xmlns:a="http://schemas.openxmlformats.org/drawingml/2006/main">
              <a:ext uri="{FF2B5EF4-FFF2-40B4-BE49-F238E27FC236}">
                <a16:creationId xmlns:a16="http://schemas.microsoft.com/office/drawing/2014/main" id="{BF7075FA-B03F-45F7-A401-B6F15B30BD61}"/>
              </a:ext>
            </a:extLst>
          </p:cNvPr>
          <p:cNvSpPr>
            <a:spLocks xmlns:a="http://schemas.openxmlformats.org/drawingml/2006/main" noGrp="1"/>
          </p:cNvSpPr>
          <p:nvPr/>
        </p:nvSpPr>
        <p:spPr>
          <a:xfrm xmlns:a="http://schemas.openxmlformats.org/drawingml/2006/main">
            <a:off x="1123950" y="1762125"/>
            <a:ext cx="66675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900" b="0">
                <a:solidFill>
                  <a:srgbClr val="AAB6C8"/>
                </a:solidFill>
                <a:latin typeface="Roboto Mono"/>
                <a:ea typeface="Roboto Mono"/>
                <a:cs typeface="Roboto Mono"/>
              </a:defRPr>
            </a:pPr>
            <a:r>
              <a:rPr sz="900" b="0" i="0">
                <a:solidFill>
                  <a:srgbClr val="AAB6C8"/>
                </a:solidFill>
                <a:latin typeface="Roboto Mono"/>
                <a:ea typeface="Roboto Mono"/>
                <a:cs typeface="Roboto Mono"/>
              </a:rPr>
              <a:t>Windows: PowerShell in the repo folder</a:t>
            </a:r>
          </a:p>
        </p:txBody>
      </p:sp>
      <p:sp>
        <p:nvSpPr>
          <p:cNvPr id="613" name="Google Shape;613;p30">
            <a:extLst xmlns:a="http://schemas.openxmlformats.org/drawingml/2006/main">
              <a:ext uri="{FF2B5EF4-FFF2-40B4-BE49-F238E27FC236}">
                <a16:creationId xmlns:a16="http://schemas.microsoft.com/office/drawing/2014/main" id="{0C693F38-8BEB-4F75-AF6E-E006C85958CA}"/>
              </a:ext>
            </a:extLst>
          </p:cNvPr>
          <p:cNvSpPr>
            <a:spLocks xmlns:a="http://schemas.openxmlformats.org/drawingml/2006/main" noGrp="1"/>
          </p:cNvSpPr>
          <p:nvPr/>
        </p:nvSpPr>
        <p:spPr>
          <a:xfrm xmlns:a="http://schemas.openxmlformats.org/drawingml/2006/main">
            <a:off x="495300" y="2019300"/>
            <a:ext cx="8153400" cy="9525"/>
          </a:xfrm>
          <a:prstGeom xmlns:a="http://schemas.openxmlformats.org/drawingml/2006/main" prst="rect">
            <a:avLst/>
          </a:prstGeom>
          <a:solidFill xmlns:a="http://schemas.openxmlformats.org/drawingml/2006/main">
            <a:srgbClr val="4A5568">
              <a:alpha val="3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4" name="Google Shape;614;p30">
            <a:extLst xmlns:a="http://schemas.openxmlformats.org/drawingml/2006/main">
              <a:ext uri="{FF2B5EF4-FFF2-40B4-BE49-F238E27FC236}">
                <a16:creationId xmlns:a16="http://schemas.microsoft.com/office/drawing/2014/main" id="{96139404-BB5E-4BCC-8A75-98AF7120A763}"/>
              </a:ext>
            </a:extLst>
          </p:cNvPr>
          <p:cNvSpPr>
            <a:spLocks xmlns:a="http://schemas.openxmlformats.org/drawingml/2006/main" noGrp="1"/>
          </p:cNvSpPr>
          <p:nvPr/>
        </p:nvSpPr>
        <p:spPr>
          <a:xfrm xmlns:a="http://schemas.openxmlformats.org/drawingml/2006/main">
            <a:off x="495300" y="2152650"/>
            <a:ext cx="8153400" cy="24003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1500" b="0">
                <a:solidFill>
                  <a:srgbClr val="00E5FF"/>
                </a:solidFill>
                <a:latin typeface="Roboto Mono"/>
                <a:ea typeface="Roboto Mono"/>
                <a:cs typeface="Roboto Mono"/>
              </a:defRPr>
            </a:pPr>
            <a:r>
              <a:rPr sz="1500" b="0" i="0">
                <a:solidFill>
                  <a:srgbClr val="00E5FF"/>
                </a:solidFill>
                <a:latin typeface="Roboto Mono"/>
                <a:ea typeface="Roboto Mono"/>
                <a:cs typeface="Roboto Mono"/>
              </a:rPr>
              <a:t>powershell -ExecutionPolicy Bypass -File scripts/windows/step-1.ps1</a:t>
            </a:r>
          </a:p>
          <a:p xmlns:a="http://schemas.openxmlformats.org/drawingml/2006/main">
            <a:pPr marL="0" indent="0" algn="l">
              <a:spcBef>
                <a:spcPts val="0"/>
              </a:spcBef>
              <a:spcAft>
                <a:spcPts val="0"/>
              </a:spcAft>
              <a:buNone/>
              <a:defRPr sz="1500" b="0">
                <a:solidFill>
                  <a:srgbClr val="00E5FF"/>
                </a:solidFill>
                <a:latin typeface="Roboto Mono"/>
                <a:ea typeface="Roboto Mono"/>
                <a:cs typeface="Roboto Mono"/>
              </a:defRPr>
            </a:pPr>
            <a:r>
              <a:rPr sz="1500" b="0" i="0">
                <a:solidFill>
                  <a:srgbClr val="00E5FF"/>
                </a:solidFill>
                <a:latin typeface="Roboto Mono"/>
                <a:ea typeface="Roboto Mono"/>
                <a:cs typeface="Roboto Mono"/>
              </a:rPr>
              <a:t>powershell -ExecutionPolicy Bypass -File scripts/windows/run.ps1</a:t>
            </a:r>
          </a:p>
          <a:p xmlns:a="http://schemas.openxmlformats.org/drawingml/2006/main">
            <a:pPr marL="0" indent="0" algn="l">
              <a:spcBef>
                <a:spcPts val="0"/>
              </a:spcBef>
              <a:spcAft>
                <a:spcPts val="0"/>
              </a:spcAft>
              <a:buNone/>
              <a:defRPr sz="1500" b="0">
                <a:solidFill>
                  <a:srgbClr val="00E5FF"/>
                </a:solidFill>
                <a:latin typeface="Roboto Mono"/>
                <a:ea typeface="Roboto Mono"/>
                <a:cs typeface="Roboto Mono"/>
              </a:defRPr>
            </a:pPr>
            <a:r>
              <a:rPr sz="1500" b="0" i="0">
                <a:solidFill>
                  <a:srgbClr val="00E5FF"/>
                </a:solidFill>
                <a:latin typeface="Roboto Mono"/>
                <a:ea typeface="Roboto Mono"/>
                <a:cs typeface="Roboto Mono"/>
              </a:rPr>
              <a:t>powershell -ExecutionPolicy Bypass -File scripts/windows/step-2.ps1</a:t>
            </a:r>
          </a:p>
          <a:p xmlns:a="http://schemas.openxmlformats.org/drawingml/2006/main">
            <a:pPr marL="0" indent="0" algn="l">
              <a:spcBef>
                <a:spcPts val="0"/>
              </a:spcBef>
              <a:spcAft>
                <a:spcPts val="0"/>
              </a:spcAft>
              <a:buNone/>
              <a:defRPr sz="1500" b="0">
                <a:solidFill>
                  <a:srgbClr val="00E5FF"/>
                </a:solidFill>
                <a:latin typeface="Roboto Mono"/>
                <a:ea typeface="Roboto Mono"/>
                <a:cs typeface="Roboto Mono"/>
              </a:defRPr>
            </a:pPr>
            <a:r>
              <a:rPr sz="1500" b="0" i="0">
                <a:solidFill>
                  <a:srgbClr val="00E5FF"/>
                </a:solidFill>
                <a:latin typeface="Roboto Mono"/>
                <a:ea typeface="Roboto Mono"/>
                <a:cs typeface="Roboto Mono"/>
              </a:rPr>
              <a:t>powershell -ExecutionPolicy Bypass -File scripts/windows/run.ps1</a:t>
            </a:r>
          </a:p>
          <a:p xmlns:a="http://schemas.openxmlformats.org/drawingml/2006/main">
            <a:pPr marL="0" indent="0" algn="l">
              <a:spcBef>
                <a:spcPts val="0"/>
              </a:spcBef>
              <a:spcAft>
                <a:spcPts val="0"/>
              </a:spcAft>
              <a:buNone/>
              <a:defRPr sz="1500" b="0">
                <a:solidFill>
                  <a:srgbClr val="00E5FF"/>
                </a:solidFill>
                <a:latin typeface="Roboto Mono"/>
                <a:ea typeface="Roboto Mono"/>
                <a:cs typeface="Roboto Mono"/>
              </a:defRPr>
            </a:pPr>
            <a:r>
              <a:rPr sz="1500" b="0" i="0">
                <a:solidFill>
                  <a:srgbClr val="00E5FF"/>
                </a:solidFill>
                <a:latin typeface="Roboto Mono"/>
                <a:ea typeface="Roboto Mono"/>
                <a:cs typeface="Roboto Mono"/>
              </a:rPr>
              <a:t>powershell -ExecutionPolicy Bypass -File scripts/windows/step-3.ps1</a:t>
            </a:r>
          </a:p>
          <a:p xmlns:a="http://schemas.openxmlformats.org/drawingml/2006/main">
            <a:pPr marL="0" indent="0" algn="l">
              <a:spcBef>
                <a:spcPts val="0"/>
              </a:spcBef>
              <a:spcAft>
                <a:spcPts val="0"/>
              </a:spcAft>
              <a:buNone/>
              <a:defRPr sz="1500" b="0">
                <a:solidFill>
                  <a:srgbClr val="00E5FF"/>
                </a:solidFill>
                <a:latin typeface="Roboto Mono"/>
                <a:ea typeface="Roboto Mono"/>
                <a:cs typeface="Roboto Mono"/>
              </a:defRPr>
            </a:pPr>
            <a:r>
              <a:rPr sz="1500" b="0" i="0">
                <a:solidFill>
                  <a:srgbClr val="00E5FF"/>
                </a:solidFill>
                <a:latin typeface="Roboto Mono"/>
                <a:ea typeface="Roboto Mono"/>
                <a:cs typeface="Roboto Mono"/>
              </a:rPr>
              <a:t>powershell -ExecutionPolicy Bypass -File scripts/windows/run.ps1</a:t>
            </a:r>
          </a:p>
        </p:txBody>
      </p:sp>
      <p:sp>
        <p:nvSpPr>
          <p:cNvPr id="616" name="Google Shape;616;p30">
            <a:extLst xmlns:a="http://schemas.openxmlformats.org/drawingml/2006/main">
              <a:ext uri="{FF2B5EF4-FFF2-40B4-BE49-F238E27FC236}">
                <a16:creationId xmlns:a16="http://schemas.microsoft.com/office/drawing/2014/main" id="{938F25FE-1CEE-4D52-BA50-3E4F4A96F494}"/>
              </a:ext>
            </a:extLst>
          </p:cNvPr>
          <p:cNvSpPr>
            <a:spLocks xmlns:a="http://schemas.openxmlformats.org/drawingml/2006/main" noGrp="1"/>
          </p:cNvSpPr>
          <p:nvPr/>
        </p:nvSpPr>
        <p:spPr>
          <a:xfrm xmlns:a="http://schemas.openxmlformats.org/drawingml/2006/main" rot="0" flipH="0" flipV="0">
            <a:off x="3048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7" name="Google Shape;617;p30">
            <a:extLst xmlns:a="http://schemas.openxmlformats.org/drawingml/2006/main">
              <a:ext uri="{FF2B5EF4-FFF2-40B4-BE49-F238E27FC236}">
                <a16:creationId xmlns:a16="http://schemas.microsoft.com/office/drawing/2014/main" id="{BE48538D-7670-4B98-AE07-8E48DE8A0DFF}"/>
              </a:ext>
            </a:extLst>
          </p:cNvPr>
          <p:cNvSpPr>
            <a:spLocks xmlns:a="http://schemas.openxmlformats.org/drawingml/2006/main" noGrp="1"/>
          </p:cNvSpPr>
          <p:nvPr/>
        </p:nvSpPr>
        <p:spPr>
          <a:xfrm xmlns:a="http://schemas.openxmlformats.org/drawingml/2006/main" rot="0" flipH="0" flipV="0">
            <a:off x="4191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8" name="Google Shape;618;p30">
            <a:extLst xmlns:a="http://schemas.openxmlformats.org/drawingml/2006/main">
              <a:ext uri="{FF2B5EF4-FFF2-40B4-BE49-F238E27FC236}">
                <a16:creationId xmlns:a16="http://schemas.microsoft.com/office/drawing/2014/main" id="{973D0627-A512-4D22-AF39-3B6689222379}"/>
              </a:ext>
            </a:extLst>
          </p:cNvPr>
          <p:cNvSpPr>
            <a:spLocks xmlns:a="http://schemas.openxmlformats.org/drawingml/2006/main" noGrp="1"/>
          </p:cNvSpPr>
          <p:nvPr/>
        </p:nvSpPr>
        <p:spPr>
          <a:xfrm xmlns:a="http://schemas.openxmlformats.org/drawingml/2006/main" rot="0" flipH="0" flipV="0">
            <a:off x="5334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9" name="Google Shape;619;p30">
            <a:extLst xmlns:a="http://schemas.openxmlformats.org/drawingml/2006/main">
              <a:ext uri="{FF2B5EF4-FFF2-40B4-BE49-F238E27FC236}">
                <a16:creationId xmlns:a16="http://schemas.microsoft.com/office/drawing/2014/main" id="{54AEA391-4C9F-4080-8D49-5292B8785BD0}"/>
              </a:ext>
            </a:extLst>
          </p:cNvPr>
          <p:cNvSpPr>
            <a:spLocks xmlns:a="http://schemas.openxmlformats.org/drawingml/2006/main" noGrp="1"/>
          </p:cNvSpPr>
          <p:nvPr/>
        </p:nvSpPr>
        <p:spPr>
          <a:xfrm xmlns:a="http://schemas.openxmlformats.org/drawingml/2006/main" rot="0" flipH="0" flipV="0">
            <a:off x="6477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0" name="Google Shape;620;p30">
            <a:extLst xmlns:a="http://schemas.openxmlformats.org/drawingml/2006/main">
              <a:ext uri="{FF2B5EF4-FFF2-40B4-BE49-F238E27FC236}">
                <a16:creationId xmlns:a16="http://schemas.microsoft.com/office/drawing/2014/main" id="{4841CB6C-B213-4382-9120-31A9725344DF}"/>
              </a:ext>
            </a:extLst>
          </p:cNvPr>
          <p:cNvSpPr>
            <a:spLocks xmlns:a="http://schemas.openxmlformats.org/drawingml/2006/main" noGrp="1"/>
          </p:cNvSpPr>
          <p:nvPr/>
        </p:nvSpPr>
        <p:spPr>
          <a:xfrm xmlns:a="http://schemas.openxmlformats.org/drawingml/2006/main" rot="0" flipH="0" flipV="0">
            <a:off x="3048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1" name="Google Shape;621;p30">
            <a:extLst xmlns:a="http://schemas.openxmlformats.org/drawingml/2006/main">
              <a:ext uri="{FF2B5EF4-FFF2-40B4-BE49-F238E27FC236}">
                <a16:creationId xmlns:a16="http://schemas.microsoft.com/office/drawing/2014/main" id="{6BAFD878-D249-462E-81B1-15FA427A67FB}"/>
              </a:ext>
            </a:extLst>
          </p:cNvPr>
          <p:cNvSpPr>
            <a:spLocks xmlns:a="http://schemas.openxmlformats.org/drawingml/2006/main" noGrp="1"/>
          </p:cNvSpPr>
          <p:nvPr/>
        </p:nvSpPr>
        <p:spPr>
          <a:xfrm xmlns:a="http://schemas.openxmlformats.org/drawingml/2006/main" rot="0" flipH="0" flipV="0">
            <a:off x="4191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2" name="Google Shape;622;p30">
            <a:extLst xmlns:a="http://schemas.openxmlformats.org/drawingml/2006/main">
              <a:ext uri="{FF2B5EF4-FFF2-40B4-BE49-F238E27FC236}">
                <a16:creationId xmlns:a16="http://schemas.microsoft.com/office/drawing/2014/main" id="{320A5658-0CE0-4121-BC2D-84683E8BE481}"/>
              </a:ext>
            </a:extLst>
          </p:cNvPr>
          <p:cNvSpPr>
            <a:spLocks xmlns:a="http://schemas.openxmlformats.org/drawingml/2006/main" noGrp="1"/>
          </p:cNvSpPr>
          <p:nvPr/>
        </p:nvSpPr>
        <p:spPr>
          <a:xfrm xmlns:a="http://schemas.openxmlformats.org/drawingml/2006/main" rot="0" flipH="0" flipV="0">
            <a:off x="5334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3" name="Google Shape;623;p30">
            <a:extLst xmlns:a="http://schemas.openxmlformats.org/drawingml/2006/main">
              <a:ext uri="{FF2B5EF4-FFF2-40B4-BE49-F238E27FC236}">
                <a16:creationId xmlns:a16="http://schemas.microsoft.com/office/drawing/2014/main" id="{826F4E11-13A4-4FDC-A6F3-7BE2B87C1786}"/>
              </a:ext>
            </a:extLst>
          </p:cNvPr>
          <p:cNvSpPr>
            <a:spLocks xmlns:a="http://schemas.openxmlformats.org/drawingml/2006/main" noGrp="1"/>
          </p:cNvSpPr>
          <p:nvPr/>
        </p:nvSpPr>
        <p:spPr>
          <a:xfrm xmlns:a="http://schemas.openxmlformats.org/drawingml/2006/main" rot="0" flipH="0" flipV="0">
            <a:off x="6477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4" name="Google Shape;624;p30">
            <a:extLst xmlns:a="http://schemas.openxmlformats.org/drawingml/2006/main">
              <a:ext uri="{FF2B5EF4-FFF2-40B4-BE49-F238E27FC236}">
                <a16:creationId xmlns:a16="http://schemas.microsoft.com/office/drawing/2014/main" id="{EE5B6AB9-6207-43BB-88BD-98F83A2DC85C}"/>
              </a:ext>
            </a:extLst>
          </p:cNvPr>
          <p:cNvSpPr>
            <a:spLocks xmlns:a="http://schemas.openxmlformats.org/drawingml/2006/main" noGrp="1"/>
          </p:cNvSpPr>
          <p:nvPr/>
        </p:nvSpPr>
        <p:spPr>
          <a:xfrm xmlns:a="http://schemas.openxmlformats.org/drawingml/2006/main" rot="0" flipH="0" flipV="0">
            <a:off x="3048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5" name="Google Shape;625;p30">
            <a:extLst xmlns:a="http://schemas.openxmlformats.org/drawingml/2006/main">
              <a:ext uri="{FF2B5EF4-FFF2-40B4-BE49-F238E27FC236}">
                <a16:creationId xmlns:a16="http://schemas.microsoft.com/office/drawing/2014/main" id="{C2DF7D51-C402-46B7-960E-6C22BD70E859}"/>
              </a:ext>
            </a:extLst>
          </p:cNvPr>
          <p:cNvSpPr>
            <a:spLocks xmlns:a="http://schemas.openxmlformats.org/drawingml/2006/main" noGrp="1"/>
          </p:cNvSpPr>
          <p:nvPr/>
        </p:nvSpPr>
        <p:spPr>
          <a:xfrm xmlns:a="http://schemas.openxmlformats.org/drawingml/2006/main" rot="0" flipH="0" flipV="0">
            <a:off x="4191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6" name="Google Shape;626;p30">
            <a:extLst xmlns:a="http://schemas.openxmlformats.org/drawingml/2006/main">
              <a:ext uri="{FF2B5EF4-FFF2-40B4-BE49-F238E27FC236}">
                <a16:creationId xmlns:a16="http://schemas.microsoft.com/office/drawing/2014/main" id="{62DB0BB0-C739-46BB-BE25-D88FBACB8360}"/>
              </a:ext>
            </a:extLst>
          </p:cNvPr>
          <p:cNvSpPr>
            <a:spLocks xmlns:a="http://schemas.openxmlformats.org/drawingml/2006/main" noGrp="1"/>
          </p:cNvSpPr>
          <p:nvPr/>
        </p:nvSpPr>
        <p:spPr>
          <a:xfrm xmlns:a="http://schemas.openxmlformats.org/drawingml/2006/main" rot="0" flipH="0" flipV="0">
            <a:off x="5334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7" name="Google Shape;627;p30">
            <a:extLst xmlns:a="http://schemas.openxmlformats.org/drawingml/2006/main">
              <a:ext uri="{FF2B5EF4-FFF2-40B4-BE49-F238E27FC236}">
                <a16:creationId xmlns:a16="http://schemas.microsoft.com/office/drawing/2014/main" id="{B5CB37D1-1DA5-4A9C-A4BD-F5E753BFDF6A}"/>
              </a:ext>
            </a:extLst>
          </p:cNvPr>
          <p:cNvSpPr>
            <a:spLocks xmlns:a="http://schemas.openxmlformats.org/drawingml/2006/main" noGrp="1"/>
          </p:cNvSpPr>
          <p:nvPr/>
        </p:nvSpPr>
        <p:spPr>
          <a:xfrm xmlns:a="http://schemas.openxmlformats.org/drawingml/2006/main" rot="0" flipH="0" flipV="0">
            <a:off x="6477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pic>
        <p:nvPicPr>
          <p:cNvPr id="663" name="Google Shape;628;p30"/>
          <p:cNvPicPr>
            <a:picLocks xmlns:a="http://schemas.openxmlformats.org/drawingml/2006/main" noChangeAspect="1"/>
          </p:cNvPicPr>
          <p:nvPr/>
        </p:nvPicPr>
        <p:blipFill rotWithShape="1">
          <a:blip xmlns:r="http://schemas.openxmlformats.org/officeDocument/2006/relationships" xmlns:a="http://schemas.openxmlformats.org/drawingml/2006/main" r:embed="R360801152d124ece">
            <a:alphaModFix/>
          </a:blip>
          <a:srcRect xmlns:a="http://schemas.openxmlformats.org/drawingml/2006/main" l="0" t="0" r="0" b="0"/>
          <a:stretch xmlns:a="http://schemas.openxmlformats.org/drawingml/2006/main"/>
        </p:blipFill>
        <p:spPr>
          <a:xfrm xmlns:a="http://schemas.openxmlformats.org/drawingml/2006/main" rot="0" flipH="0" flipV="0">
            <a:off x="304800" y="5029200"/>
            <a:ext cx="38100" cy="38100"/>
          </a:xfrm>
          <a:prstGeom xmlns:a="http://schemas.openxmlformats.org/drawingml/2006/main" prst="rect">
            <a:avLst/>
          </a:prstGeom>
          <a:ln xmlns:a="http://schemas.openxmlformats.org/drawingml/2006/main">
            <a:noFill/>
          </a:ln>
        </p:spPr>
      </p:pic>
      <p:pic>
        <p:nvPicPr>
          <p:cNvPr id="664" name="Google Shape;629;p30"/>
          <p:cNvPicPr>
            <a:picLocks xmlns:a="http://schemas.openxmlformats.org/drawingml/2006/main" noChangeAspect="1"/>
          </p:cNvPicPr>
          <p:nvPr/>
        </p:nvPicPr>
        <p:blipFill rotWithShape="1">
          <a:blip xmlns:r="http://schemas.openxmlformats.org/officeDocument/2006/relationships" xmlns:a="http://schemas.openxmlformats.org/drawingml/2006/main" r:embed="R360801152d124ece">
            <a:alphaModFix/>
          </a:blip>
          <a:srcRect xmlns:a="http://schemas.openxmlformats.org/drawingml/2006/main" l="0" t="0" r="0" b="0"/>
          <a:stretch xmlns:a="http://schemas.openxmlformats.org/drawingml/2006/main"/>
        </p:blipFill>
        <p:spPr>
          <a:xfrm xmlns:a="http://schemas.openxmlformats.org/drawingml/2006/main" rot="0" flipH="0" flipV="0">
            <a:off x="419100" y="5029200"/>
            <a:ext cx="38100" cy="38100"/>
          </a:xfrm>
          <a:prstGeom xmlns:a="http://schemas.openxmlformats.org/drawingml/2006/main" prst="rect">
            <a:avLst/>
          </a:prstGeom>
          <a:ln xmlns:a="http://schemas.openxmlformats.org/drawingml/2006/main">
            <a:noFill/>
          </a:ln>
        </p:spPr>
      </p:pic>
      <p:pic>
        <p:nvPicPr>
          <p:cNvPr id="665" name="Google Shape;630;p30"/>
          <p:cNvPicPr>
            <a:picLocks xmlns:a="http://schemas.openxmlformats.org/drawingml/2006/main" noChangeAspect="1"/>
          </p:cNvPicPr>
          <p:nvPr/>
        </p:nvPicPr>
        <p:blipFill rotWithShape="1">
          <a:blip xmlns:r="http://schemas.openxmlformats.org/officeDocument/2006/relationships" xmlns:a="http://schemas.openxmlformats.org/drawingml/2006/main" r:embed="R360801152d124ece">
            <a:alphaModFix/>
          </a:blip>
          <a:srcRect xmlns:a="http://schemas.openxmlformats.org/drawingml/2006/main" l="0" t="0" r="0" b="0"/>
          <a:stretch xmlns:a="http://schemas.openxmlformats.org/drawingml/2006/main"/>
        </p:blipFill>
        <p:spPr>
          <a:xfrm xmlns:a="http://schemas.openxmlformats.org/drawingml/2006/main" rot="0" flipH="0" flipV="0">
            <a:off x="533400" y="5029200"/>
            <a:ext cx="38100" cy="38100"/>
          </a:xfrm>
          <a:prstGeom xmlns:a="http://schemas.openxmlformats.org/drawingml/2006/main" prst="rect">
            <a:avLst/>
          </a:prstGeom>
          <a:ln xmlns:a="http://schemas.openxmlformats.org/drawingml/2006/main">
            <a:noFill/>
          </a:ln>
        </p:spPr>
      </p:pic>
      <p:pic>
        <p:nvPicPr>
          <p:cNvPr id="666" name="Google Shape;631;p30"/>
          <p:cNvPicPr>
            <a:picLocks xmlns:a="http://schemas.openxmlformats.org/drawingml/2006/main" noChangeAspect="1"/>
          </p:cNvPicPr>
          <p:nvPr/>
        </p:nvPicPr>
        <p:blipFill rotWithShape="1">
          <a:blip xmlns:r="http://schemas.openxmlformats.org/officeDocument/2006/relationships" xmlns:a="http://schemas.openxmlformats.org/drawingml/2006/main" r:embed="R360801152d124ece">
            <a:alphaModFix/>
          </a:blip>
          <a:srcRect xmlns:a="http://schemas.openxmlformats.org/drawingml/2006/main" l="0" t="0" r="0" b="0"/>
          <a:stretch xmlns:a="http://schemas.openxmlformats.org/drawingml/2006/main"/>
        </p:blipFill>
        <p:spPr>
          <a:xfrm xmlns:a="http://schemas.openxmlformats.org/drawingml/2006/main" rot="0" flipH="0" flipV="0">
            <a:off x="647700" y="5029200"/>
            <a:ext cx="38100" cy="38100"/>
          </a:xfrm>
          <a:prstGeom xmlns:a="http://schemas.openxmlformats.org/drawingml/2006/main" prst="rect">
            <a:avLst/>
          </a:prstGeom>
          <a:ln xmlns:a="http://schemas.openxmlformats.org/drawingml/2006/main">
            <a:noFill/>
          </a:ln>
        </p:spPr>
      </p:pic>
      <p:sp>
        <p:nvSpPr>
          <p:cNvPr id="632" name="Google Shape;632;p30">
            <a:extLst xmlns:a="http://schemas.openxmlformats.org/drawingml/2006/main">
              <a:ext uri="{FF2B5EF4-FFF2-40B4-BE49-F238E27FC236}">
                <a16:creationId xmlns:a16="http://schemas.microsoft.com/office/drawing/2014/main" id="{E262D8CA-B2E6-42BF-B284-8A72626B147C}"/>
              </a:ext>
            </a:extLst>
          </p:cNvPr>
          <p:cNvSpPr>
            <a:spLocks xmlns:a="http://schemas.openxmlformats.org/drawingml/2006/main" noGrp="1"/>
          </p:cNvSpPr>
          <p:nvPr/>
        </p:nvSpPr>
        <p:spPr>
          <a:xfrm xmlns:a="http://schemas.openxmlformats.org/drawingml/2006/main">
            <a:off x="457200" y="228600"/>
            <a:ext cx="4762500" cy="285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lvl="0" indent="0" algn="l">
              <a:spcBef>
                <a:spcPts val="0"/>
              </a:spcBef>
              <a:spcAft>
                <a:spcPts val="0"/>
              </a:spcAft>
              <a:buNone/>
            </a:pPr>
            <a:r>
              <a:rPr sz="1050" b="0">
                <a:solidFill>
                  <a:srgbClr val="3A86FF"/>
                </a:solidFill>
                <a:latin typeface="Inter SemiBold"/>
                <a:ea typeface="Inter SemiBold"/>
                <a:cs typeface="Inter SemiBold"/>
              </a:rPr>
              <a:t>LINUX SYSTEM MONITORING WITH BPFTRACE</a:t>
            </a:r>
            <a:r>
              <a:rPr sz="1050">
                <a:solidFill>
                  <a:srgbClr val="3A86FF"/>
                </a:solidFill>
                <a:latin typeface="Inter SemiBold"/>
                <a:ea typeface="Inter SemiBold"/>
                <a:cs typeface="Inter SemiBold"/>
              </a:rPr>
              <a:t> AND EBPF</a:t>
            </a:r>
            <a:endParaRPr sz="1050" b="0">
              <a:solidFill>
                <a:srgbClr val="3A86FF"/>
              </a:solidFill>
              <a:latin typeface="Inter SemiBold"/>
              <a:ea typeface="Inter SemiBold"/>
              <a:cs typeface="Inter SemiBold"/>
            </a:endParaRPr>
          </a:p>
        </p:txBody>
      </p:sp>
    </p:spTree>
    <p:extLst>
      <p:ext uri="{BB962C8B-B14F-4D97-AF65-F5344CB8AC3E}">
        <p14:creationId xmlns:p14="http://schemas.microsoft.com/office/powerpoint/2010/main" val="1209551683"/>
      </p:ext>
    </p:extLst>
  </p:cSld>
</p:sld>
</file>

<file path=ppt/slides/slide8.xml><?xml version="1.0" encoding="utf-8"?>
<p:sld xmlns:p="http://schemas.openxmlformats.org/presentationml/2006/main">
  <p:cSld>
    <p:spTree>
      <p:nvGrpSpPr>
        <p:cNvPr id="1" name=""/>
        <p:cNvGrpSpPr/>
        <p:nvPr/>
      </p:nvGrpSpPr>
      <p:grpSpPr>
        <a:xfrm xmlns:a="http://schemas.openxmlformats.org/drawingml/2006/main"/>
      </p:grpSpPr>
      <p:sp>
        <p:nvSpPr>
          <p:cNvPr id="597" name="Google Shape;597;p30">
            <a:extLst xmlns:a="http://schemas.openxmlformats.org/drawingml/2006/main">
              <a:ext uri="{FF2B5EF4-FFF2-40B4-BE49-F238E27FC236}">
                <a16:creationId xmlns:a16="http://schemas.microsoft.com/office/drawing/2014/main" id="{BDE64DB8-2DF5-48AF-8D46-CB18331DACEC}"/>
              </a:ext>
            </a:extLst>
          </p:cNvPr>
          <p:cNvSpPr>
            <a:spLocks xmlns:a="http://schemas.openxmlformats.org/drawingml/2006/main" noGrp="1"/>
          </p:cNvSpPr>
          <p:nvPr/>
        </p:nvSpPr>
        <p:spPr>
          <a:xfrm xmlns:a="http://schemas.openxmlformats.org/drawingml/2006/main">
            <a:off x="0" y="0"/>
            <a:ext cx="9144000" cy="5143500"/>
          </a:xfrm>
          <a:prstGeom xmlns:a="http://schemas.openxmlformats.org/drawingml/2006/main" prst="rect">
            <a:avLst/>
          </a:prstGeom>
          <a:solidFill xmlns:a="http://schemas.openxmlformats.org/drawingml/2006/main">
            <a:srgbClr val="FFFF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598" name="Google Shape;598;p30">
            <a:extLst xmlns:a="http://schemas.openxmlformats.org/drawingml/2006/main">
              <a:ext uri="{FF2B5EF4-FFF2-40B4-BE49-F238E27FC236}">
                <a16:creationId xmlns:a16="http://schemas.microsoft.com/office/drawing/2014/main" id="{A502B2D6-2DA2-41FD-8D13-24E953E5EEAB}"/>
              </a:ext>
            </a:extLst>
          </p:cNvPr>
          <p:cNvSpPr>
            <a:spLocks xmlns:a="http://schemas.openxmlformats.org/drawingml/2006/main" noGrp="1"/>
          </p:cNvSpPr>
          <p:nvPr/>
        </p:nvSpPr>
        <p:spPr>
          <a:xfrm xmlns:a="http://schemas.openxmlformats.org/drawingml/2006/main">
            <a:off x="0" y="0"/>
            <a:ext cx="9144000" cy="57300"/>
          </a:xfrm>
          <a:prstGeom xmlns:a="http://schemas.openxmlformats.org/drawingml/2006/main" prst="rect">
            <a:avLst/>
          </a:prstGeom>
          <a:solidFill xmlns:a="http://schemas.openxmlformats.org/drawingml/2006/main">
            <a:srgbClr val="3A86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0" name="Google Shape;600;p30">
            <a:extLst xmlns:a="http://schemas.openxmlformats.org/drawingml/2006/main">
              <a:ext uri="{FF2B5EF4-FFF2-40B4-BE49-F238E27FC236}">
                <a16:creationId xmlns:a16="http://schemas.microsoft.com/office/drawing/2014/main" id="{6A70E29F-9B82-4C0E-8ED2-FFC07255D430}"/>
              </a:ext>
            </a:extLst>
          </p:cNvPr>
          <p:cNvSpPr>
            <a:spLocks xmlns:a="http://schemas.openxmlformats.org/drawingml/2006/main" noGrp="1"/>
          </p:cNvSpPr>
          <p:nvPr/>
        </p:nvSpPr>
        <p:spPr>
          <a:xfrm xmlns:a="http://schemas.openxmlformats.org/drawingml/2006/main" rot="0" flipH="0" flipV="0">
            <a:off x="8534400" y="190500"/>
            <a:ext cx="152400" cy="152400"/>
          </a:xfrm>
          <a:prstGeom xmlns:a="http://schemas.openxmlformats.org/drawingml/2006/main" prst="rect">
            <a:avLst/>
          </a:prstGeom>
          <a:solidFill xmlns:a="http://schemas.openxmlformats.org/drawingml/2006/main">
            <a:srgbClr val="3A86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1" name="Google Shape;601;p30">
            <a:extLst xmlns:a="http://schemas.openxmlformats.org/drawingml/2006/main">
              <a:ext uri="{FF2B5EF4-FFF2-40B4-BE49-F238E27FC236}">
                <a16:creationId xmlns:a16="http://schemas.microsoft.com/office/drawing/2014/main" id="{A7F0AEA7-0069-4EC2-A9F7-DBCF5DECF4CF}"/>
              </a:ext>
            </a:extLst>
          </p:cNvPr>
          <p:cNvSpPr>
            <a:spLocks xmlns:a="http://schemas.openxmlformats.org/drawingml/2006/main" noGrp="1"/>
          </p:cNvSpPr>
          <p:nvPr/>
        </p:nvSpPr>
        <p:spPr>
          <a:xfrm xmlns:a="http://schemas.openxmlformats.org/drawingml/2006/main" rot="0" flipH="0" flipV="0">
            <a:off x="8648700" y="304800"/>
            <a:ext cx="152400" cy="152400"/>
          </a:xfrm>
          <a:prstGeom xmlns:a="http://schemas.openxmlformats.org/drawingml/2006/main" prst="rect">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2" name="Google Shape;602;p30">
            <a:extLst xmlns:a="http://schemas.openxmlformats.org/drawingml/2006/main">
              <a:ext uri="{FF2B5EF4-FFF2-40B4-BE49-F238E27FC236}">
                <a16:creationId xmlns:a16="http://schemas.microsoft.com/office/drawing/2014/main" id="{4FCAAC77-7049-45AD-B25F-CB738F4F1316}"/>
              </a:ext>
            </a:extLst>
          </p:cNvPr>
          <p:cNvSpPr>
            <a:spLocks xmlns:a="http://schemas.openxmlformats.org/drawingml/2006/main" noGrp="1"/>
          </p:cNvSpPr>
          <p:nvPr/>
        </p:nvSpPr>
        <p:spPr>
          <a:xfrm xmlns:a="http://schemas.openxmlformats.org/drawingml/2006/main" rot="0" flipH="0" flipV="0">
            <a:off x="8763000" y="190500"/>
            <a:ext cx="152400" cy="152400"/>
          </a:xfrm>
          <a:prstGeom xmlns:a="http://schemas.openxmlformats.org/drawingml/2006/main" prst="rect">
            <a:avLst/>
          </a:prstGeom>
          <a:solidFill xmlns:a="http://schemas.openxmlformats.org/drawingml/2006/main">
            <a:srgbClr val="0B132B"/>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3" name="Google Shape;603;p30">
            <a:extLst xmlns:a="http://schemas.openxmlformats.org/drawingml/2006/main">
              <a:ext uri="{FF2B5EF4-FFF2-40B4-BE49-F238E27FC236}">
                <a16:creationId xmlns:a16="http://schemas.microsoft.com/office/drawing/2014/main" id="{F792C37C-A96B-4A83-B7A0-59A12411F0D4}"/>
              </a:ext>
            </a:extLst>
          </p:cNvPr>
          <p:cNvSpPr>
            <a:spLocks xmlns:a="http://schemas.openxmlformats.org/drawingml/2006/main" noGrp="1"/>
          </p:cNvSpPr>
          <p:nvPr/>
        </p:nvSpPr>
        <p:spPr>
          <a:xfrm xmlns:a="http://schemas.openxmlformats.org/drawingml/2006/main">
            <a:off x="457200" y="609600"/>
            <a:ext cx="8229600" cy="5334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2400" b="1">
                <a:solidFill>
                  <a:srgbClr val="3A86FF"/>
                </a:solidFill>
                <a:latin typeface="Montserrat"/>
                <a:ea typeface="Montserrat"/>
                <a:cs typeface="Montserrat"/>
              </a:defRPr>
            </a:pPr>
            <a:r>
              <a:rPr sz="2400" b="1" i="0">
                <a:solidFill>
                  <a:srgbClr val="3A86FF"/>
                </a:solidFill>
                <a:latin typeface="Montserrat"/>
                <a:ea typeface="Montserrat"/>
                <a:cs typeface="Montserrat"/>
              </a:rPr>
              <a:t>Step 1: Create the collector</a:t>
            </a:r>
          </a:p>
        </p:txBody>
      </p:sp>
      <p:sp>
        <p:nvSpPr>
          <p:cNvPr id="604" name="Google Shape;604;p30">
            <a:extLst xmlns:a="http://schemas.openxmlformats.org/drawingml/2006/main">
              <a:ext uri="{FF2B5EF4-FFF2-40B4-BE49-F238E27FC236}">
                <a16:creationId xmlns:a16="http://schemas.microsoft.com/office/drawing/2014/main" id="{CB1389F3-AE35-44FF-B13C-8FDB3606FAB8}"/>
              </a:ext>
            </a:extLst>
          </p:cNvPr>
          <p:cNvSpPr>
            <a:spLocks xmlns:a="http://schemas.openxmlformats.org/drawingml/2006/main" noGrp="1"/>
          </p:cNvSpPr>
          <p:nvPr/>
        </p:nvSpPr>
        <p:spPr>
          <a:xfrm xmlns:a="http://schemas.openxmlformats.org/drawingml/2006/main">
            <a:off x="304800" y="1219200"/>
            <a:ext cx="3013500" cy="3410100"/>
          </a:xfrm>
          <a:prstGeom xmlns:a="http://schemas.openxmlformats.org/drawingml/2006/main" prst="roundRect">
            <a:avLst>
              <a:gd name="adj" fmla="val 1117"/>
            </a:avLst>
          </a:prstGeom>
          <a:solidFill xmlns:a="http://schemas.openxmlformats.org/drawingml/2006/main">
            <a:srgbClr val="F4F7F6"/>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5" name="Google Shape;605;p30">
            <a:extLst xmlns:a="http://schemas.openxmlformats.org/drawingml/2006/main">
              <a:ext uri="{FF2B5EF4-FFF2-40B4-BE49-F238E27FC236}">
                <a16:creationId xmlns:a16="http://schemas.microsoft.com/office/drawing/2014/main" id="{196A3D5B-A6C4-49B2-8ABC-B5CEE75009B4}"/>
              </a:ext>
            </a:extLst>
          </p:cNvPr>
          <p:cNvSpPr>
            <a:spLocks xmlns:a="http://schemas.openxmlformats.org/drawingml/2006/main" noGrp="1"/>
          </p:cNvSpPr>
          <p:nvPr/>
        </p:nvSpPr>
        <p:spPr>
          <a:xfrm xmlns:a="http://schemas.openxmlformats.org/drawingml/2006/main">
            <a:off x="304800" y="1219200"/>
            <a:ext cx="38100" cy="3410100"/>
          </a:xfrm>
          <a:prstGeom xmlns:a="http://schemas.openxmlformats.org/drawingml/2006/main" prst="rect">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6" name="Google Shape;606;p30">
            <a:extLst xmlns:a="http://schemas.openxmlformats.org/drawingml/2006/main">
              <a:ext uri="{FF2B5EF4-FFF2-40B4-BE49-F238E27FC236}">
                <a16:creationId xmlns:a16="http://schemas.microsoft.com/office/drawing/2014/main" id="{49F9CDAA-5631-4822-9E9D-8ECDA15ACED4}"/>
              </a:ext>
            </a:extLst>
          </p:cNvPr>
          <p:cNvSpPr>
            <a:spLocks xmlns:a="http://schemas.openxmlformats.org/drawingml/2006/main" noGrp="1"/>
          </p:cNvSpPr>
          <p:nvPr/>
        </p:nvSpPr>
        <p:spPr>
          <a:xfrm xmlns:a="http://schemas.openxmlformats.org/drawingml/2006/main">
            <a:off x="571500" y="1447800"/>
            <a:ext cx="2569500" cy="2952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Run step 1, then run.</a:t>
            </a:r>
          </a:p>
          <a:p xmlns:a="http://schemas.openxmlformats.org/drawingml/2006/main">
            <a:pPr marL="0" indent="0">
              <a:spcBef>
                <a:spcPts val="0"/>
              </a:spcBef>
              <a:spcAft>
                <a:spcPts val="0"/>
              </a:spcAft>
              <a:buNone/>
            </a:pPr>
            <a:r>
              <a:rPr sz="1500" b="0" i="0">
                <a:solidFill>
                  <a:srgbClr val="4A5568"/>
                </a:solidFill>
                <a:latin typeface="Inter"/>
                <a:ea typeface="Inter"/>
                <a:cs typeface="Inter"/>
              </a:rPr>
              <a:t/>
            </a:r>
          </a:p>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Step 1 creates src/main.cpp and src/CMakeLists.txt locally. The run script builds them in Ubuntu.</a:t>
            </a:r>
          </a:p>
          <a:p xmlns:a="http://schemas.openxmlformats.org/drawingml/2006/main">
            <a:pPr marL="0" indent="0">
              <a:spcBef>
                <a:spcPts val="0"/>
              </a:spcBef>
              <a:spcAft>
                <a:spcPts val="0"/>
              </a:spcAft>
              <a:buNone/>
            </a:pPr>
            <a:r>
              <a:rPr sz="1500" b="0" i="0">
                <a:solidFill>
                  <a:srgbClr val="4A5568"/>
                </a:solidFill>
                <a:latin typeface="Inter"/>
                <a:ea typeface="Inter"/>
                <a:cs typeface="Inter"/>
              </a:rPr>
              <a:t/>
            </a:r>
          </a:p>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It attaches for ten seconds, then stops. It does not read events yet.</a:t>
            </a:r>
          </a:p>
        </p:txBody>
      </p:sp>
      <p:sp>
        <p:nvSpPr>
          <p:cNvPr id="607" name="Google Shape;607;p30">
            <a:extLst xmlns:a="http://schemas.openxmlformats.org/drawingml/2006/main">
              <a:ext uri="{FF2B5EF4-FFF2-40B4-BE49-F238E27FC236}">
                <a16:creationId xmlns:a16="http://schemas.microsoft.com/office/drawing/2014/main" id="{08527AFE-0E31-46B5-B2AB-894AB94A8036}"/>
              </a:ext>
            </a:extLst>
          </p:cNvPr>
          <p:cNvSpPr>
            <a:spLocks xmlns:a="http://schemas.openxmlformats.org/drawingml/2006/main" noGrp="1"/>
          </p:cNvSpPr>
          <p:nvPr/>
        </p:nvSpPr>
        <p:spPr>
          <a:xfrm xmlns:a="http://schemas.openxmlformats.org/drawingml/2006/main">
            <a:off x="3482825" y="1219200"/>
            <a:ext cx="5356500" cy="3410100"/>
          </a:xfrm>
          <a:prstGeom xmlns:a="http://schemas.openxmlformats.org/drawingml/2006/main" prst="roundRect">
            <a:avLst>
              <a:gd name="adj" fmla="val 2234"/>
            </a:avLst>
          </a:prstGeom>
          <a:solidFill xmlns:a="http://schemas.openxmlformats.org/drawingml/2006/main">
            <a:srgbClr val="0B132B"/>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9" name="Google Shape;609;p30">
            <a:extLst xmlns:a="http://schemas.openxmlformats.org/drawingml/2006/main">
              <a:ext uri="{FF2B5EF4-FFF2-40B4-BE49-F238E27FC236}">
                <a16:creationId xmlns:a16="http://schemas.microsoft.com/office/drawing/2014/main" id="{2F687CFB-C301-4360-90A3-28762F09A555}"/>
              </a:ext>
            </a:extLst>
          </p:cNvPr>
          <p:cNvSpPr>
            <a:spLocks xmlns:a="http://schemas.openxmlformats.org/drawingml/2006/main" noGrp="1"/>
          </p:cNvSpPr>
          <p:nvPr/>
        </p:nvSpPr>
        <p:spPr>
          <a:xfrm xmlns:a="http://schemas.openxmlformats.org/drawingml/2006/main" rot="0" flipH="0" flipV="0">
            <a:off x="3774125" y="1409700"/>
            <a:ext cx="114300" cy="114300"/>
          </a:xfrm>
          <a:prstGeom xmlns:a="http://schemas.openxmlformats.org/drawingml/2006/main" prst="ellipse">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0" name="Google Shape;610;p30">
            <a:extLst xmlns:a="http://schemas.openxmlformats.org/drawingml/2006/main">
              <a:ext uri="{FF2B5EF4-FFF2-40B4-BE49-F238E27FC236}">
                <a16:creationId xmlns:a16="http://schemas.microsoft.com/office/drawing/2014/main" id="{8CBBACE1-B76C-4567-A2C0-B0DBA8DA312B}"/>
              </a:ext>
            </a:extLst>
          </p:cNvPr>
          <p:cNvSpPr>
            <a:spLocks xmlns:a="http://schemas.openxmlformats.org/drawingml/2006/main" noGrp="1"/>
          </p:cNvSpPr>
          <p:nvPr/>
        </p:nvSpPr>
        <p:spPr>
          <a:xfrm xmlns:a="http://schemas.openxmlformats.org/drawingml/2006/main" rot="0" flipH="0" flipV="0">
            <a:off x="3945575" y="1409700"/>
            <a:ext cx="114300" cy="114300"/>
          </a:xfrm>
          <a:prstGeom xmlns:a="http://schemas.openxmlformats.org/drawingml/2006/main" prst="ellipse">
            <a:avLst/>
          </a:prstGeom>
          <a:solidFill xmlns:a="http://schemas.openxmlformats.org/drawingml/2006/main">
            <a:srgbClr val="FFB703"/>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1" name="Google Shape;611;p30">
            <a:extLst xmlns:a="http://schemas.openxmlformats.org/drawingml/2006/main">
              <a:ext uri="{FF2B5EF4-FFF2-40B4-BE49-F238E27FC236}">
                <a16:creationId xmlns:a16="http://schemas.microsoft.com/office/drawing/2014/main" id="{BED13D9E-80AC-400E-B885-58DBEF06DDC2}"/>
              </a:ext>
            </a:extLst>
          </p:cNvPr>
          <p:cNvSpPr>
            <a:spLocks xmlns:a="http://schemas.openxmlformats.org/drawingml/2006/main" noGrp="1"/>
          </p:cNvSpPr>
          <p:nvPr/>
        </p:nvSpPr>
        <p:spPr>
          <a:xfrm xmlns:a="http://schemas.openxmlformats.org/drawingml/2006/main" rot="0" flipH="0" flipV="0">
            <a:off x="4117025" y="1409700"/>
            <a:ext cx="114300" cy="114300"/>
          </a:xfrm>
          <a:prstGeom xmlns:a="http://schemas.openxmlformats.org/drawingml/2006/main" prst="ellipse">
            <a:avLst/>
          </a:prstGeom>
          <a:solidFill xmlns:a="http://schemas.openxmlformats.org/drawingml/2006/main">
            <a:srgbClr val="00E5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2" name="Google Shape;612;p30">
            <a:extLst xmlns:a="http://schemas.openxmlformats.org/drawingml/2006/main">
              <a:ext uri="{FF2B5EF4-FFF2-40B4-BE49-F238E27FC236}">
                <a16:creationId xmlns:a16="http://schemas.microsoft.com/office/drawing/2014/main" id="{BF7075FA-B03F-45F7-A401-B6F15B30BD61}"/>
              </a:ext>
            </a:extLst>
          </p:cNvPr>
          <p:cNvSpPr>
            <a:spLocks xmlns:a="http://schemas.openxmlformats.org/drawingml/2006/main" noGrp="1"/>
          </p:cNvSpPr>
          <p:nvPr/>
        </p:nvSpPr>
        <p:spPr>
          <a:xfrm xmlns:a="http://schemas.openxmlformats.org/drawingml/2006/main">
            <a:off x="4394700" y="1352550"/>
            <a:ext cx="28062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900" b="0">
                <a:solidFill>
                  <a:srgbClr val="AAB6C8"/>
                </a:solidFill>
                <a:latin typeface="Roboto Mono"/>
                <a:ea typeface="Roboto Mono"/>
                <a:cs typeface="Roboto Mono"/>
              </a:defRPr>
            </a:pPr>
            <a:r>
              <a:rPr sz="900" b="0" i="0">
                <a:solidFill>
                  <a:srgbClr val="AAB6C8"/>
                </a:solidFill>
                <a:latin typeface="Roboto Mono"/>
                <a:ea typeface="Roboto Mono"/>
                <a:cs typeface="Roboto Mono"/>
              </a:rPr>
              <a:t>The two new files (excerpts)</a:t>
            </a:r>
          </a:p>
        </p:txBody>
      </p:sp>
      <p:sp>
        <p:nvSpPr>
          <p:cNvPr id="613" name="Google Shape;613;p30">
            <a:extLst xmlns:a="http://schemas.openxmlformats.org/drawingml/2006/main">
              <a:ext uri="{FF2B5EF4-FFF2-40B4-BE49-F238E27FC236}">
                <a16:creationId xmlns:a16="http://schemas.microsoft.com/office/drawing/2014/main" id="{0C693F38-8BEB-4F75-AF6E-E006C85958CA}"/>
              </a:ext>
            </a:extLst>
          </p:cNvPr>
          <p:cNvSpPr>
            <a:spLocks xmlns:a="http://schemas.openxmlformats.org/drawingml/2006/main" noGrp="1"/>
          </p:cNvSpPr>
          <p:nvPr/>
        </p:nvSpPr>
        <p:spPr>
          <a:xfrm xmlns:a="http://schemas.openxmlformats.org/drawingml/2006/main">
            <a:off x="4457700" y="1638300"/>
            <a:ext cx="4381500" cy="9600"/>
          </a:xfrm>
          <a:prstGeom xmlns:a="http://schemas.openxmlformats.org/drawingml/2006/main" prst="rect">
            <a:avLst/>
          </a:prstGeom>
          <a:solidFill xmlns:a="http://schemas.openxmlformats.org/drawingml/2006/main">
            <a:srgbClr val="4A5568">
              <a:alpha val="3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4" name="Google Shape;614;p30">
            <a:extLst xmlns:a="http://schemas.openxmlformats.org/drawingml/2006/main">
              <a:ext uri="{FF2B5EF4-FFF2-40B4-BE49-F238E27FC236}">
                <a16:creationId xmlns:a16="http://schemas.microsoft.com/office/drawing/2014/main" id="{96139404-BB5E-4BCC-8A75-98AF7120A763}"/>
              </a:ext>
            </a:extLst>
          </p:cNvPr>
          <p:cNvSpPr>
            <a:spLocks xmlns:a="http://schemas.openxmlformats.org/drawingml/2006/main" noGrp="1"/>
          </p:cNvSpPr>
          <p:nvPr/>
        </p:nvSpPr>
        <p:spPr>
          <a:xfrm xmlns:a="http://schemas.openxmlformats.org/drawingml/2006/main">
            <a:off x="3774125" y="1828800"/>
            <a:ext cx="4836600" cy="2571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 src/CMakeLists.txt</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add_executable(workshop-agent main.cpp)</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target_link_libraries(workshop-agent sinsp)</a:t>
            </a:r>
          </a:p>
          <a:p xmlns:a="http://schemas.openxmlformats.org/drawingml/2006/main">
            <a:pPr marL="0" indent="0">
              <a:spcBef>
                <a:spcPts val="0"/>
              </a:spcBef>
              <a:spcAft>
                <a:spcPts val="0"/>
              </a:spcAft>
              <a:buNone/>
            </a:pPr>
            <a:r>
              <a:rPr sz="1350" b="0" i="0">
                <a:solidFill>
                  <a:srgbClr val="00E5FF"/>
                </a:solidFill>
                <a:latin typeface="Roboto Mono"/>
                <a:ea typeface="Roboto Mono"/>
                <a:cs typeface="Roboto Mono"/>
              </a:rPr>
              <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 src/main.cpp, inside main()</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sinsp inspector;</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inspector.open_modern_bpf();</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inspector.start_capture();</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std::cerr &lt;&lt; "Attached." &lt;&lt; std::endl;</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std::this_thread::sleep_for(</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    std::chrono::seconds(10));</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inspector.stop_capture();</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inspector.close();</a:t>
            </a:r>
          </a:p>
        </p:txBody>
      </p:sp>
      <p:sp>
        <p:nvSpPr>
          <p:cNvPr id="616" name="Google Shape;616;p30">
            <a:extLst xmlns:a="http://schemas.openxmlformats.org/drawingml/2006/main">
              <a:ext uri="{FF2B5EF4-FFF2-40B4-BE49-F238E27FC236}">
                <a16:creationId xmlns:a16="http://schemas.microsoft.com/office/drawing/2014/main" id="{938F25FE-1CEE-4D52-BA50-3E4F4A96F494}"/>
              </a:ext>
            </a:extLst>
          </p:cNvPr>
          <p:cNvSpPr>
            <a:spLocks xmlns:a="http://schemas.openxmlformats.org/drawingml/2006/main" noGrp="1"/>
          </p:cNvSpPr>
          <p:nvPr/>
        </p:nvSpPr>
        <p:spPr>
          <a:xfrm xmlns:a="http://schemas.openxmlformats.org/drawingml/2006/main" rot="0" flipH="0" flipV="0">
            <a:off x="3048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7" name="Google Shape;617;p30">
            <a:extLst xmlns:a="http://schemas.openxmlformats.org/drawingml/2006/main">
              <a:ext uri="{FF2B5EF4-FFF2-40B4-BE49-F238E27FC236}">
                <a16:creationId xmlns:a16="http://schemas.microsoft.com/office/drawing/2014/main" id="{BE48538D-7670-4B98-AE07-8E48DE8A0DFF}"/>
              </a:ext>
            </a:extLst>
          </p:cNvPr>
          <p:cNvSpPr>
            <a:spLocks xmlns:a="http://schemas.openxmlformats.org/drawingml/2006/main" noGrp="1"/>
          </p:cNvSpPr>
          <p:nvPr/>
        </p:nvSpPr>
        <p:spPr>
          <a:xfrm xmlns:a="http://schemas.openxmlformats.org/drawingml/2006/main" rot="0" flipH="0" flipV="0">
            <a:off x="4191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8" name="Google Shape;618;p30">
            <a:extLst xmlns:a="http://schemas.openxmlformats.org/drawingml/2006/main">
              <a:ext uri="{FF2B5EF4-FFF2-40B4-BE49-F238E27FC236}">
                <a16:creationId xmlns:a16="http://schemas.microsoft.com/office/drawing/2014/main" id="{973D0627-A512-4D22-AF39-3B6689222379}"/>
              </a:ext>
            </a:extLst>
          </p:cNvPr>
          <p:cNvSpPr>
            <a:spLocks xmlns:a="http://schemas.openxmlformats.org/drawingml/2006/main" noGrp="1"/>
          </p:cNvSpPr>
          <p:nvPr/>
        </p:nvSpPr>
        <p:spPr>
          <a:xfrm xmlns:a="http://schemas.openxmlformats.org/drawingml/2006/main" rot="0" flipH="0" flipV="0">
            <a:off x="5334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9" name="Google Shape;619;p30">
            <a:extLst xmlns:a="http://schemas.openxmlformats.org/drawingml/2006/main">
              <a:ext uri="{FF2B5EF4-FFF2-40B4-BE49-F238E27FC236}">
                <a16:creationId xmlns:a16="http://schemas.microsoft.com/office/drawing/2014/main" id="{54AEA391-4C9F-4080-8D49-5292B8785BD0}"/>
              </a:ext>
            </a:extLst>
          </p:cNvPr>
          <p:cNvSpPr>
            <a:spLocks xmlns:a="http://schemas.openxmlformats.org/drawingml/2006/main" noGrp="1"/>
          </p:cNvSpPr>
          <p:nvPr/>
        </p:nvSpPr>
        <p:spPr>
          <a:xfrm xmlns:a="http://schemas.openxmlformats.org/drawingml/2006/main" rot="0" flipH="0" flipV="0">
            <a:off x="6477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0" name="Google Shape;620;p30">
            <a:extLst xmlns:a="http://schemas.openxmlformats.org/drawingml/2006/main">
              <a:ext uri="{FF2B5EF4-FFF2-40B4-BE49-F238E27FC236}">
                <a16:creationId xmlns:a16="http://schemas.microsoft.com/office/drawing/2014/main" id="{4841CB6C-B213-4382-9120-31A9725344DF}"/>
              </a:ext>
            </a:extLst>
          </p:cNvPr>
          <p:cNvSpPr>
            <a:spLocks xmlns:a="http://schemas.openxmlformats.org/drawingml/2006/main" noGrp="1"/>
          </p:cNvSpPr>
          <p:nvPr/>
        </p:nvSpPr>
        <p:spPr>
          <a:xfrm xmlns:a="http://schemas.openxmlformats.org/drawingml/2006/main" rot="0" flipH="0" flipV="0">
            <a:off x="3048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1" name="Google Shape;621;p30">
            <a:extLst xmlns:a="http://schemas.openxmlformats.org/drawingml/2006/main">
              <a:ext uri="{FF2B5EF4-FFF2-40B4-BE49-F238E27FC236}">
                <a16:creationId xmlns:a16="http://schemas.microsoft.com/office/drawing/2014/main" id="{6BAFD878-D249-462E-81B1-15FA427A67FB}"/>
              </a:ext>
            </a:extLst>
          </p:cNvPr>
          <p:cNvSpPr>
            <a:spLocks xmlns:a="http://schemas.openxmlformats.org/drawingml/2006/main" noGrp="1"/>
          </p:cNvSpPr>
          <p:nvPr/>
        </p:nvSpPr>
        <p:spPr>
          <a:xfrm xmlns:a="http://schemas.openxmlformats.org/drawingml/2006/main" rot="0" flipH="0" flipV="0">
            <a:off x="4191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2" name="Google Shape;622;p30">
            <a:extLst xmlns:a="http://schemas.openxmlformats.org/drawingml/2006/main">
              <a:ext uri="{FF2B5EF4-FFF2-40B4-BE49-F238E27FC236}">
                <a16:creationId xmlns:a16="http://schemas.microsoft.com/office/drawing/2014/main" id="{320A5658-0CE0-4121-BC2D-84683E8BE481}"/>
              </a:ext>
            </a:extLst>
          </p:cNvPr>
          <p:cNvSpPr>
            <a:spLocks xmlns:a="http://schemas.openxmlformats.org/drawingml/2006/main" noGrp="1"/>
          </p:cNvSpPr>
          <p:nvPr/>
        </p:nvSpPr>
        <p:spPr>
          <a:xfrm xmlns:a="http://schemas.openxmlformats.org/drawingml/2006/main" rot="0" flipH="0" flipV="0">
            <a:off x="5334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3" name="Google Shape;623;p30">
            <a:extLst xmlns:a="http://schemas.openxmlformats.org/drawingml/2006/main">
              <a:ext uri="{FF2B5EF4-FFF2-40B4-BE49-F238E27FC236}">
                <a16:creationId xmlns:a16="http://schemas.microsoft.com/office/drawing/2014/main" id="{826F4E11-13A4-4FDC-A6F3-7BE2B87C1786}"/>
              </a:ext>
            </a:extLst>
          </p:cNvPr>
          <p:cNvSpPr>
            <a:spLocks xmlns:a="http://schemas.openxmlformats.org/drawingml/2006/main" noGrp="1"/>
          </p:cNvSpPr>
          <p:nvPr/>
        </p:nvSpPr>
        <p:spPr>
          <a:xfrm xmlns:a="http://schemas.openxmlformats.org/drawingml/2006/main" rot="0" flipH="0" flipV="0">
            <a:off x="6477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4" name="Google Shape;624;p30">
            <a:extLst xmlns:a="http://schemas.openxmlformats.org/drawingml/2006/main">
              <a:ext uri="{FF2B5EF4-FFF2-40B4-BE49-F238E27FC236}">
                <a16:creationId xmlns:a16="http://schemas.microsoft.com/office/drawing/2014/main" id="{EE5B6AB9-6207-43BB-88BD-98F83A2DC85C}"/>
              </a:ext>
            </a:extLst>
          </p:cNvPr>
          <p:cNvSpPr>
            <a:spLocks xmlns:a="http://schemas.openxmlformats.org/drawingml/2006/main" noGrp="1"/>
          </p:cNvSpPr>
          <p:nvPr/>
        </p:nvSpPr>
        <p:spPr>
          <a:xfrm xmlns:a="http://schemas.openxmlformats.org/drawingml/2006/main" rot="0" flipH="0" flipV="0">
            <a:off x="3048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5" name="Google Shape;625;p30">
            <a:extLst xmlns:a="http://schemas.openxmlformats.org/drawingml/2006/main">
              <a:ext uri="{FF2B5EF4-FFF2-40B4-BE49-F238E27FC236}">
                <a16:creationId xmlns:a16="http://schemas.microsoft.com/office/drawing/2014/main" id="{C2DF7D51-C402-46B7-960E-6C22BD70E859}"/>
              </a:ext>
            </a:extLst>
          </p:cNvPr>
          <p:cNvSpPr>
            <a:spLocks xmlns:a="http://schemas.openxmlformats.org/drawingml/2006/main" noGrp="1"/>
          </p:cNvSpPr>
          <p:nvPr/>
        </p:nvSpPr>
        <p:spPr>
          <a:xfrm xmlns:a="http://schemas.openxmlformats.org/drawingml/2006/main" rot="0" flipH="0" flipV="0">
            <a:off x="4191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6" name="Google Shape;626;p30">
            <a:extLst xmlns:a="http://schemas.openxmlformats.org/drawingml/2006/main">
              <a:ext uri="{FF2B5EF4-FFF2-40B4-BE49-F238E27FC236}">
                <a16:creationId xmlns:a16="http://schemas.microsoft.com/office/drawing/2014/main" id="{62DB0BB0-C739-46BB-BE25-D88FBACB8360}"/>
              </a:ext>
            </a:extLst>
          </p:cNvPr>
          <p:cNvSpPr>
            <a:spLocks xmlns:a="http://schemas.openxmlformats.org/drawingml/2006/main" noGrp="1"/>
          </p:cNvSpPr>
          <p:nvPr/>
        </p:nvSpPr>
        <p:spPr>
          <a:xfrm xmlns:a="http://schemas.openxmlformats.org/drawingml/2006/main" rot="0" flipH="0" flipV="0">
            <a:off x="5334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7" name="Google Shape;627;p30">
            <a:extLst xmlns:a="http://schemas.openxmlformats.org/drawingml/2006/main">
              <a:ext uri="{FF2B5EF4-FFF2-40B4-BE49-F238E27FC236}">
                <a16:creationId xmlns:a16="http://schemas.microsoft.com/office/drawing/2014/main" id="{B5CB37D1-1DA5-4A9C-A4BD-F5E753BFDF6A}"/>
              </a:ext>
            </a:extLst>
          </p:cNvPr>
          <p:cNvSpPr>
            <a:spLocks xmlns:a="http://schemas.openxmlformats.org/drawingml/2006/main" noGrp="1"/>
          </p:cNvSpPr>
          <p:nvPr/>
        </p:nvSpPr>
        <p:spPr>
          <a:xfrm xmlns:a="http://schemas.openxmlformats.org/drawingml/2006/main" rot="0" flipH="0" flipV="0">
            <a:off x="6477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pic>
        <p:nvPicPr>
          <p:cNvPr id="665" name="Google Shape;628;p30"/>
          <p:cNvPicPr>
            <a:picLocks xmlns:a="http://schemas.openxmlformats.org/drawingml/2006/main" noChangeAspect="1"/>
          </p:cNvPicPr>
          <p:nvPr/>
        </p:nvPicPr>
        <p:blipFill rotWithShape="1">
          <a:blip xmlns:r="http://schemas.openxmlformats.org/officeDocument/2006/relationships" xmlns:a="http://schemas.openxmlformats.org/drawingml/2006/main" r:embed="R18575ce5d9d843b3">
            <a:alphaModFix/>
          </a:blip>
          <a:srcRect xmlns:a="http://schemas.openxmlformats.org/drawingml/2006/main" l="0" t="0" r="0" b="0"/>
          <a:stretch xmlns:a="http://schemas.openxmlformats.org/drawingml/2006/main"/>
        </p:blipFill>
        <p:spPr>
          <a:xfrm xmlns:a="http://schemas.openxmlformats.org/drawingml/2006/main" rot="0" flipH="0" flipV="0">
            <a:off x="304800" y="5029200"/>
            <a:ext cx="38100" cy="38100"/>
          </a:xfrm>
          <a:prstGeom xmlns:a="http://schemas.openxmlformats.org/drawingml/2006/main" prst="rect">
            <a:avLst/>
          </a:prstGeom>
          <a:ln xmlns:a="http://schemas.openxmlformats.org/drawingml/2006/main">
            <a:noFill/>
          </a:ln>
        </p:spPr>
      </p:pic>
      <p:pic>
        <p:nvPicPr>
          <p:cNvPr id="666" name="Google Shape;629;p30"/>
          <p:cNvPicPr>
            <a:picLocks xmlns:a="http://schemas.openxmlformats.org/drawingml/2006/main" noChangeAspect="1"/>
          </p:cNvPicPr>
          <p:nvPr/>
        </p:nvPicPr>
        <p:blipFill rotWithShape="1">
          <a:blip xmlns:r="http://schemas.openxmlformats.org/officeDocument/2006/relationships" xmlns:a="http://schemas.openxmlformats.org/drawingml/2006/main" r:embed="R18575ce5d9d843b3">
            <a:alphaModFix/>
          </a:blip>
          <a:srcRect xmlns:a="http://schemas.openxmlformats.org/drawingml/2006/main" l="0" t="0" r="0" b="0"/>
          <a:stretch xmlns:a="http://schemas.openxmlformats.org/drawingml/2006/main"/>
        </p:blipFill>
        <p:spPr>
          <a:xfrm xmlns:a="http://schemas.openxmlformats.org/drawingml/2006/main" rot="0" flipH="0" flipV="0">
            <a:off x="419100" y="5029200"/>
            <a:ext cx="38100" cy="38100"/>
          </a:xfrm>
          <a:prstGeom xmlns:a="http://schemas.openxmlformats.org/drawingml/2006/main" prst="rect">
            <a:avLst/>
          </a:prstGeom>
          <a:ln xmlns:a="http://schemas.openxmlformats.org/drawingml/2006/main">
            <a:noFill/>
          </a:ln>
        </p:spPr>
      </p:pic>
      <p:pic>
        <p:nvPicPr>
          <p:cNvPr id="667" name="Google Shape;630;p30"/>
          <p:cNvPicPr>
            <a:picLocks xmlns:a="http://schemas.openxmlformats.org/drawingml/2006/main" noChangeAspect="1"/>
          </p:cNvPicPr>
          <p:nvPr/>
        </p:nvPicPr>
        <p:blipFill rotWithShape="1">
          <a:blip xmlns:r="http://schemas.openxmlformats.org/officeDocument/2006/relationships" xmlns:a="http://schemas.openxmlformats.org/drawingml/2006/main" r:embed="R18575ce5d9d843b3">
            <a:alphaModFix/>
          </a:blip>
          <a:srcRect xmlns:a="http://schemas.openxmlformats.org/drawingml/2006/main" l="0" t="0" r="0" b="0"/>
          <a:stretch xmlns:a="http://schemas.openxmlformats.org/drawingml/2006/main"/>
        </p:blipFill>
        <p:spPr>
          <a:xfrm xmlns:a="http://schemas.openxmlformats.org/drawingml/2006/main" rot="0" flipH="0" flipV="0">
            <a:off x="533400" y="5029200"/>
            <a:ext cx="38100" cy="38100"/>
          </a:xfrm>
          <a:prstGeom xmlns:a="http://schemas.openxmlformats.org/drawingml/2006/main" prst="rect">
            <a:avLst/>
          </a:prstGeom>
          <a:ln xmlns:a="http://schemas.openxmlformats.org/drawingml/2006/main">
            <a:noFill/>
          </a:ln>
        </p:spPr>
      </p:pic>
      <p:pic>
        <p:nvPicPr>
          <p:cNvPr id="668" name="Google Shape;631;p30"/>
          <p:cNvPicPr>
            <a:picLocks xmlns:a="http://schemas.openxmlformats.org/drawingml/2006/main" noChangeAspect="1"/>
          </p:cNvPicPr>
          <p:nvPr/>
        </p:nvPicPr>
        <p:blipFill rotWithShape="1">
          <a:blip xmlns:r="http://schemas.openxmlformats.org/officeDocument/2006/relationships" xmlns:a="http://schemas.openxmlformats.org/drawingml/2006/main" r:embed="R18575ce5d9d843b3">
            <a:alphaModFix/>
          </a:blip>
          <a:srcRect xmlns:a="http://schemas.openxmlformats.org/drawingml/2006/main" l="0" t="0" r="0" b="0"/>
          <a:stretch xmlns:a="http://schemas.openxmlformats.org/drawingml/2006/main"/>
        </p:blipFill>
        <p:spPr>
          <a:xfrm xmlns:a="http://schemas.openxmlformats.org/drawingml/2006/main" rot="0" flipH="0" flipV="0">
            <a:off x="647700" y="5029200"/>
            <a:ext cx="38100" cy="38100"/>
          </a:xfrm>
          <a:prstGeom xmlns:a="http://schemas.openxmlformats.org/drawingml/2006/main" prst="rect">
            <a:avLst/>
          </a:prstGeom>
          <a:ln xmlns:a="http://schemas.openxmlformats.org/drawingml/2006/main">
            <a:noFill/>
          </a:ln>
        </p:spPr>
      </p:pic>
      <p:sp>
        <p:nvSpPr>
          <p:cNvPr id="632" name="Google Shape;632;p30">
            <a:extLst xmlns:a="http://schemas.openxmlformats.org/drawingml/2006/main">
              <a:ext uri="{FF2B5EF4-FFF2-40B4-BE49-F238E27FC236}">
                <a16:creationId xmlns:a16="http://schemas.microsoft.com/office/drawing/2014/main" id="{E262D8CA-B2E6-42BF-B284-8A72626B147C}"/>
              </a:ext>
            </a:extLst>
          </p:cNvPr>
          <p:cNvSpPr>
            <a:spLocks xmlns:a="http://schemas.openxmlformats.org/drawingml/2006/main" noGrp="1"/>
          </p:cNvSpPr>
          <p:nvPr/>
        </p:nvSpPr>
        <p:spPr>
          <a:xfrm xmlns:a="http://schemas.openxmlformats.org/drawingml/2006/main">
            <a:off x="457200" y="228600"/>
            <a:ext cx="4762500" cy="285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lvl="0" indent="0" algn="l">
              <a:spcBef>
                <a:spcPts val="0"/>
              </a:spcBef>
              <a:spcAft>
                <a:spcPts val="0"/>
              </a:spcAft>
              <a:buNone/>
            </a:pPr>
            <a:r>
              <a:rPr sz="1050" b="0">
                <a:solidFill>
                  <a:srgbClr val="3A86FF"/>
                </a:solidFill>
                <a:latin typeface="Inter SemiBold"/>
                <a:ea typeface="Inter SemiBold"/>
                <a:cs typeface="Inter SemiBold"/>
              </a:rPr>
              <a:t>LINUX SYSTEM MONITORING WITH BPFTRACE</a:t>
            </a:r>
            <a:r>
              <a:rPr sz="1050">
                <a:solidFill>
                  <a:srgbClr val="3A86FF"/>
                </a:solidFill>
                <a:latin typeface="Inter SemiBold"/>
                <a:ea typeface="Inter SemiBold"/>
                <a:cs typeface="Inter SemiBold"/>
              </a:rPr>
              <a:t> AND EBPF</a:t>
            </a:r>
            <a:endParaRPr sz="1050" b="0">
              <a:solidFill>
                <a:srgbClr val="3A86FF"/>
              </a:solidFill>
              <a:latin typeface="Inter SemiBold"/>
              <a:ea typeface="Inter SemiBold"/>
              <a:cs typeface="Inter SemiBold"/>
            </a:endParaRPr>
          </a:p>
        </p:txBody>
      </p:sp>
    </p:spTree>
    <p:extLst>
      <p:ext uri="{BB962C8B-B14F-4D97-AF65-F5344CB8AC3E}">
        <p14:creationId xmlns:p14="http://schemas.microsoft.com/office/powerpoint/2010/main" val="1209551683"/>
      </p:ext>
    </p:extLst>
  </p:cSld>
</p:sld>
</file>

<file path=ppt/slides/slide9.xml><?xml version="1.0" encoding="utf-8"?>
<p:sld xmlns:p="http://schemas.openxmlformats.org/presentationml/2006/main">
  <p:cSld>
    <p:spTree>
      <p:nvGrpSpPr>
        <p:cNvPr id="1" name=""/>
        <p:cNvGrpSpPr/>
        <p:nvPr/>
      </p:nvGrpSpPr>
      <p:grpSpPr>
        <a:xfrm xmlns:a="http://schemas.openxmlformats.org/drawingml/2006/main"/>
      </p:grpSpPr>
      <p:sp>
        <p:nvSpPr>
          <p:cNvPr id="597" name="Google Shape;597;p30">
            <a:extLst xmlns:a="http://schemas.openxmlformats.org/drawingml/2006/main">
              <a:ext uri="{FF2B5EF4-FFF2-40B4-BE49-F238E27FC236}">
                <a16:creationId xmlns:a16="http://schemas.microsoft.com/office/drawing/2014/main" id="{BDE64DB8-2DF5-48AF-8D46-CB18331DACEC}"/>
              </a:ext>
            </a:extLst>
          </p:cNvPr>
          <p:cNvSpPr>
            <a:spLocks xmlns:a="http://schemas.openxmlformats.org/drawingml/2006/main" noGrp="1"/>
          </p:cNvSpPr>
          <p:nvPr/>
        </p:nvSpPr>
        <p:spPr>
          <a:xfrm xmlns:a="http://schemas.openxmlformats.org/drawingml/2006/main">
            <a:off x="0" y="0"/>
            <a:ext cx="9144000" cy="5143500"/>
          </a:xfrm>
          <a:prstGeom xmlns:a="http://schemas.openxmlformats.org/drawingml/2006/main" prst="rect">
            <a:avLst/>
          </a:prstGeom>
          <a:solidFill xmlns:a="http://schemas.openxmlformats.org/drawingml/2006/main">
            <a:srgbClr val="FFFF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598" name="Google Shape;598;p30">
            <a:extLst xmlns:a="http://schemas.openxmlformats.org/drawingml/2006/main">
              <a:ext uri="{FF2B5EF4-FFF2-40B4-BE49-F238E27FC236}">
                <a16:creationId xmlns:a16="http://schemas.microsoft.com/office/drawing/2014/main" id="{A502B2D6-2DA2-41FD-8D13-24E953E5EEAB}"/>
              </a:ext>
            </a:extLst>
          </p:cNvPr>
          <p:cNvSpPr>
            <a:spLocks xmlns:a="http://schemas.openxmlformats.org/drawingml/2006/main" noGrp="1"/>
          </p:cNvSpPr>
          <p:nvPr/>
        </p:nvSpPr>
        <p:spPr>
          <a:xfrm xmlns:a="http://schemas.openxmlformats.org/drawingml/2006/main">
            <a:off x="0" y="0"/>
            <a:ext cx="9144000" cy="57300"/>
          </a:xfrm>
          <a:prstGeom xmlns:a="http://schemas.openxmlformats.org/drawingml/2006/main" prst="rect">
            <a:avLst/>
          </a:prstGeom>
          <a:solidFill xmlns:a="http://schemas.openxmlformats.org/drawingml/2006/main">
            <a:srgbClr val="3A86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0" name="Google Shape;600;p30">
            <a:extLst xmlns:a="http://schemas.openxmlformats.org/drawingml/2006/main">
              <a:ext uri="{FF2B5EF4-FFF2-40B4-BE49-F238E27FC236}">
                <a16:creationId xmlns:a16="http://schemas.microsoft.com/office/drawing/2014/main" id="{6A70E29F-9B82-4C0E-8ED2-FFC07255D430}"/>
              </a:ext>
            </a:extLst>
          </p:cNvPr>
          <p:cNvSpPr>
            <a:spLocks xmlns:a="http://schemas.openxmlformats.org/drawingml/2006/main" noGrp="1"/>
          </p:cNvSpPr>
          <p:nvPr/>
        </p:nvSpPr>
        <p:spPr>
          <a:xfrm xmlns:a="http://schemas.openxmlformats.org/drawingml/2006/main" rot="0" flipH="0" flipV="0">
            <a:off x="8534400" y="190500"/>
            <a:ext cx="152400" cy="152400"/>
          </a:xfrm>
          <a:prstGeom xmlns:a="http://schemas.openxmlformats.org/drawingml/2006/main" prst="rect">
            <a:avLst/>
          </a:prstGeom>
          <a:solidFill xmlns:a="http://schemas.openxmlformats.org/drawingml/2006/main">
            <a:srgbClr val="3A86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1" name="Google Shape;601;p30">
            <a:extLst xmlns:a="http://schemas.openxmlformats.org/drawingml/2006/main">
              <a:ext uri="{FF2B5EF4-FFF2-40B4-BE49-F238E27FC236}">
                <a16:creationId xmlns:a16="http://schemas.microsoft.com/office/drawing/2014/main" id="{A7F0AEA7-0069-4EC2-A9F7-DBCF5DECF4CF}"/>
              </a:ext>
            </a:extLst>
          </p:cNvPr>
          <p:cNvSpPr>
            <a:spLocks xmlns:a="http://schemas.openxmlformats.org/drawingml/2006/main" noGrp="1"/>
          </p:cNvSpPr>
          <p:nvPr/>
        </p:nvSpPr>
        <p:spPr>
          <a:xfrm xmlns:a="http://schemas.openxmlformats.org/drawingml/2006/main" rot="0" flipH="0" flipV="0">
            <a:off x="8648700" y="304800"/>
            <a:ext cx="152400" cy="152400"/>
          </a:xfrm>
          <a:prstGeom xmlns:a="http://schemas.openxmlformats.org/drawingml/2006/main" prst="rect">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2" name="Google Shape;602;p30">
            <a:extLst xmlns:a="http://schemas.openxmlformats.org/drawingml/2006/main">
              <a:ext uri="{FF2B5EF4-FFF2-40B4-BE49-F238E27FC236}">
                <a16:creationId xmlns:a16="http://schemas.microsoft.com/office/drawing/2014/main" id="{4FCAAC77-7049-45AD-B25F-CB738F4F1316}"/>
              </a:ext>
            </a:extLst>
          </p:cNvPr>
          <p:cNvSpPr>
            <a:spLocks xmlns:a="http://schemas.openxmlformats.org/drawingml/2006/main" noGrp="1"/>
          </p:cNvSpPr>
          <p:nvPr/>
        </p:nvSpPr>
        <p:spPr>
          <a:xfrm xmlns:a="http://schemas.openxmlformats.org/drawingml/2006/main" rot="0" flipH="0" flipV="0">
            <a:off x="8763000" y="190500"/>
            <a:ext cx="152400" cy="152400"/>
          </a:xfrm>
          <a:prstGeom xmlns:a="http://schemas.openxmlformats.org/drawingml/2006/main" prst="rect">
            <a:avLst/>
          </a:prstGeom>
          <a:solidFill xmlns:a="http://schemas.openxmlformats.org/drawingml/2006/main">
            <a:srgbClr val="0B132B"/>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3" name="Google Shape;603;p30">
            <a:extLst xmlns:a="http://schemas.openxmlformats.org/drawingml/2006/main">
              <a:ext uri="{FF2B5EF4-FFF2-40B4-BE49-F238E27FC236}">
                <a16:creationId xmlns:a16="http://schemas.microsoft.com/office/drawing/2014/main" id="{F792C37C-A96B-4A83-B7A0-59A12411F0D4}"/>
              </a:ext>
            </a:extLst>
          </p:cNvPr>
          <p:cNvSpPr>
            <a:spLocks xmlns:a="http://schemas.openxmlformats.org/drawingml/2006/main" noGrp="1"/>
          </p:cNvSpPr>
          <p:nvPr/>
        </p:nvSpPr>
        <p:spPr>
          <a:xfrm xmlns:a="http://schemas.openxmlformats.org/drawingml/2006/main">
            <a:off x="457200" y="609600"/>
            <a:ext cx="8229600" cy="5334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2400" b="1">
                <a:solidFill>
                  <a:srgbClr val="3A86FF"/>
                </a:solidFill>
                <a:latin typeface="Montserrat"/>
                <a:ea typeface="Montserrat"/>
                <a:cs typeface="Montserrat"/>
              </a:defRPr>
            </a:pPr>
            <a:r>
              <a:rPr sz="2400" b="1" i="0">
                <a:solidFill>
                  <a:srgbClr val="3A86FF"/>
                </a:solidFill>
                <a:latin typeface="Montserrat"/>
                <a:ea typeface="Montserrat"/>
                <a:cs typeface="Montserrat"/>
              </a:rPr>
              <a:t>Step 2: Read events</a:t>
            </a:r>
          </a:p>
        </p:txBody>
      </p:sp>
      <p:sp>
        <p:nvSpPr>
          <p:cNvPr id="604" name="Google Shape;604;p30">
            <a:extLst xmlns:a="http://schemas.openxmlformats.org/drawingml/2006/main">
              <a:ext uri="{FF2B5EF4-FFF2-40B4-BE49-F238E27FC236}">
                <a16:creationId xmlns:a16="http://schemas.microsoft.com/office/drawing/2014/main" id="{CB1389F3-AE35-44FF-B13C-8FDB3606FAB8}"/>
              </a:ext>
            </a:extLst>
          </p:cNvPr>
          <p:cNvSpPr>
            <a:spLocks xmlns:a="http://schemas.openxmlformats.org/drawingml/2006/main" noGrp="1"/>
          </p:cNvSpPr>
          <p:nvPr/>
        </p:nvSpPr>
        <p:spPr>
          <a:xfrm xmlns:a="http://schemas.openxmlformats.org/drawingml/2006/main">
            <a:off x="304800" y="1219200"/>
            <a:ext cx="3013500" cy="3410100"/>
          </a:xfrm>
          <a:prstGeom xmlns:a="http://schemas.openxmlformats.org/drawingml/2006/main" prst="roundRect">
            <a:avLst>
              <a:gd name="adj" fmla="val 1117"/>
            </a:avLst>
          </a:prstGeom>
          <a:solidFill xmlns:a="http://schemas.openxmlformats.org/drawingml/2006/main">
            <a:srgbClr val="F4F7F6"/>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5" name="Google Shape;605;p30">
            <a:extLst xmlns:a="http://schemas.openxmlformats.org/drawingml/2006/main">
              <a:ext uri="{FF2B5EF4-FFF2-40B4-BE49-F238E27FC236}">
                <a16:creationId xmlns:a16="http://schemas.microsoft.com/office/drawing/2014/main" id="{196A3D5B-A6C4-49B2-8ABC-B5CEE75009B4}"/>
              </a:ext>
            </a:extLst>
          </p:cNvPr>
          <p:cNvSpPr>
            <a:spLocks xmlns:a="http://schemas.openxmlformats.org/drawingml/2006/main" noGrp="1"/>
          </p:cNvSpPr>
          <p:nvPr/>
        </p:nvSpPr>
        <p:spPr>
          <a:xfrm xmlns:a="http://schemas.openxmlformats.org/drawingml/2006/main">
            <a:off x="304800" y="1219200"/>
            <a:ext cx="38100" cy="3410100"/>
          </a:xfrm>
          <a:prstGeom xmlns:a="http://schemas.openxmlformats.org/drawingml/2006/main" prst="rect">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6" name="Google Shape;606;p30">
            <a:extLst xmlns:a="http://schemas.openxmlformats.org/drawingml/2006/main">
              <a:ext uri="{FF2B5EF4-FFF2-40B4-BE49-F238E27FC236}">
                <a16:creationId xmlns:a16="http://schemas.microsoft.com/office/drawing/2014/main" id="{49F9CDAA-5631-4822-9E9D-8ECDA15ACED4}"/>
              </a:ext>
            </a:extLst>
          </p:cNvPr>
          <p:cNvSpPr>
            <a:spLocks xmlns:a="http://schemas.openxmlformats.org/drawingml/2006/main" noGrp="1"/>
          </p:cNvSpPr>
          <p:nvPr/>
        </p:nvSpPr>
        <p:spPr>
          <a:xfrm xmlns:a="http://schemas.openxmlformats.org/drawingml/2006/main">
            <a:off x="571500" y="1447800"/>
            <a:ext cx="2569500" cy="2952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Run step 2, then run.</a:t>
            </a:r>
          </a:p>
          <a:p xmlns:a="http://schemas.openxmlformats.org/drawingml/2006/main">
            <a:pPr marL="0" indent="0">
              <a:spcBef>
                <a:spcPts val="0"/>
              </a:spcBef>
              <a:spcAft>
                <a:spcPts val="0"/>
              </a:spcAft>
              <a:buNone/>
            </a:pPr>
            <a:r>
              <a:rPr sz="1500" b="0" i="0">
                <a:solidFill>
                  <a:srgbClr val="4A5568"/>
                </a:solidFill>
                <a:latin typeface="Inter"/>
                <a:ea typeface="Inter"/>
                <a:cs typeface="Inter"/>
              </a:rPr>
              <a:t/>
            </a:r>
          </a:p>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Step 2 adds the read loop and writes JSONL records. Run captures for ten seconds.</a:t>
            </a:r>
          </a:p>
          <a:p xmlns:a="http://schemas.openxmlformats.org/drawingml/2006/main">
            <a:pPr marL="0" indent="0">
              <a:spcBef>
                <a:spcPts val="0"/>
              </a:spcBef>
              <a:spcAft>
                <a:spcPts val="0"/>
              </a:spcAft>
              <a:buNone/>
            </a:pPr>
            <a:r>
              <a:rPr sz="1500" b="0" i="0">
                <a:solidFill>
                  <a:srgbClr val="4A5568"/>
                </a:solidFill>
                <a:latin typeface="Inter"/>
                <a:ea typeface="Inter"/>
                <a:cs typeface="Inter"/>
              </a:rPr>
              <a:t/>
            </a:r>
          </a:p>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next() returns an event or a status.</a:t>
            </a:r>
          </a:p>
        </p:txBody>
      </p:sp>
      <p:sp>
        <p:nvSpPr>
          <p:cNvPr id="607" name="Google Shape;607;p30">
            <a:extLst xmlns:a="http://schemas.openxmlformats.org/drawingml/2006/main">
              <a:ext uri="{FF2B5EF4-FFF2-40B4-BE49-F238E27FC236}">
                <a16:creationId xmlns:a16="http://schemas.microsoft.com/office/drawing/2014/main" id="{08527AFE-0E31-46B5-B2AB-894AB94A8036}"/>
              </a:ext>
            </a:extLst>
          </p:cNvPr>
          <p:cNvSpPr>
            <a:spLocks xmlns:a="http://schemas.openxmlformats.org/drawingml/2006/main" noGrp="1"/>
          </p:cNvSpPr>
          <p:nvPr/>
        </p:nvSpPr>
        <p:spPr>
          <a:xfrm xmlns:a="http://schemas.openxmlformats.org/drawingml/2006/main">
            <a:off x="3482825" y="1219200"/>
            <a:ext cx="5356500" cy="3410100"/>
          </a:xfrm>
          <a:prstGeom xmlns:a="http://schemas.openxmlformats.org/drawingml/2006/main" prst="roundRect">
            <a:avLst>
              <a:gd name="adj" fmla="val 2234"/>
            </a:avLst>
          </a:prstGeom>
          <a:solidFill xmlns:a="http://schemas.openxmlformats.org/drawingml/2006/main">
            <a:srgbClr val="0B132B"/>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9" name="Google Shape;609;p30">
            <a:extLst xmlns:a="http://schemas.openxmlformats.org/drawingml/2006/main">
              <a:ext uri="{FF2B5EF4-FFF2-40B4-BE49-F238E27FC236}">
                <a16:creationId xmlns:a16="http://schemas.microsoft.com/office/drawing/2014/main" id="{2F687CFB-C301-4360-90A3-28762F09A555}"/>
              </a:ext>
            </a:extLst>
          </p:cNvPr>
          <p:cNvSpPr>
            <a:spLocks xmlns:a="http://schemas.openxmlformats.org/drawingml/2006/main" noGrp="1"/>
          </p:cNvSpPr>
          <p:nvPr/>
        </p:nvSpPr>
        <p:spPr>
          <a:xfrm xmlns:a="http://schemas.openxmlformats.org/drawingml/2006/main" rot="0" flipH="0" flipV="0">
            <a:off x="3774125" y="1409700"/>
            <a:ext cx="114300" cy="114300"/>
          </a:xfrm>
          <a:prstGeom xmlns:a="http://schemas.openxmlformats.org/drawingml/2006/main" prst="ellipse">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0" name="Google Shape;610;p30">
            <a:extLst xmlns:a="http://schemas.openxmlformats.org/drawingml/2006/main">
              <a:ext uri="{FF2B5EF4-FFF2-40B4-BE49-F238E27FC236}">
                <a16:creationId xmlns:a16="http://schemas.microsoft.com/office/drawing/2014/main" id="{8CBBACE1-B76C-4567-A2C0-B0DBA8DA312B}"/>
              </a:ext>
            </a:extLst>
          </p:cNvPr>
          <p:cNvSpPr>
            <a:spLocks xmlns:a="http://schemas.openxmlformats.org/drawingml/2006/main" noGrp="1"/>
          </p:cNvSpPr>
          <p:nvPr/>
        </p:nvSpPr>
        <p:spPr>
          <a:xfrm xmlns:a="http://schemas.openxmlformats.org/drawingml/2006/main" rot="0" flipH="0" flipV="0">
            <a:off x="3945575" y="1409700"/>
            <a:ext cx="114300" cy="114300"/>
          </a:xfrm>
          <a:prstGeom xmlns:a="http://schemas.openxmlformats.org/drawingml/2006/main" prst="ellipse">
            <a:avLst/>
          </a:prstGeom>
          <a:solidFill xmlns:a="http://schemas.openxmlformats.org/drawingml/2006/main">
            <a:srgbClr val="FFB703"/>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1" name="Google Shape;611;p30">
            <a:extLst xmlns:a="http://schemas.openxmlformats.org/drawingml/2006/main">
              <a:ext uri="{FF2B5EF4-FFF2-40B4-BE49-F238E27FC236}">
                <a16:creationId xmlns:a16="http://schemas.microsoft.com/office/drawing/2014/main" id="{BED13D9E-80AC-400E-B885-58DBEF06DDC2}"/>
              </a:ext>
            </a:extLst>
          </p:cNvPr>
          <p:cNvSpPr>
            <a:spLocks xmlns:a="http://schemas.openxmlformats.org/drawingml/2006/main" noGrp="1"/>
          </p:cNvSpPr>
          <p:nvPr/>
        </p:nvSpPr>
        <p:spPr>
          <a:xfrm xmlns:a="http://schemas.openxmlformats.org/drawingml/2006/main" rot="0" flipH="0" flipV="0">
            <a:off x="4117025" y="1409700"/>
            <a:ext cx="114300" cy="114300"/>
          </a:xfrm>
          <a:prstGeom xmlns:a="http://schemas.openxmlformats.org/drawingml/2006/main" prst="ellipse">
            <a:avLst/>
          </a:prstGeom>
          <a:solidFill xmlns:a="http://schemas.openxmlformats.org/drawingml/2006/main">
            <a:srgbClr val="00E5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2" name="Google Shape;612;p30">
            <a:extLst xmlns:a="http://schemas.openxmlformats.org/drawingml/2006/main">
              <a:ext uri="{FF2B5EF4-FFF2-40B4-BE49-F238E27FC236}">
                <a16:creationId xmlns:a16="http://schemas.microsoft.com/office/drawing/2014/main" id="{BF7075FA-B03F-45F7-A401-B6F15B30BD61}"/>
              </a:ext>
            </a:extLst>
          </p:cNvPr>
          <p:cNvSpPr>
            <a:spLocks xmlns:a="http://schemas.openxmlformats.org/drawingml/2006/main" noGrp="1"/>
          </p:cNvSpPr>
          <p:nvPr/>
        </p:nvSpPr>
        <p:spPr>
          <a:xfrm xmlns:a="http://schemas.openxmlformats.org/drawingml/2006/main">
            <a:off x="4394700" y="1352550"/>
            <a:ext cx="28062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900" b="0">
                <a:solidFill>
                  <a:srgbClr val="AAB6C8"/>
                </a:solidFill>
                <a:latin typeface="Roboto Mono"/>
                <a:ea typeface="Roboto Mono"/>
                <a:cs typeface="Roboto Mono"/>
              </a:defRPr>
            </a:pPr>
            <a:r>
              <a:rPr sz="900" b="0" i="0">
                <a:solidFill>
                  <a:srgbClr val="AAB6C8"/>
                </a:solidFill>
                <a:latin typeface="Roboto Mono"/>
                <a:ea typeface="Roboto Mono"/>
                <a:cs typeface="Roboto Mono"/>
              </a:rPr>
              <a:t>Step 2: generated main.cpp (first half)</a:t>
            </a:r>
          </a:p>
        </p:txBody>
      </p:sp>
      <p:sp>
        <p:nvSpPr>
          <p:cNvPr id="613" name="Google Shape;613;p30">
            <a:extLst xmlns:a="http://schemas.openxmlformats.org/drawingml/2006/main">
              <a:ext uri="{FF2B5EF4-FFF2-40B4-BE49-F238E27FC236}">
                <a16:creationId xmlns:a16="http://schemas.microsoft.com/office/drawing/2014/main" id="{0C693F38-8BEB-4F75-AF6E-E006C85958CA}"/>
              </a:ext>
            </a:extLst>
          </p:cNvPr>
          <p:cNvSpPr>
            <a:spLocks xmlns:a="http://schemas.openxmlformats.org/drawingml/2006/main" noGrp="1"/>
          </p:cNvSpPr>
          <p:nvPr/>
        </p:nvSpPr>
        <p:spPr>
          <a:xfrm xmlns:a="http://schemas.openxmlformats.org/drawingml/2006/main">
            <a:off x="4457700" y="1638300"/>
            <a:ext cx="4381500" cy="9600"/>
          </a:xfrm>
          <a:prstGeom xmlns:a="http://schemas.openxmlformats.org/drawingml/2006/main" prst="rect">
            <a:avLst/>
          </a:prstGeom>
          <a:solidFill xmlns:a="http://schemas.openxmlformats.org/drawingml/2006/main">
            <a:srgbClr val="4A5568">
              <a:alpha val="3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4" name="Google Shape;614;p30">
            <a:extLst xmlns:a="http://schemas.openxmlformats.org/drawingml/2006/main">
              <a:ext uri="{FF2B5EF4-FFF2-40B4-BE49-F238E27FC236}">
                <a16:creationId xmlns:a16="http://schemas.microsoft.com/office/drawing/2014/main" id="{96139404-BB5E-4BCC-8A75-98AF7120A763}"/>
              </a:ext>
            </a:extLst>
          </p:cNvPr>
          <p:cNvSpPr>
            <a:spLocks xmlns:a="http://schemas.openxmlformats.org/drawingml/2006/main" noGrp="1"/>
          </p:cNvSpPr>
          <p:nvPr/>
        </p:nvSpPr>
        <p:spPr>
          <a:xfrm xmlns:a="http://schemas.openxmlformats.org/drawingml/2006/main">
            <a:off x="3774125" y="1828800"/>
            <a:ext cx="4836600" cy="2571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Json::StreamWriterBuilder json;</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json["indentation"] = "";</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std::uint64_t received = 0;</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const auto until =</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  std::chrono::steady_clock::now() +</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  std::chrono::seconds(10);</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while(std::chrono::steady_clock::now()</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      &lt; until) {</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    sinsp_evt* event = nullptr;</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    const auto result =</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        inspector.next(&amp;event);</a:t>
            </a:r>
          </a:p>
        </p:txBody>
      </p:sp>
      <p:sp>
        <p:nvSpPr>
          <p:cNvPr id="616" name="Google Shape;616;p30">
            <a:extLst xmlns:a="http://schemas.openxmlformats.org/drawingml/2006/main">
              <a:ext uri="{FF2B5EF4-FFF2-40B4-BE49-F238E27FC236}">
                <a16:creationId xmlns:a16="http://schemas.microsoft.com/office/drawing/2014/main" id="{938F25FE-1CEE-4D52-BA50-3E4F4A96F494}"/>
              </a:ext>
            </a:extLst>
          </p:cNvPr>
          <p:cNvSpPr>
            <a:spLocks xmlns:a="http://schemas.openxmlformats.org/drawingml/2006/main" noGrp="1"/>
          </p:cNvSpPr>
          <p:nvPr/>
        </p:nvSpPr>
        <p:spPr>
          <a:xfrm xmlns:a="http://schemas.openxmlformats.org/drawingml/2006/main" rot="0" flipH="0" flipV="0">
            <a:off x="3048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7" name="Google Shape;617;p30">
            <a:extLst xmlns:a="http://schemas.openxmlformats.org/drawingml/2006/main">
              <a:ext uri="{FF2B5EF4-FFF2-40B4-BE49-F238E27FC236}">
                <a16:creationId xmlns:a16="http://schemas.microsoft.com/office/drawing/2014/main" id="{BE48538D-7670-4B98-AE07-8E48DE8A0DFF}"/>
              </a:ext>
            </a:extLst>
          </p:cNvPr>
          <p:cNvSpPr>
            <a:spLocks xmlns:a="http://schemas.openxmlformats.org/drawingml/2006/main" noGrp="1"/>
          </p:cNvSpPr>
          <p:nvPr/>
        </p:nvSpPr>
        <p:spPr>
          <a:xfrm xmlns:a="http://schemas.openxmlformats.org/drawingml/2006/main" rot="0" flipH="0" flipV="0">
            <a:off x="4191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8" name="Google Shape;618;p30">
            <a:extLst xmlns:a="http://schemas.openxmlformats.org/drawingml/2006/main">
              <a:ext uri="{FF2B5EF4-FFF2-40B4-BE49-F238E27FC236}">
                <a16:creationId xmlns:a16="http://schemas.microsoft.com/office/drawing/2014/main" id="{973D0627-A512-4D22-AF39-3B6689222379}"/>
              </a:ext>
            </a:extLst>
          </p:cNvPr>
          <p:cNvSpPr>
            <a:spLocks xmlns:a="http://schemas.openxmlformats.org/drawingml/2006/main" noGrp="1"/>
          </p:cNvSpPr>
          <p:nvPr/>
        </p:nvSpPr>
        <p:spPr>
          <a:xfrm xmlns:a="http://schemas.openxmlformats.org/drawingml/2006/main" rot="0" flipH="0" flipV="0">
            <a:off x="5334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9" name="Google Shape;619;p30">
            <a:extLst xmlns:a="http://schemas.openxmlformats.org/drawingml/2006/main">
              <a:ext uri="{FF2B5EF4-FFF2-40B4-BE49-F238E27FC236}">
                <a16:creationId xmlns:a16="http://schemas.microsoft.com/office/drawing/2014/main" id="{54AEA391-4C9F-4080-8D49-5292B8785BD0}"/>
              </a:ext>
            </a:extLst>
          </p:cNvPr>
          <p:cNvSpPr>
            <a:spLocks xmlns:a="http://schemas.openxmlformats.org/drawingml/2006/main" noGrp="1"/>
          </p:cNvSpPr>
          <p:nvPr/>
        </p:nvSpPr>
        <p:spPr>
          <a:xfrm xmlns:a="http://schemas.openxmlformats.org/drawingml/2006/main" rot="0" flipH="0" flipV="0">
            <a:off x="6477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0" name="Google Shape;620;p30">
            <a:extLst xmlns:a="http://schemas.openxmlformats.org/drawingml/2006/main">
              <a:ext uri="{FF2B5EF4-FFF2-40B4-BE49-F238E27FC236}">
                <a16:creationId xmlns:a16="http://schemas.microsoft.com/office/drawing/2014/main" id="{4841CB6C-B213-4382-9120-31A9725344DF}"/>
              </a:ext>
            </a:extLst>
          </p:cNvPr>
          <p:cNvSpPr>
            <a:spLocks xmlns:a="http://schemas.openxmlformats.org/drawingml/2006/main" noGrp="1"/>
          </p:cNvSpPr>
          <p:nvPr/>
        </p:nvSpPr>
        <p:spPr>
          <a:xfrm xmlns:a="http://schemas.openxmlformats.org/drawingml/2006/main" rot="0" flipH="0" flipV="0">
            <a:off x="3048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1" name="Google Shape;621;p30">
            <a:extLst xmlns:a="http://schemas.openxmlformats.org/drawingml/2006/main">
              <a:ext uri="{FF2B5EF4-FFF2-40B4-BE49-F238E27FC236}">
                <a16:creationId xmlns:a16="http://schemas.microsoft.com/office/drawing/2014/main" id="{6BAFD878-D249-462E-81B1-15FA427A67FB}"/>
              </a:ext>
            </a:extLst>
          </p:cNvPr>
          <p:cNvSpPr>
            <a:spLocks xmlns:a="http://schemas.openxmlformats.org/drawingml/2006/main" noGrp="1"/>
          </p:cNvSpPr>
          <p:nvPr/>
        </p:nvSpPr>
        <p:spPr>
          <a:xfrm xmlns:a="http://schemas.openxmlformats.org/drawingml/2006/main" rot="0" flipH="0" flipV="0">
            <a:off x="4191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2" name="Google Shape;622;p30">
            <a:extLst xmlns:a="http://schemas.openxmlformats.org/drawingml/2006/main">
              <a:ext uri="{FF2B5EF4-FFF2-40B4-BE49-F238E27FC236}">
                <a16:creationId xmlns:a16="http://schemas.microsoft.com/office/drawing/2014/main" id="{320A5658-0CE0-4121-BC2D-84683E8BE481}"/>
              </a:ext>
            </a:extLst>
          </p:cNvPr>
          <p:cNvSpPr>
            <a:spLocks xmlns:a="http://schemas.openxmlformats.org/drawingml/2006/main" noGrp="1"/>
          </p:cNvSpPr>
          <p:nvPr/>
        </p:nvSpPr>
        <p:spPr>
          <a:xfrm xmlns:a="http://schemas.openxmlformats.org/drawingml/2006/main" rot="0" flipH="0" flipV="0">
            <a:off x="5334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3" name="Google Shape;623;p30">
            <a:extLst xmlns:a="http://schemas.openxmlformats.org/drawingml/2006/main">
              <a:ext uri="{FF2B5EF4-FFF2-40B4-BE49-F238E27FC236}">
                <a16:creationId xmlns:a16="http://schemas.microsoft.com/office/drawing/2014/main" id="{826F4E11-13A4-4FDC-A6F3-7BE2B87C1786}"/>
              </a:ext>
            </a:extLst>
          </p:cNvPr>
          <p:cNvSpPr>
            <a:spLocks xmlns:a="http://schemas.openxmlformats.org/drawingml/2006/main" noGrp="1"/>
          </p:cNvSpPr>
          <p:nvPr/>
        </p:nvSpPr>
        <p:spPr>
          <a:xfrm xmlns:a="http://schemas.openxmlformats.org/drawingml/2006/main" rot="0" flipH="0" flipV="0">
            <a:off x="6477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4" name="Google Shape;624;p30">
            <a:extLst xmlns:a="http://schemas.openxmlformats.org/drawingml/2006/main">
              <a:ext uri="{FF2B5EF4-FFF2-40B4-BE49-F238E27FC236}">
                <a16:creationId xmlns:a16="http://schemas.microsoft.com/office/drawing/2014/main" id="{EE5B6AB9-6207-43BB-88BD-98F83A2DC85C}"/>
              </a:ext>
            </a:extLst>
          </p:cNvPr>
          <p:cNvSpPr>
            <a:spLocks xmlns:a="http://schemas.openxmlformats.org/drawingml/2006/main" noGrp="1"/>
          </p:cNvSpPr>
          <p:nvPr/>
        </p:nvSpPr>
        <p:spPr>
          <a:xfrm xmlns:a="http://schemas.openxmlformats.org/drawingml/2006/main" rot="0" flipH="0" flipV="0">
            <a:off x="3048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5" name="Google Shape;625;p30">
            <a:extLst xmlns:a="http://schemas.openxmlformats.org/drawingml/2006/main">
              <a:ext uri="{FF2B5EF4-FFF2-40B4-BE49-F238E27FC236}">
                <a16:creationId xmlns:a16="http://schemas.microsoft.com/office/drawing/2014/main" id="{C2DF7D51-C402-46B7-960E-6C22BD70E859}"/>
              </a:ext>
            </a:extLst>
          </p:cNvPr>
          <p:cNvSpPr>
            <a:spLocks xmlns:a="http://schemas.openxmlformats.org/drawingml/2006/main" noGrp="1"/>
          </p:cNvSpPr>
          <p:nvPr/>
        </p:nvSpPr>
        <p:spPr>
          <a:xfrm xmlns:a="http://schemas.openxmlformats.org/drawingml/2006/main" rot="0" flipH="0" flipV="0">
            <a:off x="4191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6" name="Google Shape;626;p30">
            <a:extLst xmlns:a="http://schemas.openxmlformats.org/drawingml/2006/main">
              <a:ext uri="{FF2B5EF4-FFF2-40B4-BE49-F238E27FC236}">
                <a16:creationId xmlns:a16="http://schemas.microsoft.com/office/drawing/2014/main" id="{62DB0BB0-C739-46BB-BE25-D88FBACB8360}"/>
              </a:ext>
            </a:extLst>
          </p:cNvPr>
          <p:cNvSpPr>
            <a:spLocks xmlns:a="http://schemas.openxmlformats.org/drawingml/2006/main" noGrp="1"/>
          </p:cNvSpPr>
          <p:nvPr/>
        </p:nvSpPr>
        <p:spPr>
          <a:xfrm xmlns:a="http://schemas.openxmlformats.org/drawingml/2006/main" rot="0" flipH="0" flipV="0">
            <a:off x="5334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7" name="Google Shape;627;p30">
            <a:extLst xmlns:a="http://schemas.openxmlformats.org/drawingml/2006/main">
              <a:ext uri="{FF2B5EF4-FFF2-40B4-BE49-F238E27FC236}">
                <a16:creationId xmlns:a16="http://schemas.microsoft.com/office/drawing/2014/main" id="{B5CB37D1-1DA5-4A9C-A4BD-F5E753BFDF6A}"/>
              </a:ext>
            </a:extLst>
          </p:cNvPr>
          <p:cNvSpPr>
            <a:spLocks xmlns:a="http://schemas.openxmlformats.org/drawingml/2006/main" noGrp="1"/>
          </p:cNvSpPr>
          <p:nvPr/>
        </p:nvSpPr>
        <p:spPr>
          <a:xfrm xmlns:a="http://schemas.openxmlformats.org/drawingml/2006/main" rot="0" flipH="0" flipV="0">
            <a:off x="6477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pic>
        <p:nvPicPr>
          <p:cNvPr id="665" name="Google Shape;628;p30"/>
          <p:cNvPicPr>
            <a:picLocks xmlns:a="http://schemas.openxmlformats.org/drawingml/2006/main" noChangeAspect="1"/>
          </p:cNvPicPr>
          <p:nvPr/>
        </p:nvPicPr>
        <p:blipFill rotWithShape="1">
          <a:blip xmlns:r="http://schemas.openxmlformats.org/officeDocument/2006/relationships" xmlns:a="http://schemas.openxmlformats.org/drawingml/2006/main" r:embed="Recaf872d318c49ae">
            <a:alphaModFix/>
          </a:blip>
          <a:srcRect xmlns:a="http://schemas.openxmlformats.org/drawingml/2006/main" l="0" t="0" r="0" b="0"/>
          <a:stretch xmlns:a="http://schemas.openxmlformats.org/drawingml/2006/main"/>
        </p:blipFill>
        <p:spPr>
          <a:xfrm xmlns:a="http://schemas.openxmlformats.org/drawingml/2006/main" rot="0" flipH="0" flipV="0">
            <a:off x="304800" y="5029200"/>
            <a:ext cx="38100" cy="38100"/>
          </a:xfrm>
          <a:prstGeom xmlns:a="http://schemas.openxmlformats.org/drawingml/2006/main" prst="rect">
            <a:avLst/>
          </a:prstGeom>
          <a:ln xmlns:a="http://schemas.openxmlformats.org/drawingml/2006/main">
            <a:noFill/>
          </a:ln>
        </p:spPr>
      </p:pic>
      <p:pic>
        <p:nvPicPr>
          <p:cNvPr id="666" name="Google Shape;629;p30"/>
          <p:cNvPicPr>
            <a:picLocks xmlns:a="http://schemas.openxmlformats.org/drawingml/2006/main" noChangeAspect="1"/>
          </p:cNvPicPr>
          <p:nvPr/>
        </p:nvPicPr>
        <p:blipFill rotWithShape="1">
          <a:blip xmlns:r="http://schemas.openxmlformats.org/officeDocument/2006/relationships" xmlns:a="http://schemas.openxmlformats.org/drawingml/2006/main" r:embed="Recaf872d318c49ae">
            <a:alphaModFix/>
          </a:blip>
          <a:srcRect xmlns:a="http://schemas.openxmlformats.org/drawingml/2006/main" l="0" t="0" r="0" b="0"/>
          <a:stretch xmlns:a="http://schemas.openxmlformats.org/drawingml/2006/main"/>
        </p:blipFill>
        <p:spPr>
          <a:xfrm xmlns:a="http://schemas.openxmlformats.org/drawingml/2006/main" rot="0" flipH="0" flipV="0">
            <a:off x="419100" y="5029200"/>
            <a:ext cx="38100" cy="38100"/>
          </a:xfrm>
          <a:prstGeom xmlns:a="http://schemas.openxmlformats.org/drawingml/2006/main" prst="rect">
            <a:avLst/>
          </a:prstGeom>
          <a:ln xmlns:a="http://schemas.openxmlformats.org/drawingml/2006/main">
            <a:noFill/>
          </a:ln>
        </p:spPr>
      </p:pic>
      <p:pic>
        <p:nvPicPr>
          <p:cNvPr id="667" name="Google Shape;630;p30"/>
          <p:cNvPicPr>
            <a:picLocks xmlns:a="http://schemas.openxmlformats.org/drawingml/2006/main" noChangeAspect="1"/>
          </p:cNvPicPr>
          <p:nvPr/>
        </p:nvPicPr>
        <p:blipFill rotWithShape="1">
          <a:blip xmlns:r="http://schemas.openxmlformats.org/officeDocument/2006/relationships" xmlns:a="http://schemas.openxmlformats.org/drawingml/2006/main" r:embed="Recaf872d318c49ae">
            <a:alphaModFix/>
          </a:blip>
          <a:srcRect xmlns:a="http://schemas.openxmlformats.org/drawingml/2006/main" l="0" t="0" r="0" b="0"/>
          <a:stretch xmlns:a="http://schemas.openxmlformats.org/drawingml/2006/main"/>
        </p:blipFill>
        <p:spPr>
          <a:xfrm xmlns:a="http://schemas.openxmlformats.org/drawingml/2006/main" rot="0" flipH="0" flipV="0">
            <a:off x="533400" y="5029200"/>
            <a:ext cx="38100" cy="38100"/>
          </a:xfrm>
          <a:prstGeom xmlns:a="http://schemas.openxmlformats.org/drawingml/2006/main" prst="rect">
            <a:avLst/>
          </a:prstGeom>
          <a:ln xmlns:a="http://schemas.openxmlformats.org/drawingml/2006/main">
            <a:noFill/>
          </a:ln>
        </p:spPr>
      </p:pic>
      <p:pic>
        <p:nvPicPr>
          <p:cNvPr id="668" name="Google Shape;631;p30"/>
          <p:cNvPicPr>
            <a:picLocks xmlns:a="http://schemas.openxmlformats.org/drawingml/2006/main" noChangeAspect="1"/>
          </p:cNvPicPr>
          <p:nvPr/>
        </p:nvPicPr>
        <p:blipFill rotWithShape="1">
          <a:blip xmlns:r="http://schemas.openxmlformats.org/officeDocument/2006/relationships" xmlns:a="http://schemas.openxmlformats.org/drawingml/2006/main" r:embed="Recaf872d318c49ae">
            <a:alphaModFix/>
          </a:blip>
          <a:srcRect xmlns:a="http://schemas.openxmlformats.org/drawingml/2006/main" l="0" t="0" r="0" b="0"/>
          <a:stretch xmlns:a="http://schemas.openxmlformats.org/drawingml/2006/main"/>
        </p:blipFill>
        <p:spPr>
          <a:xfrm xmlns:a="http://schemas.openxmlformats.org/drawingml/2006/main" rot="0" flipH="0" flipV="0">
            <a:off x="647700" y="5029200"/>
            <a:ext cx="38100" cy="38100"/>
          </a:xfrm>
          <a:prstGeom xmlns:a="http://schemas.openxmlformats.org/drawingml/2006/main" prst="rect">
            <a:avLst/>
          </a:prstGeom>
          <a:ln xmlns:a="http://schemas.openxmlformats.org/drawingml/2006/main">
            <a:noFill/>
          </a:ln>
        </p:spPr>
      </p:pic>
      <p:sp>
        <p:nvSpPr>
          <p:cNvPr id="632" name="Google Shape;632;p30">
            <a:extLst xmlns:a="http://schemas.openxmlformats.org/drawingml/2006/main">
              <a:ext uri="{FF2B5EF4-FFF2-40B4-BE49-F238E27FC236}">
                <a16:creationId xmlns:a16="http://schemas.microsoft.com/office/drawing/2014/main" id="{E262D8CA-B2E6-42BF-B284-8A72626B147C}"/>
              </a:ext>
            </a:extLst>
          </p:cNvPr>
          <p:cNvSpPr>
            <a:spLocks xmlns:a="http://schemas.openxmlformats.org/drawingml/2006/main" noGrp="1"/>
          </p:cNvSpPr>
          <p:nvPr/>
        </p:nvSpPr>
        <p:spPr>
          <a:xfrm xmlns:a="http://schemas.openxmlformats.org/drawingml/2006/main">
            <a:off x="457200" y="228600"/>
            <a:ext cx="4762500" cy="285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lvl="0" indent="0" algn="l">
              <a:spcBef>
                <a:spcPts val="0"/>
              </a:spcBef>
              <a:spcAft>
                <a:spcPts val="0"/>
              </a:spcAft>
              <a:buNone/>
            </a:pPr>
            <a:r>
              <a:rPr sz="1050" b="0">
                <a:solidFill>
                  <a:srgbClr val="3A86FF"/>
                </a:solidFill>
                <a:latin typeface="Inter SemiBold"/>
                <a:ea typeface="Inter SemiBold"/>
                <a:cs typeface="Inter SemiBold"/>
              </a:rPr>
              <a:t>LINUX SYSTEM MONITORING WITH BPFTRACE</a:t>
            </a:r>
            <a:r>
              <a:rPr sz="1050">
                <a:solidFill>
                  <a:srgbClr val="3A86FF"/>
                </a:solidFill>
                <a:latin typeface="Inter SemiBold"/>
                <a:ea typeface="Inter SemiBold"/>
                <a:cs typeface="Inter SemiBold"/>
              </a:rPr>
              <a:t> AND EBPF</a:t>
            </a:r>
            <a:endParaRPr sz="1050" b="0">
              <a:solidFill>
                <a:srgbClr val="3A86FF"/>
              </a:solidFill>
              <a:latin typeface="Inter SemiBold"/>
              <a:ea typeface="Inter SemiBold"/>
              <a:cs typeface="Inter SemiBold"/>
            </a:endParaRPr>
          </a:p>
        </p:txBody>
      </p:sp>
    </p:spTree>
    <p:extLst>
      <p:ext uri="{BB962C8B-B14F-4D97-AF65-F5344CB8AC3E}">
        <p14:creationId xmlns:p14="http://schemas.microsoft.com/office/powerpoint/2010/main" val="1209551683"/>
      </p:ext>
    </p:extLst>
  </p:cSld>
</p:sld>
</file>

<file path=ppt/slides/slide10.xml><?xml version="1.0" encoding="utf-8"?>
<p:sld xmlns:p="http://schemas.openxmlformats.org/presentationml/2006/main">
  <p:cSld>
    <p:spTree>
      <p:nvGrpSpPr>
        <p:cNvPr id="1" name=""/>
        <p:cNvGrpSpPr/>
        <p:nvPr/>
      </p:nvGrpSpPr>
      <p:grpSpPr>
        <a:xfrm xmlns:a="http://schemas.openxmlformats.org/drawingml/2006/main"/>
      </p:grpSpPr>
      <p:sp>
        <p:nvSpPr>
          <p:cNvPr id="597" name="Google Shape;597;p30">
            <a:extLst xmlns:a="http://schemas.openxmlformats.org/drawingml/2006/main">
              <a:ext uri="{FF2B5EF4-FFF2-40B4-BE49-F238E27FC236}">
                <a16:creationId xmlns:a16="http://schemas.microsoft.com/office/drawing/2014/main" id="{BDE64DB8-2DF5-48AF-8D46-CB18331DACEC}"/>
              </a:ext>
            </a:extLst>
          </p:cNvPr>
          <p:cNvSpPr>
            <a:spLocks xmlns:a="http://schemas.openxmlformats.org/drawingml/2006/main" noGrp="1"/>
          </p:cNvSpPr>
          <p:nvPr/>
        </p:nvSpPr>
        <p:spPr>
          <a:xfrm xmlns:a="http://schemas.openxmlformats.org/drawingml/2006/main">
            <a:off x="0" y="0"/>
            <a:ext cx="9144000" cy="5143500"/>
          </a:xfrm>
          <a:prstGeom xmlns:a="http://schemas.openxmlformats.org/drawingml/2006/main" prst="rect">
            <a:avLst/>
          </a:prstGeom>
          <a:solidFill xmlns:a="http://schemas.openxmlformats.org/drawingml/2006/main">
            <a:srgbClr val="FFFF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598" name="Google Shape;598;p30">
            <a:extLst xmlns:a="http://schemas.openxmlformats.org/drawingml/2006/main">
              <a:ext uri="{FF2B5EF4-FFF2-40B4-BE49-F238E27FC236}">
                <a16:creationId xmlns:a16="http://schemas.microsoft.com/office/drawing/2014/main" id="{A502B2D6-2DA2-41FD-8D13-24E953E5EEAB}"/>
              </a:ext>
            </a:extLst>
          </p:cNvPr>
          <p:cNvSpPr>
            <a:spLocks xmlns:a="http://schemas.openxmlformats.org/drawingml/2006/main" noGrp="1"/>
          </p:cNvSpPr>
          <p:nvPr/>
        </p:nvSpPr>
        <p:spPr>
          <a:xfrm xmlns:a="http://schemas.openxmlformats.org/drawingml/2006/main">
            <a:off x="0" y="0"/>
            <a:ext cx="9144000" cy="57300"/>
          </a:xfrm>
          <a:prstGeom xmlns:a="http://schemas.openxmlformats.org/drawingml/2006/main" prst="rect">
            <a:avLst/>
          </a:prstGeom>
          <a:solidFill xmlns:a="http://schemas.openxmlformats.org/drawingml/2006/main">
            <a:srgbClr val="3A86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0" name="Google Shape;600;p30">
            <a:extLst xmlns:a="http://schemas.openxmlformats.org/drawingml/2006/main">
              <a:ext uri="{FF2B5EF4-FFF2-40B4-BE49-F238E27FC236}">
                <a16:creationId xmlns:a16="http://schemas.microsoft.com/office/drawing/2014/main" id="{6A70E29F-9B82-4C0E-8ED2-FFC07255D430}"/>
              </a:ext>
            </a:extLst>
          </p:cNvPr>
          <p:cNvSpPr>
            <a:spLocks xmlns:a="http://schemas.openxmlformats.org/drawingml/2006/main" noGrp="1"/>
          </p:cNvSpPr>
          <p:nvPr/>
        </p:nvSpPr>
        <p:spPr>
          <a:xfrm xmlns:a="http://schemas.openxmlformats.org/drawingml/2006/main" rot="0" flipH="0" flipV="0">
            <a:off x="8534400" y="190500"/>
            <a:ext cx="152400" cy="152400"/>
          </a:xfrm>
          <a:prstGeom xmlns:a="http://schemas.openxmlformats.org/drawingml/2006/main" prst="rect">
            <a:avLst/>
          </a:prstGeom>
          <a:solidFill xmlns:a="http://schemas.openxmlformats.org/drawingml/2006/main">
            <a:srgbClr val="3A86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1" name="Google Shape;601;p30">
            <a:extLst xmlns:a="http://schemas.openxmlformats.org/drawingml/2006/main">
              <a:ext uri="{FF2B5EF4-FFF2-40B4-BE49-F238E27FC236}">
                <a16:creationId xmlns:a16="http://schemas.microsoft.com/office/drawing/2014/main" id="{A7F0AEA7-0069-4EC2-A9F7-DBCF5DECF4CF}"/>
              </a:ext>
            </a:extLst>
          </p:cNvPr>
          <p:cNvSpPr>
            <a:spLocks xmlns:a="http://schemas.openxmlformats.org/drawingml/2006/main" noGrp="1"/>
          </p:cNvSpPr>
          <p:nvPr/>
        </p:nvSpPr>
        <p:spPr>
          <a:xfrm xmlns:a="http://schemas.openxmlformats.org/drawingml/2006/main" rot="0" flipH="0" flipV="0">
            <a:off x="8648700" y="304800"/>
            <a:ext cx="152400" cy="152400"/>
          </a:xfrm>
          <a:prstGeom xmlns:a="http://schemas.openxmlformats.org/drawingml/2006/main" prst="rect">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2" name="Google Shape;602;p30">
            <a:extLst xmlns:a="http://schemas.openxmlformats.org/drawingml/2006/main">
              <a:ext uri="{FF2B5EF4-FFF2-40B4-BE49-F238E27FC236}">
                <a16:creationId xmlns:a16="http://schemas.microsoft.com/office/drawing/2014/main" id="{4FCAAC77-7049-45AD-B25F-CB738F4F1316}"/>
              </a:ext>
            </a:extLst>
          </p:cNvPr>
          <p:cNvSpPr>
            <a:spLocks xmlns:a="http://schemas.openxmlformats.org/drawingml/2006/main" noGrp="1"/>
          </p:cNvSpPr>
          <p:nvPr/>
        </p:nvSpPr>
        <p:spPr>
          <a:xfrm xmlns:a="http://schemas.openxmlformats.org/drawingml/2006/main" rot="0" flipH="0" flipV="0">
            <a:off x="8763000" y="190500"/>
            <a:ext cx="152400" cy="152400"/>
          </a:xfrm>
          <a:prstGeom xmlns:a="http://schemas.openxmlformats.org/drawingml/2006/main" prst="rect">
            <a:avLst/>
          </a:prstGeom>
          <a:solidFill xmlns:a="http://schemas.openxmlformats.org/drawingml/2006/main">
            <a:srgbClr val="0B132B"/>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3" name="Google Shape;603;p30">
            <a:extLst xmlns:a="http://schemas.openxmlformats.org/drawingml/2006/main">
              <a:ext uri="{FF2B5EF4-FFF2-40B4-BE49-F238E27FC236}">
                <a16:creationId xmlns:a16="http://schemas.microsoft.com/office/drawing/2014/main" id="{F792C37C-A96B-4A83-B7A0-59A12411F0D4}"/>
              </a:ext>
            </a:extLst>
          </p:cNvPr>
          <p:cNvSpPr>
            <a:spLocks xmlns:a="http://schemas.openxmlformats.org/drawingml/2006/main" noGrp="1"/>
          </p:cNvSpPr>
          <p:nvPr/>
        </p:nvSpPr>
        <p:spPr>
          <a:xfrm xmlns:a="http://schemas.openxmlformats.org/drawingml/2006/main">
            <a:off x="457200" y="609600"/>
            <a:ext cx="8229600" cy="5334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2400" b="1">
                <a:solidFill>
                  <a:srgbClr val="3A86FF"/>
                </a:solidFill>
                <a:latin typeface="Montserrat"/>
                <a:ea typeface="Montserrat"/>
                <a:cs typeface="Montserrat"/>
              </a:defRPr>
            </a:pPr>
            <a:r>
              <a:rPr sz="2400" b="1" i="0">
                <a:solidFill>
                  <a:srgbClr val="3A86FF"/>
                </a:solidFill>
                <a:latin typeface="Montserrat"/>
                <a:ea typeface="Montserrat"/>
                <a:cs typeface="Montserrat"/>
              </a:rPr>
              <a:t>Step 2: Write JSONL events</a:t>
            </a:r>
          </a:p>
        </p:txBody>
      </p:sp>
      <p:sp>
        <p:nvSpPr>
          <p:cNvPr id="604" name="Google Shape;604;p30">
            <a:extLst xmlns:a="http://schemas.openxmlformats.org/drawingml/2006/main">
              <a:ext uri="{FF2B5EF4-FFF2-40B4-BE49-F238E27FC236}">
                <a16:creationId xmlns:a16="http://schemas.microsoft.com/office/drawing/2014/main" id="{CB1389F3-AE35-44FF-B13C-8FDB3606FAB8}"/>
              </a:ext>
            </a:extLst>
          </p:cNvPr>
          <p:cNvSpPr>
            <a:spLocks xmlns:a="http://schemas.openxmlformats.org/drawingml/2006/main" noGrp="1"/>
          </p:cNvSpPr>
          <p:nvPr/>
        </p:nvSpPr>
        <p:spPr>
          <a:xfrm xmlns:a="http://schemas.openxmlformats.org/drawingml/2006/main">
            <a:off x="304800" y="1219200"/>
            <a:ext cx="3013500" cy="3410100"/>
          </a:xfrm>
          <a:prstGeom xmlns:a="http://schemas.openxmlformats.org/drawingml/2006/main" prst="roundRect">
            <a:avLst>
              <a:gd name="adj" fmla="val 1117"/>
            </a:avLst>
          </a:prstGeom>
          <a:solidFill xmlns:a="http://schemas.openxmlformats.org/drawingml/2006/main">
            <a:srgbClr val="F4F7F6"/>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5" name="Google Shape;605;p30">
            <a:extLst xmlns:a="http://schemas.openxmlformats.org/drawingml/2006/main">
              <a:ext uri="{FF2B5EF4-FFF2-40B4-BE49-F238E27FC236}">
                <a16:creationId xmlns:a16="http://schemas.microsoft.com/office/drawing/2014/main" id="{196A3D5B-A6C4-49B2-8ABC-B5CEE75009B4}"/>
              </a:ext>
            </a:extLst>
          </p:cNvPr>
          <p:cNvSpPr>
            <a:spLocks xmlns:a="http://schemas.openxmlformats.org/drawingml/2006/main" noGrp="1"/>
          </p:cNvSpPr>
          <p:nvPr/>
        </p:nvSpPr>
        <p:spPr>
          <a:xfrm xmlns:a="http://schemas.openxmlformats.org/drawingml/2006/main">
            <a:off x="304800" y="1219200"/>
            <a:ext cx="38100" cy="3410100"/>
          </a:xfrm>
          <a:prstGeom xmlns:a="http://schemas.openxmlformats.org/drawingml/2006/main" prst="rect">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6" name="Google Shape;606;p30">
            <a:extLst xmlns:a="http://schemas.openxmlformats.org/drawingml/2006/main">
              <a:ext uri="{FF2B5EF4-FFF2-40B4-BE49-F238E27FC236}">
                <a16:creationId xmlns:a16="http://schemas.microsoft.com/office/drawing/2014/main" id="{49F9CDAA-5631-4822-9E9D-8ECDA15ACED4}"/>
              </a:ext>
            </a:extLst>
          </p:cNvPr>
          <p:cNvSpPr>
            <a:spLocks xmlns:a="http://schemas.openxmlformats.org/drawingml/2006/main" noGrp="1"/>
          </p:cNvSpPr>
          <p:nvPr/>
        </p:nvSpPr>
        <p:spPr>
          <a:xfrm xmlns:a="http://schemas.openxmlformats.org/drawingml/2006/main">
            <a:off x="571500" y="1447800"/>
            <a:ext cx="2569500" cy="2952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Write one JSON object per event.</a:t>
            </a:r>
          </a:p>
          <a:p xmlns:a="http://schemas.openxmlformats.org/drawingml/2006/main">
            <a:pPr marL="0" indent="0">
              <a:spcBef>
                <a:spcPts val="0"/>
              </a:spcBef>
              <a:spcAft>
                <a:spcPts val="0"/>
              </a:spcAft>
              <a:buNone/>
            </a:pPr>
            <a:r>
              <a:rPr sz="1500" b="0" i="0">
                <a:solidFill>
                  <a:srgbClr val="4A5568"/>
                </a:solidFill>
                <a:latin typeface="Inter"/>
                <a:ea typeface="Inter"/>
                <a:cs typeface="Inter"/>
              </a:rPr>
              <a:t/>
            </a:r>
          </a:p>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Each record starts with the event name and timestamp.</a:t>
            </a:r>
          </a:p>
          <a:p xmlns:a="http://schemas.openxmlformats.org/drawingml/2006/main">
            <a:pPr marL="0" indent="0">
              <a:spcBef>
                <a:spcPts val="0"/>
              </a:spcBef>
              <a:spcAft>
                <a:spcPts val="0"/>
              </a:spcAft>
              <a:buNone/>
            </a:pPr>
            <a:r>
              <a:rPr sz="1500" b="0" i="0">
                <a:solidFill>
                  <a:srgbClr val="4A5568"/>
                </a:solidFill>
                <a:latin typeface="Inter"/>
                <a:ea typeface="Inter"/>
                <a:cs typeface="Inter"/>
              </a:rPr>
              <a:t/>
            </a:r>
          </a:p>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Status messages go to the .log file. Event records go to .jsonl.</a:t>
            </a:r>
          </a:p>
        </p:txBody>
      </p:sp>
      <p:sp>
        <p:nvSpPr>
          <p:cNvPr id="607" name="Google Shape;607;p30">
            <a:extLst xmlns:a="http://schemas.openxmlformats.org/drawingml/2006/main">
              <a:ext uri="{FF2B5EF4-FFF2-40B4-BE49-F238E27FC236}">
                <a16:creationId xmlns:a16="http://schemas.microsoft.com/office/drawing/2014/main" id="{08527AFE-0E31-46B5-B2AB-894AB94A8036}"/>
              </a:ext>
            </a:extLst>
          </p:cNvPr>
          <p:cNvSpPr>
            <a:spLocks xmlns:a="http://schemas.openxmlformats.org/drawingml/2006/main" noGrp="1"/>
          </p:cNvSpPr>
          <p:nvPr/>
        </p:nvSpPr>
        <p:spPr>
          <a:xfrm xmlns:a="http://schemas.openxmlformats.org/drawingml/2006/main">
            <a:off x="3482825" y="1219200"/>
            <a:ext cx="5356500" cy="3410100"/>
          </a:xfrm>
          <a:prstGeom xmlns:a="http://schemas.openxmlformats.org/drawingml/2006/main" prst="roundRect">
            <a:avLst>
              <a:gd name="adj" fmla="val 2234"/>
            </a:avLst>
          </a:prstGeom>
          <a:solidFill xmlns:a="http://schemas.openxmlformats.org/drawingml/2006/main">
            <a:srgbClr val="0B132B"/>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9" name="Google Shape;609;p30">
            <a:extLst xmlns:a="http://schemas.openxmlformats.org/drawingml/2006/main">
              <a:ext uri="{FF2B5EF4-FFF2-40B4-BE49-F238E27FC236}">
                <a16:creationId xmlns:a16="http://schemas.microsoft.com/office/drawing/2014/main" id="{2F687CFB-C301-4360-90A3-28762F09A555}"/>
              </a:ext>
            </a:extLst>
          </p:cNvPr>
          <p:cNvSpPr>
            <a:spLocks xmlns:a="http://schemas.openxmlformats.org/drawingml/2006/main" noGrp="1"/>
          </p:cNvSpPr>
          <p:nvPr/>
        </p:nvSpPr>
        <p:spPr>
          <a:xfrm xmlns:a="http://schemas.openxmlformats.org/drawingml/2006/main" rot="0" flipH="0" flipV="0">
            <a:off x="3774125" y="1409700"/>
            <a:ext cx="114300" cy="114300"/>
          </a:xfrm>
          <a:prstGeom xmlns:a="http://schemas.openxmlformats.org/drawingml/2006/main" prst="ellipse">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0" name="Google Shape;610;p30">
            <a:extLst xmlns:a="http://schemas.openxmlformats.org/drawingml/2006/main">
              <a:ext uri="{FF2B5EF4-FFF2-40B4-BE49-F238E27FC236}">
                <a16:creationId xmlns:a16="http://schemas.microsoft.com/office/drawing/2014/main" id="{8CBBACE1-B76C-4567-A2C0-B0DBA8DA312B}"/>
              </a:ext>
            </a:extLst>
          </p:cNvPr>
          <p:cNvSpPr>
            <a:spLocks xmlns:a="http://schemas.openxmlformats.org/drawingml/2006/main" noGrp="1"/>
          </p:cNvSpPr>
          <p:nvPr/>
        </p:nvSpPr>
        <p:spPr>
          <a:xfrm xmlns:a="http://schemas.openxmlformats.org/drawingml/2006/main" rot="0" flipH="0" flipV="0">
            <a:off x="3945575" y="1409700"/>
            <a:ext cx="114300" cy="114300"/>
          </a:xfrm>
          <a:prstGeom xmlns:a="http://schemas.openxmlformats.org/drawingml/2006/main" prst="ellipse">
            <a:avLst/>
          </a:prstGeom>
          <a:solidFill xmlns:a="http://schemas.openxmlformats.org/drawingml/2006/main">
            <a:srgbClr val="FFB703"/>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1" name="Google Shape;611;p30">
            <a:extLst xmlns:a="http://schemas.openxmlformats.org/drawingml/2006/main">
              <a:ext uri="{FF2B5EF4-FFF2-40B4-BE49-F238E27FC236}">
                <a16:creationId xmlns:a16="http://schemas.microsoft.com/office/drawing/2014/main" id="{BED13D9E-80AC-400E-B885-58DBEF06DDC2}"/>
              </a:ext>
            </a:extLst>
          </p:cNvPr>
          <p:cNvSpPr>
            <a:spLocks xmlns:a="http://schemas.openxmlformats.org/drawingml/2006/main" noGrp="1"/>
          </p:cNvSpPr>
          <p:nvPr/>
        </p:nvSpPr>
        <p:spPr>
          <a:xfrm xmlns:a="http://schemas.openxmlformats.org/drawingml/2006/main" rot="0" flipH="0" flipV="0">
            <a:off x="4117025" y="1409700"/>
            <a:ext cx="114300" cy="114300"/>
          </a:xfrm>
          <a:prstGeom xmlns:a="http://schemas.openxmlformats.org/drawingml/2006/main" prst="ellipse">
            <a:avLst/>
          </a:prstGeom>
          <a:solidFill xmlns:a="http://schemas.openxmlformats.org/drawingml/2006/main">
            <a:srgbClr val="00E5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2" name="Google Shape;612;p30">
            <a:extLst xmlns:a="http://schemas.openxmlformats.org/drawingml/2006/main">
              <a:ext uri="{FF2B5EF4-FFF2-40B4-BE49-F238E27FC236}">
                <a16:creationId xmlns:a16="http://schemas.microsoft.com/office/drawing/2014/main" id="{BF7075FA-B03F-45F7-A401-B6F15B30BD61}"/>
              </a:ext>
            </a:extLst>
          </p:cNvPr>
          <p:cNvSpPr>
            <a:spLocks xmlns:a="http://schemas.openxmlformats.org/drawingml/2006/main" noGrp="1"/>
          </p:cNvSpPr>
          <p:nvPr/>
        </p:nvSpPr>
        <p:spPr>
          <a:xfrm xmlns:a="http://schemas.openxmlformats.org/drawingml/2006/main">
            <a:off x="4394700" y="1352550"/>
            <a:ext cx="28062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900" b="0">
                <a:solidFill>
                  <a:srgbClr val="AAB6C8"/>
                </a:solidFill>
                <a:latin typeface="Roboto Mono"/>
                <a:ea typeface="Roboto Mono"/>
                <a:cs typeface="Roboto Mono"/>
              </a:defRPr>
            </a:pPr>
            <a:r>
              <a:rPr sz="900" b="0" i="0">
                <a:solidFill>
                  <a:srgbClr val="AAB6C8"/>
                </a:solidFill>
                <a:latin typeface="Roboto Mono"/>
                <a:ea typeface="Roboto Mono"/>
                <a:cs typeface="Roboto Mono"/>
              </a:rPr>
              <a:t>Step 2: generated main.cpp (continued)</a:t>
            </a:r>
          </a:p>
        </p:txBody>
      </p:sp>
      <p:sp>
        <p:nvSpPr>
          <p:cNvPr id="613" name="Google Shape;613;p30">
            <a:extLst xmlns:a="http://schemas.openxmlformats.org/drawingml/2006/main">
              <a:ext uri="{FF2B5EF4-FFF2-40B4-BE49-F238E27FC236}">
                <a16:creationId xmlns:a16="http://schemas.microsoft.com/office/drawing/2014/main" id="{0C693F38-8BEB-4F75-AF6E-E006C85958CA}"/>
              </a:ext>
            </a:extLst>
          </p:cNvPr>
          <p:cNvSpPr>
            <a:spLocks xmlns:a="http://schemas.openxmlformats.org/drawingml/2006/main" noGrp="1"/>
          </p:cNvSpPr>
          <p:nvPr/>
        </p:nvSpPr>
        <p:spPr>
          <a:xfrm xmlns:a="http://schemas.openxmlformats.org/drawingml/2006/main">
            <a:off x="4457700" y="1638300"/>
            <a:ext cx="4381500" cy="9600"/>
          </a:xfrm>
          <a:prstGeom xmlns:a="http://schemas.openxmlformats.org/drawingml/2006/main" prst="rect">
            <a:avLst/>
          </a:prstGeom>
          <a:solidFill xmlns:a="http://schemas.openxmlformats.org/drawingml/2006/main">
            <a:srgbClr val="4A5568">
              <a:alpha val="3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4" name="Google Shape;614;p30">
            <a:extLst xmlns:a="http://schemas.openxmlformats.org/drawingml/2006/main">
              <a:ext uri="{FF2B5EF4-FFF2-40B4-BE49-F238E27FC236}">
                <a16:creationId xmlns:a16="http://schemas.microsoft.com/office/drawing/2014/main" id="{96139404-BB5E-4BCC-8A75-98AF7120A763}"/>
              </a:ext>
            </a:extLst>
          </p:cNvPr>
          <p:cNvSpPr>
            <a:spLocks xmlns:a="http://schemas.openxmlformats.org/drawingml/2006/main" noGrp="1"/>
          </p:cNvSpPr>
          <p:nvPr/>
        </p:nvSpPr>
        <p:spPr>
          <a:xfrm xmlns:a="http://schemas.openxmlformats.org/drawingml/2006/main">
            <a:off x="3774125" y="1828800"/>
            <a:ext cx="4836600" cy="2571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1200" b="0">
                <a:solidFill>
                  <a:srgbClr val="00E5FF"/>
                </a:solidFill>
                <a:latin typeface="Roboto Mono"/>
                <a:ea typeface="Roboto Mono"/>
                <a:cs typeface="Roboto Mono"/>
              </a:defRPr>
            </a:pPr>
            <a:r>
              <a:rPr sz="1200" b="0" i="0">
                <a:solidFill>
                  <a:srgbClr val="00E5FF"/>
                </a:solidFill>
                <a:latin typeface="Roboto Mono"/>
                <a:ea typeface="Roboto Mono"/>
                <a:cs typeface="Roboto Mono"/>
              </a:rPr>
              <a:t>// After a successful next() call:</a:t>
            </a:r>
          </a:p>
          <a:p xmlns:a="http://schemas.openxmlformats.org/drawingml/2006/main">
            <a:pPr marL="0" indent="0" algn="l">
              <a:spcBef>
                <a:spcPts val="0"/>
              </a:spcBef>
              <a:spcAft>
                <a:spcPts val="0"/>
              </a:spcAft>
              <a:buNone/>
              <a:defRPr sz="1200" b="0">
                <a:solidFill>
                  <a:srgbClr val="00E5FF"/>
                </a:solidFill>
                <a:latin typeface="Roboto Mono"/>
                <a:ea typeface="Roboto Mono"/>
                <a:cs typeface="Roboto Mono"/>
              </a:defRPr>
            </a:pPr>
            <a:r>
              <a:rPr sz="1200" b="0" i="0">
                <a:solidFill>
                  <a:srgbClr val="00E5FF"/>
                </a:solidFill>
                <a:latin typeface="Roboto Mono"/>
                <a:ea typeface="Roboto Mono"/>
                <a:cs typeface="Roboto Mono"/>
              </a:rPr>
              <a:t>Json::Value record;</a:t>
            </a:r>
          </a:p>
          <a:p xmlns:a="http://schemas.openxmlformats.org/drawingml/2006/main">
            <a:pPr marL="0" indent="0" algn="l">
              <a:spcBef>
                <a:spcPts val="0"/>
              </a:spcBef>
              <a:spcAft>
                <a:spcPts val="0"/>
              </a:spcAft>
              <a:buNone/>
              <a:defRPr sz="1200" b="0">
                <a:solidFill>
                  <a:srgbClr val="00E5FF"/>
                </a:solidFill>
                <a:latin typeface="Roboto Mono"/>
                <a:ea typeface="Roboto Mono"/>
                <a:cs typeface="Roboto Mono"/>
              </a:defRPr>
            </a:pPr>
            <a:r>
              <a:rPr sz="1200" b="0" i="0">
                <a:solidFill>
                  <a:srgbClr val="00E5FF"/>
                </a:solidFill>
                <a:latin typeface="Roboto Mono"/>
                <a:ea typeface="Roboto Mono"/>
                <a:cs typeface="Roboto Mono"/>
              </a:rPr>
              <a:t>record["event"] = event-&gt;get_name();</a:t>
            </a:r>
          </a:p>
          <a:p xmlns:a="http://schemas.openxmlformats.org/drawingml/2006/main">
            <a:pPr marL="0" indent="0" algn="l">
              <a:spcBef>
                <a:spcPts val="0"/>
              </a:spcBef>
              <a:spcAft>
                <a:spcPts val="0"/>
              </a:spcAft>
              <a:buNone/>
              <a:defRPr sz="1200" b="0">
                <a:solidFill>
                  <a:srgbClr val="00E5FF"/>
                </a:solidFill>
                <a:latin typeface="Roboto Mono"/>
                <a:ea typeface="Roboto Mono"/>
                <a:cs typeface="Roboto Mono"/>
              </a:defRPr>
            </a:pPr>
            <a:r>
              <a:rPr sz="1200" b="0" i="0">
                <a:solidFill>
                  <a:srgbClr val="00E5FF"/>
                </a:solidFill>
                <a:latin typeface="Roboto Mono"/>
                <a:ea typeface="Roboto Mono"/>
                <a:cs typeface="Roboto Mono"/>
              </a:rPr>
              <a:t>record["timestamp_ns"] =</a:t>
            </a:r>
          </a:p>
          <a:p xmlns:a="http://schemas.openxmlformats.org/drawingml/2006/main">
            <a:pPr marL="0" indent="0" algn="l">
              <a:spcBef>
                <a:spcPts val="0"/>
              </a:spcBef>
              <a:spcAft>
                <a:spcPts val="0"/>
              </a:spcAft>
              <a:buNone/>
              <a:defRPr sz="1200" b="0">
                <a:solidFill>
                  <a:srgbClr val="00E5FF"/>
                </a:solidFill>
                <a:latin typeface="Roboto Mono"/>
                <a:ea typeface="Roboto Mono"/>
                <a:cs typeface="Roboto Mono"/>
              </a:defRPr>
            </a:pPr>
            <a:r>
              <a:rPr sz="1200" b="0" i="0">
                <a:solidFill>
                  <a:srgbClr val="00E5FF"/>
                </a:solidFill>
                <a:latin typeface="Roboto Mono"/>
                <a:ea typeface="Roboto Mono"/>
                <a:cs typeface="Roboto Mono"/>
              </a:rPr>
              <a:t>    Json::UInt64(event-&gt;get_ts());</a:t>
            </a:r>
          </a:p>
          <a:p xmlns:a="http://schemas.openxmlformats.org/drawingml/2006/main">
            <a:pPr marL="0" indent="0" algn="l">
              <a:spcBef>
                <a:spcPts val="0"/>
              </a:spcBef>
              <a:spcAft>
                <a:spcPts val="0"/>
              </a:spcAft>
              <a:buNone/>
              <a:defRPr sz="1200" b="0">
                <a:solidFill>
                  <a:srgbClr val="00E5FF"/>
                </a:solidFill>
                <a:latin typeface="Roboto Mono"/>
                <a:ea typeface="Roboto Mono"/>
                <a:cs typeface="Roboto Mono"/>
              </a:defRPr>
            </a:pPr>
            <a:r>
              <a:rPr sz="1200" b="0" i="0">
                <a:solidFill>
                  <a:srgbClr val="00E5FF"/>
                </a:solidFill>
                <a:latin typeface="Roboto Mono"/>
                <a:ea typeface="Roboto Mono"/>
                <a:cs typeface="Roboto Mono"/>
              </a:rPr>
              <a:t>std::cout &lt;&lt; Json::writeString(json, record)</a:t>
            </a:r>
          </a:p>
          <a:p xmlns:a="http://schemas.openxmlformats.org/drawingml/2006/main">
            <a:pPr marL="0" indent="0" algn="l">
              <a:spcBef>
                <a:spcPts val="0"/>
              </a:spcBef>
              <a:spcAft>
                <a:spcPts val="0"/>
              </a:spcAft>
              <a:buNone/>
              <a:defRPr sz="1200" b="0">
                <a:solidFill>
                  <a:srgbClr val="00E5FF"/>
                </a:solidFill>
                <a:latin typeface="Roboto Mono"/>
                <a:ea typeface="Roboto Mono"/>
                <a:cs typeface="Roboto Mono"/>
              </a:defRPr>
            </a:pPr>
            <a:r>
              <a:rPr sz="1200" b="0" i="0">
                <a:solidFill>
                  <a:srgbClr val="00E5FF"/>
                </a:solidFill>
                <a:latin typeface="Roboto Mono"/>
                <a:ea typeface="Roboto Mono"/>
                <a:cs typeface="Roboto Mono"/>
              </a:rPr>
              <a:t>          &lt;&lt; '\n';</a:t>
            </a:r>
          </a:p>
        </p:txBody>
      </p:sp>
      <p:sp>
        <p:nvSpPr>
          <p:cNvPr id="616" name="Google Shape;616;p30">
            <a:extLst xmlns:a="http://schemas.openxmlformats.org/drawingml/2006/main">
              <a:ext uri="{FF2B5EF4-FFF2-40B4-BE49-F238E27FC236}">
                <a16:creationId xmlns:a16="http://schemas.microsoft.com/office/drawing/2014/main" id="{938F25FE-1CEE-4D52-BA50-3E4F4A96F494}"/>
              </a:ext>
            </a:extLst>
          </p:cNvPr>
          <p:cNvSpPr>
            <a:spLocks xmlns:a="http://schemas.openxmlformats.org/drawingml/2006/main" noGrp="1"/>
          </p:cNvSpPr>
          <p:nvPr/>
        </p:nvSpPr>
        <p:spPr>
          <a:xfrm xmlns:a="http://schemas.openxmlformats.org/drawingml/2006/main" rot="0" flipH="0" flipV="0">
            <a:off x="3048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7" name="Google Shape;617;p30">
            <a:extLst xmlns:a="http://schemas.openxmlformats.org/drawingml/2006/main">
              <a:ext uri="{FF2B5EF4-FFF2-40B4-BE49-F238E27FC236}">
                <a16:creationId xmlns:a16="http://schemas.microsoft.com/office/drawing/2014/main" id="{BE48538D-7670-4B98-AE07-8E48DE8A0DFF}"/>
              </a:ext>
            </a:extLst>
          </p:cNvPr>
          <p:cNvSpPr>
            <a:spLocks xmlns:a="http://schemas.openxmlformats.org/drawingml/2006/main" noGrp="1"/>
          </p:cNvSpPr>
          <p:nvPr/>
        </p:nvSpPr>
        <p:spPr>
          <a:xfrm xmlns:a="http://schemas.openxmlformats.org/drawingml/2006/main" rot="0" flipH="0" flipV="0">
            <a:off x="4191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8" name="Google Shape;618;p30">
            <a:extLst xmlns:a="http://schemas.openxmlformats.org/drawingml/2006/main">
              <a:ext uri="{FF2B5EF4-FFF2-40B4-BE49-F238E27FC236}">
                <a16:creationId xmlns:a16="http://schemas.microsoft.com/office/drawing/2014/main" id="{973D0627-A512-4D22-AF39-3B6689222379}"/>
              </a:ext>
            </a:extLst>
          </p:cNvPr>
          <p:cNvSpPr>
            <a:spLocks xmlns:a="http://schemas.openxmlformats.org/drawingml/2006/main" noGrp="1"/>
          </p:cNvSpPr>
          <p:nvPr/>
        </p:nvSpPr>
        <p:spPr>
          <a:xfrm xmlns:a="http://schemas.openxmlformats.org/drawingml/2006/main" rot="0" flipH="0" flipV="0">
            <a:off x="5334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9" name="Google Shape;619;p30">
            <a:extLst xmlns:a="http://schemas.openxmlformats.org/drawingml/2006/main">
              <a:ext uri="{FF2B5EF4-FFF2-40B4-BE49-F238E27FC236}">
                <a16:creationId xmlns:a16="http://schemas.microsoft.com/office/drawing/2014/main" id="{54AEA391-4C9F-4080-8D49-5292B8785BD0}"/>
              </a:ext>
            </a:extLst>
          </p:cNvPr>
          <p:cNvSpPr>
            <a:spLocks xmlns:a="http://schemas.openxmlformats.org/drawingml/2006/main" noGrp="1"/>
          </p:cNvSpPr>
          <p:nvPr/>
        </p:nvSpPr>
        <p:spPr>
          <a:xfrm xmlns:a="http://schemas.openxmlformats.org/drawingml/2006/main" rot="0" flipH="0" flipV="0">
            <a:off x="6477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0" name="Google Shape;620;p30">
            <a:extLst xmlns:a="http://schemas.openxmlformats.org/drawingml/2006/main">
              <a:ext uri="{FF2B5EF4-FFF2-40B4-BE49-F238E27FC236}">
                <a16:creationId xmlns:a16="http://schemas.microsoft.com/office/drawing/2014/main" id="{4841CB6C-B213-4382-9120-31A9725344DF}"/>
              </a:ext>
            </a:extLst>
          </p:cNvPr>
          <p:cNvSpPr>
            <a:spLocks xmlns:a="http://schemas.openxmlformats.org/drawingml/2006/main" noGrp="1"/>
          </p:cNvSpPr>
          <p:nvPr/>
        </p:nvSpPr>
        <p:spPr>
          <a:xfrm xmlns:a="http://schemas.openxmlformats.org/drawingml/2006/main" rot="0" flipH="0" flipV="0">
            <a:off x="3048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1" name="Google Shape;621;p30">
            <a:extLst xmlns:a="http://schemas.openxmlformats.org/drawingml/2006/main">
              <a:ext uri="{FF2B5EF4-FFF2-40B4-BE49-F238E27FC236}">
                <a16:creationId xmlns:a16="http://schemas.microsoft.com/office/drawing/2014/main" id="{6BAFD878-D249-462E-81B1-15FA427A67FB}"/>
              </a:ext>
            </a:extLst>
          </p:cNvPr>
          <p:cNvSpPr>
            <a:spLocks xmlns:a="http://schemas.openxmlformats.org/drawingml/2006/main" noGrp="1"/>
          </p:cNvSpPr>
          <p:nvPr/>
        </p:nvSpPr>
        <p:spPr>
          <a:xfrm xmlns:a="http://schemas.openxmlformats.org/drawingml/2006/main" rot="0" flipH="0" flipV="0">
            <a:off x="4191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2" name="Google Shape;622;p30">
            <a:extLst xmlns:a="http://schemas.openxmlformats.org/drawingml/2006/main">
              <a:ext uri="{FF2B5EF4-FFF2-40B4-BE49-F238E27FC236}">
                <a16:creationId xmlns:a16="http://schemas.microsoft.com/office/drawing/2014/main" id="{320A5658-0CE0-4121-BC2D-84683E8BE481}"/>
              </a:ext>
            </a:extLst>
          </p:cNvPr>
          <p:cNvSpPr>
            <a:spLocks xmlns:a="http://schemas.openxmlformats.org/drawingml/2006/main" noGrp="1"/>
          </p:cNvSpPr>
          <p:nvPr/>
        </p:nvSpPr>
        <p:spPr>
          <a:xfrm xmlns:a="http://schemas.openxmlformats.org/drawingml/2006/main" rot="0" flipH="0" flipV="0">
            <a:off x="5334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3" name="Google Shape;623;p30">
            <a:extLst xmlns:a="http://schemas.openxmlformats.org/drawingml/2006/main">
              <a:ext uri="{FF2B5EF4-FFF2-40B4-BE49-F238E27FC236}">
                <a16:creationId xmlns:a16="http://schemas.microsoft.com/office/drawing/2014/main" id="{826F4E11-13A4-4FDC-A6F3-7BE2B87C1786}"/>
              </a:ext>
            </a:extLst>
          </p:cNvPr>
          <p:cNvSpPr>
            <a:spLocks xmlns:a="http://schemas.openxmlformats.org/drawingml/2006/main" noGrp="1"/>
          </p:cNvSpPr>
          <p:nvPr/>
        </p:nvSpPr>
        <p:spPr>
          <a:xfrm xmlns:a="http://schemas.openxmlformats.org/drawingml/2006/main" rot="0" flipH="0" flipV="0">
            <a:off x="6477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4" name="Google Shape;624;p30">
            <a:extLst xmlns:a="http://schemas.openxmlformats.org/drawingml/2006/main">
              <a:ext uri="{FF2B5EF4-FFF2-40B4-BE49-F238E27FC236}">
                <a16:creationId xmlns:a16="http://schemas.microsoft.com/office/drawing/2014/main" id="{EE5B6AB9-6207-43BB-88BD-98F83A2DC85C}"/>
              </a:ext>
            </a:extLst>
          </p:cNvPr>
          <p:cNvSpPr>
            <a:spLocks xmlns:a="http://schemas.openxmlformats.org/drawingml/2006/main" noGrp="1"/>
          </p:cNvSpPr>
          <p:nvPr/>
        </p:nvSpPr>
        <p:spPr>
          <a:xfrm xmlns:a="http://schemas.openxmlformats.org/drawingml/2006/main" rot="0" flipH="0" flipV="0">
            <a:off x="3048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5" name="Google Shape;625;p30">
            <a:extLst xmlns:a="http://schemas.openxmlformats.org/drawingml/2006/main">
              <a:ext uri="{FF2B5EF4-FFF2-40B4-BE49-F238E27FC236}">
                <a16:creationId xmlns:a16="http://schemas.microsoft.com/office/drawing/2014/main" id="{C2DF7D51-C402-46B7-960E-6C22BD70E859}"/>
              </a:ext>
            </a:extLst>
          </p:cNvPr>
          <p:cNvSpPr>
            <a:spLocks xmlns:a="http://schemas.openxmlformats.org/drawingml/2006/main" noGrp="1"/>
          </p:cNvSpPr>
          <p:nvPr/>
        </p:nvSpPr>
        <p:spPr>
          <a:xfrm xmlns:a="http://schemas.openxmlformats.org/drawingml/2006/main" rot="0" flipH="0" flipV="0">
            <a:off x="4191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6" name="Google Shape;626;p30">
            <a:extLst xmlns:a="http://schemas.openxmlformats.org/drawingml/2006/main">
              <a:ext uri="{FF2B5EF4-FFF2-40B4-BE49-F238E27FC236}">
                <a16:creationId xmlns:a16="http://schemas.microsoft.com/office/drawing/2014/main" id="{62DB0BB0-C739-46BB-BE25-D88FBACB8360}"/>
              </a:ext>
            </a:extLst>
          </p:cNvPr>
          <p:cNvSpPr>
            <a:spLocks xmlns:a="http://schemas.openxmlformats.org/drawingml/2006/main" noGrp="1"/>
          </p:cNvSpPr>
          <p:nvPr/>
        </p:nvSpPr>
        <p:spPr>
          <a:xfrm xmlns:a="http://schemas.openxmlformats.org/drawingml/2006/main" rot="0" flipH="0" flipV="0">
            <a:off x="5334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7" name="Google Shape;627;p30">
            <a:extLst xmlns:a="http://schemas.openxmlformats.org/drawingml/2006/main">
              <a:ext uri="{FF2B5EF4-FFF2-40B4-BE49-F238E27FC236}">
                <a16:creationId xmlns:a16="http://schemas.microsoft.com/office/drawing/2014/main" id="{B5CB37D1-1DA5-4A9C-A4BD-F5E753BFDF6A}"/>
              </a:ext>
            </a:extLst>
          </p:cNvPr>
          <p:cNvSpPr>
            <a:spLocks xmlns:a="http://schemas.openxmlformats.org/drawingml/2006/main" noGrp="1"/>
          </p:cNvSpPr>
          <p:nvPr/>
        </p:nvSpPr>
        <p:spPr>
          <a:xfrm xmlns:a="http://schemas.openxmlformats.org/drawingml/2006/main" rot="0" flipH="0" flipV="0">
            <a:off x="6477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pic>
        <p:nvPicPr>
          <p:cNvPr id="665" name="Google Shape;628;p30"/>
          <p:cNvPicPr>
            <a:picLocks xmlns:a="http://schemas.openxmlformats.org/drawingml/2006/main" noChangeAspect="1"/>
          </p:cNvPicPr>
          <p:nvPr/>
        </p:nvPicPr>
        <p:blipFill rotWithShape="1">
          <a:blip xmlns:r="http://schemas.openxmlformats.org/officeDocument/2006/relationships" xmlns:a="http://schemas.openxmlformats.org/drawingml/2006/main" r:embed="R97c2a84deddc4435">
            <a:alphaModFix/>
          </a:blip>
          <a:srcRect xmlns:a="http://schemas.openxmlformats.org/drawingml/2006/main" l="0" t="0" r="0" b="0"/>
          <a:stretch xmlns:a="http://schemas.openxmlformats.org/drawingml/2006/main"/>
        </p:blipFill>
        <p:spPr>
          <a:xfrm xmlns:a="http://schemas.openxmlformats.org/drawingml/2006/main" rot="0" flipH="0" flipV="0">
            <a:off x="304800" y="5029200"/>
            <a:ext cx="38100" cy="38100"/>
          </a:xfrm>
          <a:prstGeom xmlns:a="http://schemas.openxmlformats.org/drawingml/2006/main" prst="rect">
            <a:avLst/>
          </a:prstGeom>
          <a:ln xmlns:a="http://schemas.openxmlformats.org/drawingml/2006/main">
            <a:noFill/>
          </a:ln>
        </p:spPr>
      </p:pic>
      <p:pic>
        <p:nvPicPr>
          <p:cNvPr id="666" name="Google Shape;629;p30"/>
          <p:cNvPicPr>
            <a:picLocks xmlns:a="http://schemas.openxmlformats.org/drawingml/2006/main" noChangeAspect="1"/>
          </p:cNvPicPr>
          <p:nvPr/>
        </p:nvPicPr>
        <p:blipFill rotWithShape="1">
          <a:blip xmlns:r="http://schemas.openxmlformats.org/officeDocument/2006/relationships" xmlns:a="http://schemas.openxmlformats.org/drawingml/2006/main" r:embed="R97c2a84deddc4435">
            <a:alphaModFix/>
          </a:blip>
          <a:srcRect xmlns:a="http://schemas.openxmlformats.org/drawingml/2006/main" l="0" t="0" r="0" b="0"/>
          <a:stretch xmlns:a="http://schemas.openxmlformats.org/drawingml/2006/main"/>
        </p:blipFill>
        <p:spPr>
          <a:xfrm xmlns:a="http://schemas.openxmlformats.org/drawingml/2006/main" rot="0" flipH="0" flipV="0">
            <a:off x="419100" y="5029200"/>
            <a:ext cx="38100" cy="38100"/>
          </a:xfrm>
          <a:prstGeom xmlns:a="http://schemas.openxmlformats.org/drawingml/2006/main" prst="rect">
            <a:avLst/>
          </a:prstGeom>
          <a:ln xmlns:a="http://schemas.openxmlformats.org/drawingml/2006/main">
            <a:noFill/>
          </a:ln>
        </p:spPr>
      </p:pic>
      <p:pic>
        <p:nvPicPr>
          <p:cNvPr id="667" name="Google Shape;630;p30"/>
          <p:cNvPicPr>
            <a:picLocks xmlns:a="http://schemas.openxmlformats.org/drawingml/2006/main" noChangeAspect="1"/>
          </p:cNvPicPr>
          <p:nvPr/>
        </p:nvPicPr>
        <p:blipFill rotWithShape="1">
          <a:blip xmlns:r="http://schemas.openxmlformats.org/officeDocument/2006/relationships" xmlns:a="http://schemas.openxmlformats.org/drawingml/2006/main" r:embed="R97c2a84deddc4435">
            <a:alphaModFix/>
          </a:blip>
          <a:srcRect xmlns:a="http://schemas.openxmlformats.org/drawingml/2006/main" l="0" t="0" r="0" b="0"/>
          <a:stretch xmlns:a="http://schemas.openxmlformats.org/drawingml/2006/main"/>
        </p:blipFill>
        <p:spPr>
          <a:xfrm xmlns:a="http://schemas.openxmlformats.org/drawingml/2006/main" rot="0" flipH="0" flipV="0">
            <a:off x="533400" y="5029200"/>
            <a:ext cx="38100" cy="38100"/>
          </a:xfrm>
          <a:prstGeom xmlns:a="http://schemas.openxmlformats.org/drawingml/2006/main" prst="rect">
            <a:avLst/>
          </a:prstGeom>
          <a:ln xmlns:a="http://schemas.openxmlformats.org/drawingml/2006/main">
            <a:noFill/>
          </a:ln>
        </p:spPr>
      </p:pic>
      <p:pic>
        <p:nvPicPr>
          <p:cNvPr id="668" name="Google Shape;631;p30"/>
          <p:cNvPicPr>
            <a:picLocks xmlns:a="http://schemas.openxmlformats.org/drawingml/2006/main" noChangeAspect="1"/>
          </p:cNvPicPr>
          <p:nvPr/>
        </p:nvPicPr>
        <p:blipFill rotWithShape="1">
          <a:blip xmlns:r="http://schemas.openxmlformats.org/officeDocument/2006/relationships" xmlns:a="http://schemas.openxmlformats.org/drawingml/2006/main" r:embed="R97c2a84deddc4435">
            <a:alphaModFix/>
          </a:blip>
          <a:srcRect xmlns:a="http://schemas.openxmlformats.org/drawingml/2006/main" l="0" t="0" r="0" b="0"/>
          <a:stretch xmlns:a="http://schemas.openxmlformats.org/drawingml/2006/main"/>
        </p:blipFill>
        <p:spPr>
          <a:xfrm xmlns:a="http://schemas.openxmlformats.org/drawingml/2006/main" rot="0" flipH="0" flipV="0">
            <a:off x="647700" y="5029200"/>
            <a:ext cx="38100" cy="38100"/>
          </a:xfrm>
          <a:prstGeom xmlns:a="http://schemas.openxmlformats.org/drawingml/2006/main" prst="rect">
            <a:avLst/>
          </a:prstGeom>
          <a:ln xmlns:a="http://schemas.openxmlformats.org/drawingml/2006/main">
            <a:noFill/>
          </a:ln>
        </p:spPr>
      </p:pic>
      <p:sp>
        <p:nvSpPr>
          <p:cNvPr id="632" name="Google Shape;632;p30">
            <a:extLst xmlns:a="http://schemas.openxmlformats.org/drawingml/2006/main">
              <a:ext uri="{FF2B5EF4-FFF2-40B4-BE49-F238E27FC236}">
                <a16:creationId xmlns:a16="http://schemas.microsoft.com/office/drawing/2014/main" id="{E262D8CA-B2E6-42BF-B284-8A72626B147C}"/>
              </a:ext>
            </a:extLst>
          </p:cNvPr>
          <p:cNvSpPr>
            <a:spLocks xmlns:a="http://schemas.openxmlformats.org/drawingml/2006/main" noGrp="1"/>
          </p:cNvSpPr>
          <p:nvPr/>
        </p:nvSpPr>
        <p:spPr>
          <a:xfrm xmlns:a="http://schemas.openxmlformats.org/drawingml/2006/main">
            <a:off x="457200" y="228600"/>
            <a:ext cx="4762500" cy="285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lvl="0" indent="0" algn="l">
              <a:spcBef>
                <a:spcPts val="0"/>
              </a:spcBef>
              <a:spcAft>
                <a:spcPts val="0"/>
              </a:spcAft>
              <a:buNone/>
            </a:pPr>
            <a:r>
              <a:rPr sz="1050" b="0">
                <a:solidFill>
                  <a:srgbClr val="3A86FF"/>
                </a:solidFill>
                <a:latin typeface="Inter SemiBold"/>
                <a:ea typeface="Inter SemiBold"/>
                <a:cs typeface="Inter SemiBold"/>
              </a:rPr>
              <a:t>LINUX SYSTEM MONITORING WITH BPFTRACE</a:t>
            </a:r>
            <a:r>
              <a:rPr sz="1050">
                <a:solidFill>
                  <a:srgbClr val="3A86FF"/>
                </a:solidFill>
                <a:latin typeface="Inter SemiBold"/>
                <a:ea typeface="Inter SemiBold"/>
                <a:cs typeface="Inter SemiBold"/>
              </a:rPr>
              <a:t> AND EBPF</a:t>
            </a:r>
            <a:endParaRPr sz="1050" b="0">
              <a:solidFill>
                <a:srgbClr val="3A86FF"/>
              </a:solidFill>
              <a:latin typeface="Inter SemiBold"/>
              <a:ea typeface="Inter SemiBold"/>
              <a:cs typeface="Inter SemiBold"/>
            </a:endParaRPr>
          </a:p>
        </p:txBody>
      </p:sp>
    </p:spTree>
    <p:extLst>
      <p:ext uri="{BB962C8B-B14F-4D97-AF65-F5344CB8AC3E}">
        <p14:creationId xmlns:p14="http://schemas.microsoft.com/office/powerpoint/2010/main" val="1209551683"/>
      </p:ext>
    </p:extLst>
  </p:cSld>
</p:sld>
</file>

<file path=ppt/slides/slide11.xml><?xml version="1.0" encoding="utf-8"?>
<p:sld xmlns:p="http://schemas.openxmlformats.org/presentationml/2006/main">
  <p:cSld>
    <p:spTree>
      <p:nvGrpSpPr>
        <p:cNvPr id="1" name=""/>
        <p:cNvGrpSpPr/>
        <p:nvPr/>
      </p:nvGrpSpPr>
      <p:grpSpPr>
        <a:xfrm xmlns:a="http://schemas.openxmlformats.org/drawingml/2006/main"/>
      </p:grpSpPr>
      <p:sp>
        <p:nvSpPr>
          <p:cNvPr id="597" name="Google Shape;597;p30">
            <a:extLst xmlns:a="http://schemas.openxmlformats.org/drawingml/2006/main">
              <a:ext uri="{FF2B5EF4-FFF2-40B4-BE49-F238E27FC236}">
                <a16:creationId xmlns:a16="http://schemas.microsoft.com/office/drawing/2014/main" id="{BDE64DB8-2DF5-48AF-8D46-CB18331DACEC}"/>
              </a:ext>
            </a:extLst>
          </p:cNvPr>
          <p:cNvSpPr>
            <a:spLocks xmlns:a="http://schemas.openxmlformats.org/drawingml/2006/main" noGrp="1"/>
          </p:cNvSpPr>
          <p:nvPr/>
        </p:nvSpPr>
        <p:spPr>
          <a:xfrm xmlns:a="http://schemas.openxmlformats.org/drawingml/2006/main">
            <a:off x="0" y="0"/>
            <a:ext cx="9144000" cy="5143500"/>
          </a:xfrm>
          <a:prstGeom xmlns:a="http://schemas.openxmlformats.org/drawingml/2006/main" prst="rect">
            <a:avLst/>
          </a:prstGeom>
          <a:solidFill xmlns:a="http://schemas.openxmlformats.org/drawingml/2006/main">
            <a:srgbClr val="FFFF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598" name="Google Shape;598;p30">
            <a:extLst xmlns:a="http://schemas.openxmlformats.org/drawingml/2006/main">
              <a:ext uri="{FF2B5EF4-FFF2-40B4-BE49-F238E27FC236}">
                <a16:creationId xmlns:a16="http://schemas.microsoft.com/office/drawing/2014/main" id="{A502B2D6-2DA2-41FD-8D13-24E953E5EEAB}"/>
              </a:ext>
            </a:extLst>
          </p:cNvPr>
          <p:cNvSpPr>
            <a:spLocks xmlns:a="http://schemas.openxmlformats.org/drawingml/2006/main" noGrp="1"/>
          </p:cNvSpPr>
          <p:nvPr/>
        </p:nvSpPr>
        <p:spPr>
          <a:xfrm xmlns:a="http://schemas.openxmlformats.org/drawingml/2006/main">
            <a:off x="0" y="0"/>
            <a:ext cx="9144000" cy="57300"/>
          </a:xfrm>
          <a:prstGeom xmlns:a="http://schemas.openxmlformats.org/drawingml/2006/main" prst="rect">
            <a:avLst/>
          </a:prstGeom>
          <a:solidFill xmlns:a="http://schemas.openxmlformats.org/drawingml/2006/main">
            <a:srgbClr val="3A86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0" name="Google Shape;600;p30">
            <a:extLst xmlns:a="http://schemas.openxmlformats.org/drawingml/2006/main">
              <a:ext uri="{FF2B5EF4-FFF2-40B4-BE49-F238E27FC236}">
                <a16:creationId xmlns:a16="http://schemas.microsoft.com/office/drawing/2014/main" id="{6A70E29F-9B82-4C0E-8ED2-FFC07255D430}"/>
              </a:ext>
            </a:extLst>
          </p:cNvPr>
          <p:cNvSpPr>
            <a:spLocks xmlns:a="http://schemas.openxmlformats.org/drawingml/2006/main" noGrp="1"/>
          </p:cNvSpPr>
          <p:nvPr/>
        </p:nvSpPr>
        <p:spPr>
          <a:xfrm xmlns:a="http://schemas.openxmlformats.org/drawingml/2006/main" rot="0" flipH="0" flipV="0">
            <a:off x="8534400" y="190500"/>
            <a:ext cx="152400" cy="152400"/>
          </a:xfrm>
          <a:prstGeom xmlns:a="http://schemas.openxmlformats.org/drawingml/2006/main" prst="rect">
            <a:avLst/>
          </a:prstGeom>
          <a:solidFill xmlns:a="http://schemas.openxmlformats.org/drawingml/2006/main">
            <a:srgbClr val="3A86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1" name="Google Shape;601;p30">
            <a:extLst xmlns:a="http://schemas.openxmlformats.org/drawingml/2006/main">
              <a:ext uri="{FF2B5EF4-FFF2-40B4-BE49-F238E27FC236}">
                <a16:creationId xmlns:a16="http://schemas.microsoft.com/office/drawing/2014/main" id="{A7F0AEA7-0069-4EC2-A9F7-DBCF5DECF4CF}"/>
              </a:ext>
            </a:extLst>
          </p:cNvPr>
          <p:cNvSpPr>
            <a:spLocks xmlns:a="http://schemas.openxmlformats.org/drawingml/2006/main" noGrp="1"/>
          </p:cNvSpPr>
          <p:nvPr/>
        </p:nvSpPr>
        <p:spPr>
          <a:xfrm xmlns:a="http://schemas.openxmlformats.org/drawingml/2006/main" rot="0" flipH="0" flipV="0">
            <a:off x="8648700" y="304800"/>
            <a:ext cx="152400" cy="152400"/>
          </a:xfrm>
          <a:prstGeom xmlns:a="http://schemas.openxmlformats.org/drawingml/2006/main" prst="rect">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2" name="Google Shape;602;p30">
            <a:extLst xmlns:a="http://schemas.openxmlformats.org/drawingml/2006/main">
              <a:ext uri="{FF2B5EF4-FFF2-40B4-BE49-F238E27FC236}">
                <a16:creationId xmlns:a16="http://schemas.microsoft.com/office/drawing/2014/main" id="{4FCAAC77-7049-45AD-B25F-CB738F4F1316}"/>
              </a:ext>
            </a:extLst>
          </p:cNvPr>
          <p:cNvSpPr>
            <a:spLocks xmlns:a="http://schemas.openxmlformats.org/drawingml/2006/main" noGrp="1"/>
          </p:cNvSpPr>
          <p:nvPr/>
        </p:nvSpPr>
        <p:spPr>
          <a:xfrm xmlns:a="http://schemas.openxmlformats.org/drawingml/2006/main" rot="0" flipH="0" flipV="0">
            <a:off x="8763000" y="190500"/>
            <a:ext cx="152400" cy="152400"/>
          </a:xfrm>
          <a:prstGeom xmlns:a="http://schemas.openxmlformats.org/drawingml/2006/main" prst="rect">
            <a:avLst/>
          </a:prstGeom>
          <a:solidFill xmlns:a="http://schemas.openxmlformats.org/drawingml/2006/main">
            <a:srgbClr val="0B132B"/>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3" name="Google Shape;603;p30">
            <a:extLst xmlns:a="http://schemas.openxmlformats.org/drawingml/2006/main">
              <a:ext uri="{FF2B5EF4-FFF2-40B4-BE49-F238E27FC236}">
                <a16:creationId xmlns:a16="http://schemas.microsoft.com/office/drawing/2014/main" id="{F792C37C-A96B-4A83-B7A0-59A12411F0D4}"/>
              </a:ext>
            </a:extLst>
          </p:cNvPr>
          <p:cNvSpPr>
            <a:spLocks xmlns:a="http://schemas.openxmlformats.org/drawingml/2006/main" noGrp="1"/>
          </p:cNvSpPr>
          <p:nvPr/>
        </p:nvSpPr>
        <p:spPr>
          <a:xfrm xmlns:a="http://schemas.openxmlformats.org/drawingml/2006/main">
            <a:off x="457200" y="609600"/>
            <a:ext cx="8229600" cy="5334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2400" b="1">
                <a:solidFill>
                  <a:srgbClr val="3A86FF"/>
                </a:solidFill>
                <a:latin typeface="Montserrat"/>
                <a:ea typeface="Montserrat"/>
                <a:cs typeface="Montserrat"/>
              </a:defRPr>
            </a:pPr>
            <a:r>
              <a:rPr sz="2400" b="1" i="0">
                <a:solidFill>
                  <a:srgbClr val="3A86FF"/>
                </a:solidFill>
                <a:latin typeface="Montserrat"/>
                <a:ea typeface="Montserrat"/>
                <a:cs typeface="Montserrat"/>
              </a:rPr>
              <a:t>Step 3: Add process context</a:t>
            </a:r>
          </a:p>
        </p:txBody>
      </p:sp>
      <p:sp>
        <p:nvSpPr>
          <p:cNvPr id="604" name="Google Shape;604;p30">
            <a:extLst xmlns:a="http://schemas.openxmlformats.org/drawingml/2006/main">
              <a:ext uri="{FF2B5EF4-FFF2-40B4-BE49-F238E27FC236}">
                <a16:creationId xmlns:a16="http://schemas.microsoft.com/office/drawing/2014/main" id="{CB1389F3-AE35-44FF-B13C-8FDB3606FAB8}"/>
              </a:ext>
            </a:extLst>
          </p:cNvPr>
          <p:cNvSpPr>
            <a:spLocks xmlns:a="http://schemas.openxmlformats.org/drawingml/2006/main" noGrp="1"/>
          </p:cNvSpPr>
          <p:nvPr/>
        </p:nvSpPr>
        <p:spPr>
          <a:xfrm xmlns:a="http://schemas.openxmlformats.org/drawingml/2006/main">
            <a:off x="304800" y="1219200"/>
            <a:ext cx="3013500" cy="3410100"/>
          </a:xfrm>
          <a:prstGeom xmlns:a="http://schemas.openxmlformats.org/drawingml/2006/main" prst="roundRect">
            <a:avLst>
              <a:gd name="adj" fmla="val 1117"/>
            </a:avLst>
          </a:prstGeom>
          <a:solidFill xmlns:a="http://schemas.openxmlformats.org/drawingml/2006/main">
            <a:srgbClr val="F4F7F6"/>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5" name="Google Shape;605;p30">
            <a:extLst xmlns:a="http://schemas.openxmlformats.org/drawingml/2006/main">
              <a:ext uri="{FF2B5EF4-FFF2-40B4-BE49-F238E27FC236}">
                <a16:creationId xmlns:a16="http://schemas.microsoft.com/office/drawing/2014/main" id="{196A3D5B-A6C4-49B2-8ABC-B5CEE75009B4}"/>
              </a:ext>
            </a:extLst>
          </p:cNvPr>
          <p:cNvSpPr>
            <a:spLocks xmlns:a="http://schemas.openxmlformats.org/drawingml/2006/main" noGrp="1"/>
          </p:cNvSpPr>
          <p:nvPr/>
        </p:nvSpPr>
        <p:spPr>
          <a:xfrm xmlns:a="http://schemas.openxmlformats.org/drawingml/2006/main">
            <a:off x="304800" y="1219200"/>
            <a:ext cx="38100" cy="3410100"/>
          </a:xfrm>
          <a:prstGeom xmlns:a="http://schemas.openxmlformats.org/drawingml/2006/main" prst="rect">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6" name="Google Shape;606;p30">
            <a:extLst xmlns:a="http://schemas.openxmlformats.org/drawingml/2006/main">
              <a:ext uri="{FF2B5EF4-FFF2-40B4-BE49-F238E27FC236}">
                <a16:creationId xmlns:a16="http://schemas.microsoft.com/office/drawing/2014/main" id="{49F9CDAA-5631-4822-9E9D-8ECDA15ACED4}"/>
              </a:ext>
            </a:extLst>
          </p:cNvPr>
          <p:cNvSpPr>
            <a:spLocks xmlns:a="http://schemas.openxmlformats.org/drawingml/2006/main" noGrp="1"/>
          </p:cNvSpPr>
          <p:nvPr/>
        </p:nvSpPr>
        <p:spPr>
          <a:xfrm xmlns:a="http://schemas.openxmlformats.org/drawingml/2006/main">
            <a:off x="571500" y="1447800"/>
            <a:ext cx="2569500" cy="2952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Run step 3, then run.</a:t>
            </a:r>
          </a:p>
          <a:p xmlns:a="http://schemas.openxmlformats.org/drawingml/2006/main">
            <a:pPr marL="0" indent="0">
              <a:spcBef>
                <a:spcPts val="0"/>
              </a:spcBef>
              <a:spcAft>
                <a:spcPts val="0"/>
              </a:spcAft>
              <a:buNone/>
            </a:pPr>
            <a:r>
              <a:rPr sz="1500" b="0" i="0">
                <a:solidFill>
                  <a:srgbClr val="4A5568"/>
                </a:solidFill>
                <a:latin typeface="Inter"/>
                <a:ea typeface="Inter"/>
                <a:cs typeface="Inter"/>
              </a:rPr>
              <a:t/>
            </a:r>
          </a:p>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The script adds PID and process name to each JSON record.</a:t>
            </a:r>
          </a:p>
          <a:p xmlns:a="http://schemas.openxmlformats.org/drawingml/2006/main">
            <a:pPr marL="0" indent="0">
              <a:spcBef>
                <a:spcPts val="0"/>
              </a:spcBef>
              <a:spcAft>
                <a:spcPts val="0"/>
              </a:spcAft>
              <a:buNone/>
            </a:pPr>
            <a:r>
              <a:rPr sz="1500" b="0" i="0">
                <a:solidFill>
                  <a:srgbClr val="4A5568"/>
                </a:solidFill>
                <a:latin typeface="Inter"/>
                <a:ea typeface="Inter"/>
                <a:cs typeface="Inter"/>
              </a:rPr>
              <a:t/>
            </a:r>
          </a:p>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Records still appear when process context is unavailable.</a:t>
            </a:r>
          </a:p>
        </p:txBody>
      </p:sp>
      <p:sp>
        <p:nvSpPr>
          <p:cNvPr id="607" name="Google Shape;607;p30">
            <a:extLst xmlns:a="http://schemas.openxmlformats.org/drawingml/2006/main">
              <a:ext uri="{FF2B5EF4-FFF2-40B4-BE49-F238E27FC236}">
                <a16:creationId xmlns:a16="http://schemas.microsoft.com/office/drawing/2014/main" id="{08527AFE-0E31-46B5-B2AB-894AB94A8036}"/>
              </a:ext>
            </a:extLst>
          </p:cNvPr>
          <p:cNvSpPr>
            <a:spLocks xmlns:a="http://schemas.openxmlformats.org/drawingml/2006/main" noGrp="1"/>
          </p:cNvSpPr>
          <p:nvPr/>
        </p:nvSpPr>
        <p:spPr>
          <a:xfrm xmlns:a="http://schemas.openxmlformats.org/drawingml/2006/main">
            <a:off x="3482825" y="1219200"/>
            <a:ext cx="5356500" cy="3410100"/>
          </a:xfrm>
          <a:prstGeom xmlns:a="http://schemas.openxmlformats.org/drawingml/2006/main" prst="roundRect">
            <a:avLst>
              <a:gd name="adj" fmla="val 2234"/>
            </a:avLst>
          </a:prstGeom>
          <a:solidFill xmlns:a="http://schemas.openxmlformats.org/drawingml/2006/main">
            <a:srgbClr val="0B132B"/>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9" name="Google Shape;609;p30">
            <a:extLst xmlns:a="http://schemas.openxmlformats.org/drawingml/2006/main">
              <a:ext uri="{FF2B5EF4-FFF2-40B4-BE49-F238E27FC236}">
                <a16:creationId xmlns:a16="http://schemas.microsoft.com/office/drawing/2014/main" id="{2F687CFB-C301-4360-90A3-28762F09A555}"/>
              </a:ext>
            </a:extLst>
          </p:cNvPr>
          <p:cNvSpPr>
            <a:spLocks xmlns:a="http://schemas.openxmlformats.org/drawingml/2006/main" noGrp="1"/>
          </p:cNvSpPr>
          <p:nvPr/>
        </p:nvSpPr>
        <p:spPr>
          <a:xfrm xmlns:a="http://schemas.openxmlformats.org/drawingml/2006/main" rot="0" flipH="0" flipV="0">
            <a:off x="3774125" y="1409700"/>
            <a:ext cx="114300" cy="114300"/>
          </a:xfrm>
          <a:prstGeom xmlns:a="http://schemas.openxmlformats.org/drawingml/2006/main" prst="ellipse">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0" name="Google Shape;610;p30">
            <a:extLst xmlns:a="http://schemas.openxmlformats.org/drawingml/2006/main">
              <a:ext uri="{FF2B5EF4-FFF2-40B4-BE49-F238E27FC236}">
                <a16:creationId xmlns:a16="http://schemas.microsoft.com/office/drawing/2014/main" id="{8CBBACE1-B76C-4567-A2C0-B0DBA8DA312B}"/>
              </a:ext>
            </a:extLst>
          </p:cNvPr>
          <p:cNvSpPr>
            <a:spLocks xmlns:a="http://schemas.openxmlformats.org/drawingml/2006/main" noGrp="1"/>
          </p:cNvSpPr>
          <p:nvPr/>
        </p:nvSpPr>
        <p:spPr>
          <a:xfrm xmlns:a="http://schemas.openxmlformats.org/drawingml/2006/main" rot="0" flipH="0" flipV="0">
            <a:off x="3945575" y="1409700"/>
            <a:ext cx="114300" cy="114300"/>
          </a:xfrm>
          <a:prstGeom xmlns:a="http://schemas.openxmlformats.org/drawingml/2006/main" prst="ellipse">
            <a:avLst/>
          </a:prstGeom>
          <a:solidFill xmlns:a="http://schemas.openxmlformats.org/drawingml/2006/main">
            <a:srgbClr val="FFB703"/>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1" name="Google Shape;611;p30">
            <a:extLst xmlns:a="http://schemas.openxmlformats.org/drawingml/2006/main">
              <a:ext uri="{FF2B5EF4-FFF2-40B4-BE49-F238E27FC236}">
                <a16:creationId xmlns:a16="http://schemas.microsoft.com/office/drawing/2014/main" id="{BED13D9E-80AC-400E-B885-58DBEF06DDC2}"/>
              </a:ext>
            </a:extLst>
          </p:cNvPr>
          <p:cNvSpPr>
            <a:spLocks xmlns:a="http://schemas.openxmlformats.org/drawingml/2006/main" noGrp="1"/>
          </p:cNvSpPr>
          <p:nvPr/>
        </p:nvSpPr>
        <p:spPr>
          <a:xfrm xmlns:a="http://schemas.openxmlformats.org/drawingml/2006/main" rot="0" flipH="0" flipV="0">
            <a:off x="4117025" y="1409700"/>
            <a:ext cx="114300" cy="114300"/>
          </a:xfrm>
          <a:prstGeom xmlns:a="http://schemas.openxmlformats.org/drawingml/2006/main" prst="ellipse">
            <a:avLst/>
          </a:prstGeom>
          <a:solidFill xmlns:a="http://schemas.openxmlformats.org/drawingml/2006/main">
            <a:srgbClr val="00E5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2" name="Google Shape;612;p30">
            <a:extLst xmlns:a="http://schemas.openxmlformats.org/drawingml/2006/main">
              <a:ext uri="{FF2B5EF4-FFF2-40B4-BE49-F238E27FC236}">
                <a16:creationId xmlns:a16="http://schemas.microsoft.com/office/drawing/2014/main" id="{BF7075FA-B03F-45F7-A401-B6F15B30BD61}"/>
              </a:ext>
            </a:extLst>
          </p:cNvPr>
          <p:cNvSpPr>
            <a:spLocks xmlns:a="http://schemas.openxmlformats.org/drawingml/2006/main" noGrp="1"/>
          </p:cNvSpPr>
          <p:nvPr/>
        </p:nvSpPr>
        <p:spPr>
          <a:xfrm xmlns:a="http://schemas.openxmlformats.org/drawingml/2006/main">
            <a:off x="4394700" y="1352550"/>
            <a:ext cx="28062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900" b="0">
                <a:solidFill>
                  <a:srgbClr val="AAB6C8"/>
                </a:solidFill>
                <a:latin typeface="Roboto Mono"/>
                <a:ea typeface="Roboto Mono"/>
                <a:cs typeface="Roboto Mono"/>
              </a:defRPr>
            </a:pPr>
            <a:r>
              <a:rPr sz="900" b="0" i="0">
                <a:solidFill>
                  <a:srgbClr val="AAB6C8"/>
                </a:solidFill>
                <a:latin typeface="Roboto Mono"/>
                <a:ea typeface="Roboto Mono"/>
                <a:cs typeface="Roboto Mono"/>
              </a:rPr>
              <a:t>Step 3: context added to main.cpp</a:t>
            </a:r>
          </a:p>
        </p:txBody>
      </p:sp>
      <p:sp>
        <p:nvSpPr>
          <p:cNvPr id="613" name="Google Shape;613;p30">
            <a:extLst xmlns:a="http://schemas.openxmlformats.org/drawingml/2006/main">
              <a:ext uri="{FF2B5EF4-FFF2-40B4-BE49-F238E27FC236}">
                <a16:creationId xmlns:a16="http://schemas.microsoft.com/office/drawing/2014/main" id="{0C693F38-8BEB-4F75-AF6E-E006C85958CA}"/>
              </a:ext>
            </a:extLst>
          </p:cNvPr>
          <p:cNvSpPr>
            <a:spLocks xmlns:a="http://schemas.openxmlformats.org/drawingml/2006/main" noGrp="1"/>
          </p:cNvSpPr>
          <p:nvPr/>
        </p:nvSpPr>
        <p:spPr>
          <a:xfrm xmlns:a="http://schemas.openxmlformats.org/drawingml/2006/main">
            <a:off x="4457700" y="1638300"/>
            <a:ext cx="4381500" cy="9600"/>
          </a:xfrm>
          <a:prstGeom xmlns:a="http://schemas.openxmlformats.org/drawingml/2006/main" prst="rect">
            <a:avLst/>
          </a:prstGeom>
          <a:solidFill xmlns:a="http://schemas.openxmlformats.org/drawingml/2006/main">
            <a:srgbClr val="4A5568">
              <a:alpha val="3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4" name="Google Shape;614;p30">
            <a:extLst xmlns:a="http://schemas.openxmlformats.org/drawingml/2006/main">
              <a:ext uri="{FF2B5EF4-FFF2-40B4-BE49-F238E27FC236}">
                <a16:creationId xmlns:a16="http://schemas.microsoft.com/office/drawing/2014/main" id="{96139404-BB5E-4BCC-8A75-98AF7120A763}"/>
              </a:ext>
            </a:extLst>
          </p:cNvPr>
          <p:cNvSpPr>
            <a:spLocks xmlns:a="http://schemas.openxmlformats.org/drawingml/2006/main" noGrp="1"/>
          </p:cNvSpPr>
          <p:nvPr/>
        </p:nvSpPr>
        <p:spPr>
          <a:xfrm xmlns:a="http://schemas.openxmlformats.org/drawingml/2006/main">
            <a:off x="3774125" y="1828800"/>
            <a:ext cx="4836600" cy="2571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 Add fields before writing the record.</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const auto* process =</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    event-&gt;get_thread_info();</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if(process != nullptr) {</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    record["pid"] =</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        Json::Int64(process-&gt;m_pid);</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    record["name"] = process-&gt;m_comm;</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std::cout &lt;&lt; Json::writeString(json, record)</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          &lt;&lt; '\n';</a:t>
            </a:r>
          </a:p>
        </p:txBody>
      </p:sp>
      <p:sp>
        <p:nvSpPr>
          <p:cNvPr id="616" name="Google Shape;616;p30">
            <a:extLst xmlns:a="http://schemas.openxmlformats.org/drawingml/2006/main">
              <a:ext uri="{FF2B5EF4-FFF2-40B4-BE49-F238E27FC236}">
                <a16:creationId xmlns:a16="http://schemas.microsoft.com/office/drawing/2014/main" id="{938F25FE-1CEE-4D52-BA50-3E4F4A96F494}"/>
              </a:ext>
            </a:extLst>
          </p:cNvPr>
          <p:cNvSpPr>
            <a:spLocks xmlns:a="http://schemas.openxmlformats.org/drawingml/2006/main" noGrp="1"/>
          </p:cNvSpPr>
          <p:nvPr/>
        </p:nvSpPr>
        <p:spPr>
          <a:xfrm xmlns:a="http://schemas.openxmlformats.org/drawingml/2006/main" rot="0" flipH="0" flipV="0">
            <a:off x="3048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7" name="Google Shape;617;p30">
            <a:extLst xmlns:a="http://schemas.openxmlformats.org/drawingml/2006/main">
              <a:ext uri="{FF2B5EF4-FFF2-40B4-BE49-F238E27FC236}">
                <a16:creationId xmlns:a16="http://schemas.microsoft.com/office/drawing/2014/main" id="{BE48538D-7670-4B98-AE07-8E48DE8A0DFF}"/>
              </a:ext>
            </a:extLst>
          </p:cNvPr>
          <p:cNvSpPr>
            <a:spLocks xmlns:a="http://schemas.openxmlformats.org/drawingml/2006/main" noGrp="1"/>
          </p:cNvSpPr>
          <p:nvPr/>
        </p:nvSpPr>
        <p:spPr>
          <a:xfrm xmlns:a="http://schemas.openxmlformats.org/drawingml/2006/main" rot="0" flipH="0" flipV="0">
            <a:off x="4191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8" name="Google Shape;618;p30">
            <a:extLst xmlns:a="http://schemas.openxmlformats.org/drawingml/2006/main">
              <a:ext uri="{FF2B5EF4-FFF2-40B4-BE49-F238E27FC236}">
                <a16:creationId xmlns:a16="http://schemas.microsoft.com/office/drawing/2014/main" id="{973D0627-A512-4D22-AF39-3B6689222379}"/>
              </a:ext>
            </a:extLst>
          </p:cNvPr>
          <p:cNvSpPr>
            <a:spLocks xmlns:a="http://schemas.openxmlformats.org/drawingml/2006/main" noGrp="1"/>
          </p:cNvSpPr>
          <p:nvPr/>
        </p:nvSpPr>
        <p:spPr>
          <a:xfrm xmlns:a="http://schemas.openxmlformats.org/drawingml/2006/main" rot="0" flipH="0" flipV="0">
            <a:off x="5334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9" name="Google Shape;619;p30">
            <a:extLst xmlns:a="http://schemas.openxmlformats.org/drawingml/2006/main">
              <a:ext uri="{FF2B5EF4-FFF2-40B4-BE49-F238E27FC236}">
                <a16:creationId xmlns:a16="http://schemas.microsoft.com/office/drawing/2014/main" id="{54AEA391-4C9F-4080-8D49-5292B8785BD0}"/>
              </a:ext>
            </a:extLst>
          </p:cNvPr>
          <p:cNvSpPr>
            <a:spLocks xmlns:a="http://schemas.openxmlformats.org/drawingml/2006/main" noGrp="1"/>
          </p:cNvSpPr>
          <p:nvPr/>
        </p:nvSpPr>
        <p:spPr>
          <a:xfrm xmlns:a="http://schemas.openxmlformats.org/drawingml/2006/main" rot="0" flipH="0" flipV="0">
            <a:off x="6477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0" name="Google Shape;620;p30">
            <a:extLst xmlns:a="http://schemas.openxmlformats.org/drawingml/2006/main">
              <a:ext uri="{FF2B5EF4-FFF2-40B4-BE49-F238E27FC236}">
                <a16:creationId xmlns:a16="http://schemas.microsoft.com/office/drawing/2014/main" id="{4841CB6C-B213-4382-9120-31A9725344DF}"/>
              </a:ext>
            </a:extLst>
          </p:cNvPr>
          <p:cNvSpPr>
            <a:spLocks xmlns:a="http://schemas.openxmlformats.org/drawingml/2006/main" noGrp="1"/>
          </p:cNvSpPr>
          <p:nvPr/>
        </p:nvSpPr>
        <p:spPr>
          <a:xfrm xmlns:a="http://schemas.openxmlformats.org/drawingml/2006/main" rot="0" flipH="0" flipV="0">
            <a:off x="3048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1" name="Google Shape;621;p30">
            <a:extLst xmlns:a="http://schemas.openxmlformats.org/drawingml/2006/main">
              <a:ext uri="{FF2B5EF4-FFF2-40B4-BE49-F238E27FC236}">
                <a16:creationId xmlns:a16="http://schemas.microsoft.com/office/drawing/2014/main" id="{6BAFD878-D249-462E-81B1-15FA427A67FB}"/>
              </a:ext>
            </a:extLst>
          </p:cNvPr>
          <p:cNvSpPr>
            <a:spLocks xmlns:a="http://schemas.openxmlformats.org/drawingml/2006/main" noGrp="1"/>
          </p:cNvSpPr>
          <p:nvPr/>
        </p:nvSpPr>
        <p:spPr>
          <a:xfrm xmlns:a="http://schemas.openxmlformats.org/drawingml/2006/main" rot="0" flipH="0" flipV="0">
            <a:off x="4191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2" name="Google Shape;622;p30">
            <a:extLst xmlns:a="http://schemas.openxmlformats.org/drawingml/2006/main">
              <a:ext uri="{FF2B5EF4-FFF2-40B4-BE49-F238E27FC236}">
                <a16:creationId xmlns:a16="http://schemas.microsoft.com/office/drawing/2014/main" id="{320A5658-0CE0-4121-BC2D-84683E8BE481}"/>
              </a:ext>
            </a:extLst>
          </p:cNvPr>
          <p:cNvSpPr>
            <a:spLocks xmlns:a="http://schemas.openxmlformats.org/drawingml/2006/main" noGrp="1"/>
          </p:cNvSpPr>
          <p:nvPr/>
        </p:nvSpPr>
        <p:spPr>
          <a:xfrm xmlns:a="http://schemas.openxmlformats.org/drawingml/2006/main" rot="0" flipH="0" flipV="0">
            <a:off x="5334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3" name="Google Shape;623;p30">
            <a:extLst xmlns:a="http://schemas.openxmlformats.org/drawingml/2006/main">
              <a:ext uri="{FF2B5EF4-FFF2-40B4-BE49-F238E27FC236}">
                <a16:creationId xmlns:a16="http://schemas.microsoft.com/office/drawing/2014/main" id="{826F4E11-13A4-4FDC-A6F3-7BE2B87C1786}"/>
              </a:ext>
            </a:extLst>
          </p:cNvPr>
          <p:cNvSpPr>
            <a:spLocks xmlns:a="http://schemas.openxmlformats.org/drawingml/2006/main" noGrp="1"/>
          </p:cNvSpPr>
          <p:nvPr/>
        </p:nvSpPr>
        <p:spPr>
          <a:xfrm xmlns:a="http://schemas.openxmlformats.org/drawingml/2006/main" rot="0" flipH="0" flipV="0">
            <a:off x="6477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4" name="Google Shape;624;p30">
            <a:extLst xmlns:a="http://schemas.openxmlformats.org/drawingml/2006/main">
              <a:ext uri="{FF2B5EF4-FFF2-40B4-BE49-F238E27FC236}">
                <a16:creationId xmlns:a16="http://schemas.microsoft.com/office/drawing/2014/main" id="{EE5B6AB9-6207-43BB-88BD-98F83A2DC85C}"/>
              </a:ext>
            </a:extLst>
          </p:cNvPr>
          <p:cNvSpPr>
            <a:spLocks xmlns:a="http://schemas.openxmlformats.org/drawingml/2006/main" noGrp="1"/>
          </p:cNvSpPr>
          <p:nvPr/>
        </p:nvSpPr>
        <p:spPr>
          <a:xfrm xmlns:a="http://schemas.openxmlformats.org/drawingml/2006/main" rot="0" flipH="0" flipV="0">
            <a:off x="3048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5" name="Google Shape;625;p30">
            <a:extLst xmlns:a="http://schemas.openxmlformats.org/drawingml/2006/main">
              <a:ext uri="{FF2B5EF4-FFF2-40B4-BE49-F238E27FC236}">
                <a16:creationId xmlns:a16="http://schemas.microsoft.com/office/drawing/2014/main" id="{C2DF7D51-C402-46B7-960E-6C22BD70E859}"/>
              </a:ext>
            </a:extLst>
          </p:cNvPr>
          <p:cNvSpPr>
            <a:spLocks xmlns:a="http://schemas.openxmlformats.org/drawingml/2006/main" noGrp="1"/>
          </p:cNvSpPr>
          <p:nvPr/>
        </p:nvSpPr>
        <p:spPr>
          <a:xfrm xmlns:a="http://schemas.openxmlformats.org/drawingml/2006/main" rot="0" flipH="0" flipV="0">
            <a:off x="4191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6" name="Google Shape;626;p30">
            <a:extLst xmlns:a="http://schemas.openxmlformats.org/drawingml/2006/main">
              <a:ext uri="{FF2B5EF4-FFF2-40B4-BE49-F238E27FC236}">
                <a16:creationId xmlns:a16="http://schemas.microsoft.com/office/drawing/2014/main" id="{62DB0BB0-C739-46BB-BE25-D88FBACB8360}"/>
              </a:ext>
            </a:extLst>
          </p:cNvPr>
          <p:cNvSpPr>
            <a:spLocks xmlns:a="http://schemas.openxmlformats.org/drawingml/2006/main" noGrp="1"/>
          </p:cNvSpPr>
          <p:nvPr/>
        </p:nvSpPr>
        <p:spPr>
          <a:xfrm xmlns:a="http://schemas.openxmlformats.org/drawingml/2006/main" rot="0" flipH="0" flipV="0">
            <a:off x="5334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7" name="Google Shape;627;p30">
            <a:extLst xmlns:a="http://schemas.openxmlformats.org/drawingml/2006/main">
              <a:ext uri="{FF2B5EF4-FFF2-40B4-BE49-F238E27FC236}">
                <a16:creationId xmlns:a16="http://schemas.microsoft.com/office/drawing/2014/main" id="{B5CB37D1-1DA5-4A9C-A4BD-F5E753BFDF6A}"/>
              </a:ext>
            </a:extLst>
          </p:cNvPr>
          <p:cNvSpPr>
            <a:spLocks xmlns:a="http://schemas.openxmlformats.org/drawingml/2006/main" noGrp="1"/>
          </p:cNvSpPr>
          <p:nvPr/>
        </p:nvSpPr>
        <p:spPr>
          <a:xfrm xmlns:a="http://schemas.openxmlformats.org/drawingml/2006/main" rot="0" flipH="0" flipV="0">
            <a:off x="6477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pic>
        <p:nvPicPr>
          <p:cNvPr id="665" name="Google Shape;628;p30"/>
          <p:cNvPicPr>
            <a:picLocks xmlns:a="http://schemas.openxmlformats.org/drawingml/2006/main" noChangeAspect="1"/>
          </p:cNvPicPr>
          <p:nvPr/>
        </p:nvPicPr>
        <p:blipFill rotWithShape="1">
          <a:blip xmlns:r="http://schemas.openxmlformats.org/officeDocument/2006/relationships" xmlns:a="http://schemas.openxmlformats.org/drawingml/2006/main" r:embed="Raf578b26b033473e">
            <a:alphaModFix/>
          </a:blip>
          <a:srcRect xmlns:a="http://schemas.openxmlformats.org/drawingml/2006/main" l="0" t="0" r="0" b="0"/>
          <a:stretch xmlns:a="http://schemas.openxmlformats.org/drawingml/2006/main"/>
        </p:blipFill>
        <p:spPr>
          <a:xfrm xmlns:a="http://schemas.openxmlformats.org/drawingml/2006/main" rot="0" flipH="0" flipV="0">
            <a:off x="304800" y="5029200"/>
            <a:ext cx="38100" cy="38100"/>
          </a:xfrm>
          <a:prstGeom xmlns:a="http://schemas.openxmlformats.org/drawingml/2006/main" prst="rect">
            <a:avLst/>
          </a:prstGeom>
          <a:ln xmlns:a="http://schemas.openxmlformats.org/drawingml/2006/main">
            <a:noFill/>
          </a:ln>
        </p:spPr>
      </p:pic>
      <p:pic>
        <p:nvPicPr>
          <p:cNvPr id="666" name="Google Shape;629;p30"/>
          <p:cNvPicPr>
            <a:picLocks xmlns:a="http://schemas.openxmlformats.org/drawingml/2006/main" noChangeAspect="1"/>
          </p:cNvPicPr>
          <p:nvPr/>
        </p:nvPicPr>
        <p:blipFill rotWithShape="1">
          <a:blip xmlns:r="http://schemas.openxmlformats.org/officeDocument/2006/relationships" xmlns:a="http://schemas.openxmlformats.org/drawingml/2006/main" r:embed="Raf578b26b033473e">
            <a:alphaModFix/>
          </a:blip>
          <a:srcRect xmlns:a="http://schemas.openxmlformats.org/drawingml/2006/main" l="0" t="0" r="0" b="0"/>
          <a:stretch xmlns:a="http://schemas.openxmlformats.org/drawingml/2006/main"/>
        </p:blipFill>
        <p:spPr>
          <a:xfrm xmlns:a="http://schemas.openxmlformats.org/drawingml/2006/main" rot="0" flipH="0" flipV="0">
            <a:off x="419100" y="5029200"/>
            <a:ext cx="38100" cy="38100"/>
          </a:xfrm>
          <a:prstGeom xmlns:a="http://schemas.openxmlformats.org/drawingml/2006/main" prst="rect">
            <a:avLst/>
          </a:prstGeom>
          <a:ln xmlns:a="http://schemas.openxmlformats.org/drawingml/2006/main">
            <a:noFill/>
          </a:ln>
        </p:spPr>
      </p:pic>
      <p:pic>
        <p:nvPicPr>
          <p:cNvPr id="667" name="Google Shape;630;p30"/>
          <p:cNvPicPr>
            <a:picLocks xmlns:a="http://schemas.openxmlformats.org/drawingml/2006/main" noChangeAspect="1"/>
          </p:cNvPicPr>
          <p:nvPr/>
        </p:nvPicPr>
        <p:blipFill rotWithShape="1">
          <a:blip xmlns:r="http://schemas.openxmlformats.org/officeDocument/2006/relationships" xmlns:a="http://schemas.openxmlformats.org/drawingml/2006/main" r:embed="Raf578b26b033473e">
            <a:alphaModFix/>
          </a:blip>
          <a:srcRect xmlns:a="http://schemas.openxmlformats.org/drawingml/2006/main" l="0" t="0" r="0" b="0"/>
          <a:stretch xmlns:a="http://schemas.openxmlformats.org/drawingml/2006/main"/>
        </p:blipFill>
        <p:spPr>
          <a:xfrm xmlns:a="http://schemas.openxmlformats.org/drawingml/2006/main" rot="0" flipH="0" flipV="0">
            <a:off x="533400" y="5029200"/>
            <a:ext cx="38100" cy="38100"/>
          </a:xfrm>
          <a:prstGeom xmlns:a="http://schemas.openxmlformats.org/drawingml/2006/main" prst="rect">
            <a:avLst/>
          </a:prstGeom>
          <a:ln xmlns:a="http://schemas.openxmlformats.org/drawingml/2006/main">
            <a:noFill/>
          </a:ln>
        </p:spPr>
      </p:pic>
      <p:pic>
        <p:nvPicPr>
          <p:cNvPr id="668" name="Google Shape;631;p30"/>
          <p:cNvPicPr>
            <a:picLocks xmlns:a="http://schemas.openxmlformats.org/drawingml/2006/main" noChangeAspect="1"/>
          </p:cNvPicPr>
          <p:nvPr/>
        </p:nvPicPr>
        <p:blipFill rotWithShape="1">
          <a:blip xmlns:r="http://schemas.openxmlformats.org/officeDocument/2006/relationships" xmlns:a="http://schemas.openxmlformats.org/drawingml/2006/main" r:embed="Raf578b26b033473e">
            <a:alphaModFix/>
          </a:blip>
          <a:srcRect xmlns:a="http://schemas.openxmlformats.org/drawingml/2006/main" l="0" t="0" r="0" b="0"/>
          <a:stretch xmlns:a="http://schemas.openxmlformats.org/drawingml/2006/main"/>
        </p:blipFill>
        <p:spPr>
          <a:xfrm xmlns:a="http://schemas.openxmlformats.org/drawingml/2006/main" rot="0" flipH="0" flipV="0">
            <a:off x="647700" y="5029200"/>
            <a:ext cx="38100" cy="38100"/>
          </a:xfrm>
          <a:prstGeom xmlns:a="http://schemas.openxmlformats.org/drawingml/2006/main" prst="rect">
            <a:avLst/>
          </a:prstGeom>
          <a:ln xmlns:a="http://schemas.openxmlformats.org/drawingml/2006/main">
            <a:noFill/>
          </a:ln>
        </p:spPr>
      </p:pic>
      <p:sp>
        <p:nvSpPr>
          <p:cNvPr id="632" name="Google Shape;632;p30">
            <a:extLst xmlns:a="http://schemas.openxmlformats.org/drawingml/2006/main">
              <a:ext uri="{FF2B5EF4-FFF2-40B4-BE49-F238E27FC236}">
                <a16:creationId xmlns:a16="http://schemas.microsoft.com/office/drawing/2014/main" id="{E262D8CA-B2E6-42BF-B284-8A72626B147C}"/>
              </a:ext>
            </a:extLst>
          </p:cNvPr>
          <p:cNvSpPr>
            <a:spLocks xmlns:a="http://schemas.openxmlformats.org/drawingml/2006/main" noGrp="1"/>
          </p:cNvSpPr>
          <p:nvPr/>
        </p:nvSpPr>
        <p:spPr>
          <a:xfrm xmlns:a="http://schemas.openxmlformats.org/drawingml/2006/main">
            <a:off x="457200" y="228600"/>
            <a:ext cx="4762500" cy="285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lvl="0" indent="0" algn="l">
              <a:spcBef>
                <a:spcPts val="0"/>
              </a:spcBef>
              <a:spcAft>
                <a:spcPts val="0"/>
              </a:spcAft>
              <a:buNone/>
            </a:pPr>
            <a:r>
              <a:rPr sz="1050" b="0">
                <a:solidFill>
                  <a:srgbClr val="3A86FF"/>
                </a:solidFill>
                <a:latin typeface="Inter SemiBold"/>
                <a:ea typeface="Inter SemiBold"/>
                <a:cs typeface="Inter SemiBold"/>
              </a:rPr>
              <a:t>LINUX SYSTEM MONITORING WITH BPFTRACE</a:t>
            </a:r>
            <a:r>
              <a:rPr sz="1050">
                <a:solidFill>
                  <a:srgbClr val="3A86FF"/>
                </a:solidFill>
                <a:latin typeface="Inter SemiBold"/>
                <a:ea typeface="Inter SemiBold"/>
                <a:cs typeface="Inter SemiBold"/>
              </a:rPr>
              <a:t> AND EBPF</a:t>
            </a:r>
            <a:endParaRPr sz="1050" b="0">
              <a:solidFill>
                <a:srgbClr val="3A86FF"/>
              </a:solidFill>
              <a:latin typeface="Inter SemiBold"/>
              <a:ea typeface="Inter SemiBold"/>
              <a:cs typeface="Inter SemiBold"/>
            </a:endParaRPr>
          </a:p>
        </p:txBody>
      </p:sp>
    </p:spTree>
    <p:extLst>
      <p:ext uri="{BB962C8B-B14F-4D97-AF65-F5344CB8AC3E}">
        <p14:creationId xmlns:p14="http://schemas.microsoft.com/office/powerpoint/2010/main" val="1209551683"/>
      </p:ext>
    </p:extLst>
  </p:cSld>
</p:sld>
</file>

<file path=ppt/slides/slide12.xml><?xml version="1.0" encoding="utf-8"?>
<p:sld xmlns:p="http://schemas.openxmlformats.org/presentationml/2006/main">
  <p:cSld>
    <p:spTree>
      <p:nvGrpSpPr>
        <p:cNvPr id="1" name=""/>
        <p:cNvGrpSpPr/>
        <p:nvPr/>
      </p:nvGrpSpPr>
      <p:grpSpPr>
        <a:xfrm xmlns:a="http://schemas.openxmlformats.org/drawingml/2006/main"/>
      </p:grpSpPr>
      <p:sp>
        <p:nvSpPr>
          <p:cNvPr id="597" name="Google Shape;597;p30">
            <a:extLst xmlns:a="http://schemas.openxmlformats.org/drawingml/2006/main">
              <a:ext uri="{FF2B5EF4-FFF2-40B4-BE49-F238E27FC236}">
                <a16:creationId xmlns:a16="http://schemas.microsoft.com/office/drawing/2014/main" id="{BDE64DB8-2DF5-48AF-8D46-CB18331DACEC}"/>
              </a:ext>
            </a:extLst>
          </p:cNvPr>
          <p:cNvSpPr>
            <a:spLocks xmlns:a="http://schemas.openxmlformats.org/drawingml/2006/main" noGrp="1"/>
          </p:cNvSpPr>
          <p:nvPr/>
        </p:nvSpPr>
        <p:spPr>
          <a:xfrm xmlns:a="http://schemas.openxmlformats.org/drawingml/2006/main">
            <a:off x="0" y="0"/>
            <a:ext cx="9144000" cy="5143500"/>
          </a:xfrm>
          <a:prstGeom xmlns:a="http://schemas.openxmlformats.org/drawingml/2006/main" prst="rect">
            <a:avLst/>
          </a:prstGeom>
          <a:solidFill xmlns:a="http://schemas.openxmlformats.org/drawingml/2006/main">
            <a:srgbClr val="FFFF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598" name="Google Shape;598;p30">
            <a:extLst xmlns:a="http://schemas.openxmlformats.org/drawingml/2006/main">
              <a:ext uri="{FF2B5EF4-FFF2-40B4-BE49-F238E27FC236}">
                <a16:creationId xmlns:a16="http://schemas.microsoft.com/office/drawing/2014/main" id="{A502B2D6-2DA2-41FD-8D13-24E953E5EEAB}"/>
              </a:ext>
            </a:extLst>
          </p:cNvPr>
          <p:cNvSpPr>
            <a:spLocks xmlns:a="http://schemas.openxmlformats.org/drawingml/2006/main" noGrp="1"/>
          </p:cNvSpPr>
          <p:nvPr/>
        </p:nvSpPr>
        <p:spPr>
          <a:xfrm xmlns:a="http://schemas.openxmlformats.org/drawingml/2006/main">
            <a:off x="0" y="0"/>
            <a:ext cx="9144000" cy="57300"/>
          </a:xfrm>
          <a:prstGeom xmlns:a="http://schemas.openxmlformats.org/drawingml/2006/main" prst="rect">
            <a:avLst/>
          </a:prstGeom>
          <a:solidFill xmlns:a="http://schemas.openxmlformats.org/drawingml/2006/main">
            <a:srgbClr val="3A86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0" name="Google Shape;600;p30">
            <a:extLst xmlns:a="http://schemas.openxmlformats.org/drawingml/2006/main">
              <a:ext uri="{FF2B5EF4-FFF2-40B4-BE49-F238E27FC236}">
                <a16:creationId xmlns:a16="http://schemas.microsoft.com/office/drawing/2014/main" id="{6A70E29F-9B82-4C0E-8ED2-FFC07255D430}"/>
              </a:ext>
            </a:extLst>
          </p:cNvPr>
          <p:cNvSpPr>
            <a:spLocks xmlns:a="http://schemas.openxmlformats.org/drawingml/2006/main" noGrp="1"/>
          </p:cNvSpPr>
          <p:nvPr/>
        </p:nvSpPr>
        <p:spPr>
          <a:xfrm xmlns:a="http://schemas.openxmlformats.org/drawingml/2006/main" rot="0" flipH="0" flipV="0">
            <a:off x="8534400" y="190500"/>
            <a:ext cx="152400" cy="152400"/>
          </a:xfrm>
          <a:prstGeom xmlns:a="http://schemas.openxmlformats.org/drawingml/2006/main" prst="rect">
            <a:avLst/>
          </a:prstGeom>
          <a:solidFill xmlns:a="http://schemas.openxmlformats.org/drawingml/2006/main">
            <a:srgbClr val="3A86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1" name="Google Shape;601;p30">
            <a:extLst xmlns:a="http://schemas.openxmlformats.org/drawingml/2006/main">
              <a:ext uri="{FF2B5EF4-FFF2-40B4-BE49-F238E27FC236}">
                <a16:creationId xmlns:a16="http://schemas.microsoft.com/office/drawing/2014/main" id="{A7F0AEA7-0069-4EC2-A9F7-DBCF5DECF4CF}"/>
              </a:ext>
            </a:extLst>
          </p:cNvPr>
          <p:cNvSpPr>
            <a:spLocks xmlns:a="http://schemas.openxmlformats.org/drawingml/2006/main" noGrp="1"/>
          </p:cNvSpPr>
          <p:nvPr/>
        </p:nvSpPr>
        <p:spPr>
          <a:xfrm xmlns:a="http://schemas.openxmlformats.org/drawingml/2006/main" rot="0" flipH="0" flipV="0">
            <a:off x="8648700" y="304800"/>
            <a:ext cx="152400" cy="152400"/>
          </a:xfrm>
          <a:prstGeom xmlns:a="http://schemas.openxmlformats.org/drawingml/2006/main" prst="rect">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2" name="Google Shape;602;p30">
            <a:extLst xmlns:a="http://schemas.openxmlformats.org/drawingml/2006/main">
              <a:ext uri="{FF2B5EF4-FFF2-40B4-BE49-F238E27FC236}">
                <a16:creationId xmlns:a16="http://schemas.microsoft.com/office/drawing/2014/main" id="{4FCAAC77-7049-45AD-B25F-CB738F4F1316}"/>
              </a:ext>
            </a:extLst>
          </p:cNvPr>
          <p:cNvSpPr>
            <a:spLocks xmlns:a="http://schemas.openxmlformats.org/drawingml/2006/main" noGrp="1"/>
          </p:cNvSpPr>
          <p:nvPr/>
        </p:nvSpPr>
        <p:spPr>
          <a:xfrm xmlns:a="http://schemas.openxmlformats.org/drawingml/2006/main" rot="0" flipH="0" flipV="0">
            <a:off x="8763000" y="190500"/>
            <a:ext cx="152400" cy="152400"/>
          </a:xfrm>
          <a:prstGeom xmlns:a="http://schemas.openxmlformats.org/drawingml/2006/main" prst="rect">
            <a:avLst/>
          </a:prstGeom>
          <a:solidFill xmlns:a="http://schemas.openxmlformats.org/drawingml/2006/main">
            <a:srgbClr val="0B132B"/>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3" name="Google Shape;603;p30">
            <a:extLst xmlns:a="http://schemas.openxmlformats.org/drawingml/2006/main">
              <a:ext uri="{FF2B5EF4-FFF2-40B4-BE49-F238E27FC236}">
                <a16:creationId xmlns:a16="http://schemas.microsoft.com/office/drawing/2014/main" id="{F792C37C-A96B-4A83-B7A0-59A12411F0D4}"/>
              </a:ext>
            </a:extLst>
          </p:cNvPr>
          <p:cNvSpPr>
            <a:spLocks xmlns:a="http://schemas.openxmlformats.org/drawingml/2006/main" noGrp="1"/>
          </p:cNvSpPr>
          <p:nvPr/>
        </p:nvSpPr>
        <p:spPr>
          <a:xfrm xmlns:a="http://schemas.openxmlformats.org/drawingml/2006/main">
            <a:off x="457200" y="609600"/>
            <a:ext cx="8229600" cy="5334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2400" b="1">
                <a:solidFill>
                  <a:srgbClr val="3A86FF"/>
                </a:solidFill>
                <a:latin typeface="Montserrat"/>
                <a:ea typeface="Montserrat"/>
                <a:cs typeface="Montserrat"/>
              </a:defRPr>
            </a:pPr>
            <a:r>
              <a:rPr sz="2400" b="1" i="0">
                <a:solidFill>
                  <a:srgbClr val="3A86FF"/>
                </a:solidFill>
                <a:latin typeface="Montserrat"/>
                <a:ea typeface="Montserrat"/>
                <a:cs typeface="Montserrat"/>
              </a:rPr>
              <a:t>The finished collector</a:t>
            </a:r>
          </a:p>
        </p:txBody>
      </p:sp>
      <p:sp>
        <p:nvSpPr>
          <p:cNvPr id="604" name="Google Shape;604;p30">
            <a:extLst xmlns:a="http://schemas.openxmlformats.org/drawingml/2006/main">
              <a:ext uri="{FF2B5EF4-FFF2-40B4-BE49-F238E27FC236}">
                <a16:creationId xmlns:a16="http://schemas.microsoft.com/office/drawing/2014/main" id="{CB1389F3-AE35-44FF-B13C-8FDB3606FAB8}"/>
              </a:ext>
            </a:extLst>
          </p:cNvPr>
          <p:cNvSpPr>
            <a:spLocks xmlns:a="http://schemas.openxmlformats.org/drawingml/2006/main" noGrp="1"/>
          </p:cNvSpPr>
          <p:nvPr/>
        </p:nvSpPr>
        <p:spPr>
          <a:xfrm xmlns:a="http://schemas.openxmlformats.org/drawingml/2006/main">
            <a:off x="304800" y="1219200"/>
            <a:ext cx="3013500" cy="3410100"/>
          </a:xfrm>
          <a:prstGeom xmlns:a="http://schemas.openxmlformats.org/drawingml/2006/main" prst="roundRect">
            <a:avLst>
              <a:gd name="adj" fmla="val 1117"/>
            </a:avLst>
          </a:prstGeom>
          <a:solidFill xmlns:a="http://schemas.openxmlformats.org/drawingml/2006/main">
            <a:srgbClr val="F4F7F6"/>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5" name="Google Shape;605;p30">
            <a:extLst xmlns:a="http://schemas.openxmlformats.org/drawingml/2006/main">
              <a:ext uri="{FF2B5EF4-FFF2-40B4-BE49-F238E27FC236}">
                <a16:creationId xmlns:a16="http://schemas.microsoft.com/office/drawing/2014/main" id="{196A3D5B-A6C4-49B2-8ABC-B5CEE75009B4}"/>
              </a:ext>
            </a:extLst>
          </p:cNvPr>
          <p:cNvSpPr>
            <a:spLocks xmlns:a="http://schemas.openxmlformats.org/drawingml/2006/main" noGrp="1"/>
          </p:cNvSpPr>
          <p:nvPr/>
        </p:nvSpPr>
        <p:spPr>
          <a:xfrm xmlns:a="http://schemas.openxmlformats.org/drawingml/2006/main">
            <a:off x="304800" y="1219200"/>
            <a:ext cx="38100" cy="3410100"/>
          </a:xfrm>
          <a:prstGeom xmlns:a="http://schemas.openxmlformats.org/drawingml/2006/main" prst="rect">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6" name="Google Shape;606;p30">
            <a:extLst xmlns:a="http://schemas.openxmlformats.org/drawingml/2006/main">
              <a:ext uri="{FF2B5EF4-FFF2-40B4-BE49-F238E27FC236}">
                <a16:creationId xmlns:a16="http://schemas.microsoft.com/office/drawing/2014/main" id="{49F9CDAA-5631-4822-9E9D-8ECDA15ACED4}"/>
              </a:ext>
            </a:extLst>
          </p:cNvPr>
          <p:cNvSpPr>
            <a:spLocks xmlns:a="http://schemas.openxmlformats.org/drawingml/2006/main" noGrp="1"/>
          </p:cNvSpPr>
          <p:nvPr/>
        </p:nvSpPr>
        <p:spPr>
          <a:xfrm xmlns:a="http://schemas.openxmlformats.org/drawingml/2006/main">
            <a:off x="571500" y="1447800"/>
            <a:ext cx="2569500" cy="2952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Attach. Capture. Add context.</a:t>
            </a:r>
          </a:p>
          <a:p xmlns:a="http://schemas.openxmlformats.org/drawingml/2006/main">
            <a:pPr marL="0" indent="0">
              <a:spcBef>
                <a:spcPts val="0"/>
              </a:spcBef>
              <a:spcAft>
                <a:spcPts val="0"/>
              </a:spcAft>
              <a:buNone/>
            </a:pPr>
            <a:r>
              <a:rPr sz="1500" b="0" i="0">
                <a:solidFill>
                  <a:srgbClr val="4A5568"/>
                </a:solidFill>
                <a:latin typeface="Inter"/>
                <a:ea typeface="Inter"/>
                <a:cs typeface="Inter"/>
              </a:rPr>
              <a:t/>
            </a:r>
          </a:p>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Each stage keeps a status log and a syscall JSONL file.</a:t>
            </a:r>
          </a:p>
          <a:p xmlns:a="http://schemas.openxmlformats.org/drawingml/2006/main">
            <a:pPr marL="0" indent="0">
              <a:spcBef>
                <a:spcPts val="0"/>
              </a:spcBef>
              <a:spcAft>
                <a:spcPts val="0"/>
              </a:spcAft>
              <a:buNone/>
            </a:pPr>
            <a:r>
              <a:rPr sz="1500" b="0" i="0">
                <a:solidFill>
                  <a:srgbClr val="4A5568"/>
                </a:solidFill>
                <a:latin typeface="Inter"/>
                <a:ea typeface="Inter"/>
                <a:cs typeface="Inter"/>
              </a:rPr>
              <a:t/>
            </a:r>
          </a:p>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It stops after ten seconds.</a:t>
            </a:r>
          </a:p>
          <a:p xmlns:a="http://schemas.openxmlformats.org/drawingml/2006/main">
            <a:pPr marL="0" indent="0">
              <a:spcBef>
                <a:spcPts val="0"/>
              </a:spcBef>
              <a:spcAft>
                <a:spcPts val="0"/>
              </a:spcAft>
              <a:buNone/>
            </a:pPr>
            <a:r>
              <a:rPr sz="1500" b="0" i="0">
                <a:solidFill>
                  <a:srgbClr val="4A5568"/>
                </a:solidFill>
                <a:latin typeface="Inter"/>
                <a:ea typeface="Inter"/>
                <a:cs typeface="Inter"/>
              </a:rPr>
              <a:t/>
            </a:r>
          </a:p>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Step 3 writes the complete collector.</a:t>
            </a:r>
          </a:p>
        </p:txBody>
      </p:sp>
      <p:sp>
        <p:nvSpPr>
          <p:cNvPr id="607" name="Google Shape;607;p30">
            <a:extLst xmlns:a="http://schemas.openxmlformats.org/drawingml/2006/main">
              <a:ext uri="{FF2B5EF4-FFF2-40B4-BE49-F238E27FC236}">
                <a16:creationId xmlns:a16="http://schemas.microsoft.com/office/drawing/2014/main" id="{08527AFE-0E31-46B5-B2AB-894AB94A8036}"/>
              </a:ext>
            </a:extLst>
          </p:cNvPr>
          <p:cNvSpPr>
            <a:spLocks xmlns:a="http://schemas.openxmlformats.org/drawingml/2006/main" noGrp="1"/>
          </p:cNvSpPr>
          <p:nvPr/>
        </p:nvSpPr>
        <p:spPr>
          <a:xfrm xmlns:a="http://schemas.openxmlformats.org/drawingml/2006/main">
            <a:off x="3482825" y="1219200"/>
            <a:ext cx="5356500" cy="3410100"/>
          </a:xfrm>
          <a:prstGeom xmlns:a="http://schemas.openxmlformats.org/drawingml/2006/main" prst="roundRect">
            <a:avLst>
              <a:gd name="adj" fmla="val 2234"/>
            </a:avLst>
          </a:prstGeom>
          <a:solidFill xmlns:a="http://schemas.openxmlformats.org/drawingml/2006/main">
            <a:srgbClr val="0B132B"/>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9" name="Google Shape;609;p30">
            <a:extLst xmlns:a="http://schemas.openxmlformats.org/drawingml/2006/main">
              <a:ext uri="{FF2B5EF4-FFF2-40B4-BE49-F238E27FC236}">
                <a16:creationId xmlns:a16="http://schemas.microsoft.com/office/drawing/2014/main" id="{2F687CFB-C301-4360-90A3-28762F09A555}"/>
              </a:ext>
            </a:extLst>
          </p:cNvPr>
          <p:cNvSpPr>
            <a:spLocks xmlns:a="http://schemas.openxmlformats.org/drawingml/2006/main" noGrp="1"/>
          </p:cNvSpPr>
          <p:nvPr/>
        </p:nvSpPr>
        <p:spPr>
          <a:xfrm xmlns:a="http://schemas.openxmlformats.org/drawingml/2006/main" rot="0" flipH="0" flipV="0">
            <a:off x="3774125" y="1409700"/>
            <a:ext cx="114300" cy="114300"/>
          </a:xfrm>
          <a:prstGeom xmlns:a="http://schemas.openxmlformats.org/drawingml/2006/main" prst="ellipse">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0" name="Google Shape;610;p30">
            <a:extLst xmlns:a="http://schemas.openxmlformats.org/drawingml/2006/main">
              <a:ext uri="{FF2B5EF4-FFF2-40B4-BE49-F238E27FC236}">
                <a16:creationId xmlns:a16="http://schemas.microsoft.com/office/drawing/2014/main" id="{8CBBACE1-B76C-4567-A2C0-B0DBA8DA312B}"/>
              </a:ext>
            </a:extLst>
          </p:cNvPr>
          <p:cNvSpPr>
            <a:spLocks xmlns:a="http://schemas.openxmlformats.org/drawingml/2006/main" noGrp="1"/>
          </p:cNvSpPr>
          <p:nvPr/>
        </p:nvSpPr>
        <p:spPr>
          <a:xfrm xmlns:a="http://schemas.openxmlformats.org/drawingml/2006/main" rot="0" flipH="0" flipV="0">
            <a:off x="3945575" y="1409700"/>
            <a:ext cx="114300" cy="114300"/>
          </a:xfrm>
          <a:prstGeom xmlns:a="http://schemas.openxmlformats.org/drawingml/2006/main" prst="ellipse">
            <a:avLst/>
          </a:prstGeom>
          <a:solidFill xmlns:a="http://schemas.openxmlformats.org/drawingml/2006/main">
            <a:srgbClr val="FFB703"/>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1" name="Google Shape;611;p30">
            <a:extLst xmlns:a="http://schemas.openxmlformats.org/drawingml/2006/main">
              <a:ext uri="{FF2B5EF4-FFF2-40B4-BE49-F238E27FC236}">
                <a16:creationId xmlns:a16="http://schemas.microsoft.com/office/drawing/2014/main" id="{BED13D9E-80AC-400E-B885-58DBEF06DDC2}"/>
              </a:ext>
            </a:extLst>
          </p:cNvPr>
          <p:cNvSpPr>
            <a:spLocks xmlns:a="http://schemas.openxmlformats.org/drawingml/2006/main" noGrp="1"/>
          </p:cNvSpPr>
          <p:nvPr/>
        </p:nvSpPr>
        <p:spPr>
          <a:xfrm xmlns:a="http://schemas.openxmlformats.org/drawingml/2006/main" rot="0" flipH="0" flipV="0">
            <a:off x="4117025" y="1409700"/>
            <a:ext cx="114300" cy="114300"/>
          </a:xfrm>
          <a:prstGeom xmlns:a="http://schemas.openxmlformats.org/drawingml/2006/main" prst="ellipse">
            <a:avLst/>
          </a:prstGeom>
          <a:solidFill xmlns:a="http://schemas.openxmlformats.org/drawingml/2006/main">
            <a:srgbClr val="00E5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2" name="Google Shape;612;p30">
            <a:extLst xmlns:a="http://schemas.openxmlformats.org/drawingml/2006/main">
              <a:ext uri="{FF2B5EF4-FFF2-40B4-BE49-F238E27FC236}">
                <a16:creationId xmlns:a16="http://schemas.microsoft.com/office/drawing/2014/main" id="{BF7075FA-B03F-45F7-A401-B6F15B30BD61}"/>
              </a:ext>
            </a:extLst>
          </p:cNvPr>
          <p:cNvSpPr>
            <a:spLocks xmlns:a="http://schemas.openxmlformats.org/drawingml/2006/main" noGrp="1"/>
          </p:cNvSpPr>
          <p:nvPr/>
        </p:nvSpPr>
        <p:spPr>
          <a:xfrm xmlns:a="http://schemas.openxmlformats.org/drawingml/2006/main">
            <a:off x="4394700" y="1352550"/>
            <a:ext cx="28062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900" b="0">
                <a:solidFill>
                  <a:srgbClr val="AAB6C8"/>
                </a:solidFill>
                <a:latin typeface="Roboto Mono"/>
                <a:ea typeface="Roboto Mono"/>
                <a:cs typeface="Roboto Mono"/>
              </a:defRPr>
            </a:pPr>
            <a:r>
              <a:rPr sz="900" b="0" i="0">
                <a:solidFill>
                  <a:srgbClr val="AAB6C8"/>
                </a:solidFill>
                <a:latin typeface="Roboto Mono"/>
                <a:ea typeface="Roboto Mono"/>
                <a:cs typeface="Roboto Mono"/>
              </a:rPr>
              <a:t>Output excerpts; JSON timestamps omitted</a:t>
            </a:r>
          </a:p>
        </p:txBody>
      </p:sp>
      <p:sp>
        <p:nvSpPr>
          <p:cNvPr id="613" name="Google Shape;613;p30">
            <a:extLst xmlns:a="http://schemas.openxmlformats.org/drawingml/2006/main">
              <a:ext uri="{FF2B5EF4-FFF2-40B4-BE49-F238E27FC236}">
                <a16:creationId xmlns:a16="http://schemas.microsoft.com/office/drawing/2014/main" id="{0C693F38-8BEB-4F75-AF6E-E006C85958CA}"/>
              </a:ext>
            </a:extLst>
          </p:cNvPr>
          <p:cNvSpPr>
            <a:spLocks xmlns:a="http://schemas.openxmlformats.org/drawingml/2006/main" noGrp="1"/>
          </p:cNvSpPr>
          <p:nvPr/>
        </p:nvSpPr>
        <p:spPr>
          <a:xfrm xmlns:a="http://schemas.openxmlformats.org/drawingml/2006/main">
            <a:off x="4457700" y="1638300"/>
            <a:ext cx="4381500" cy="9600"/>
          </a:xfrm>
          <a:prstGeom xmlns:a="http://schemas.openxmlformats.org/drawingml/2006/main" prst="rect">
            <a:avLst/>
          </a:prstGeom>
          <a:solidFill xmlns:a="http://schemas.openxmlformats.org/drawingml/2006/main">
            <a:srgbClr val="4A5568">
              <a:alpha val="3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4" name="Google Shape;614;p30">
            <a:extLst xmlns:a="http://schemas.openxmlformats.org/drawingml/2006/main">
              <a:ext uri="{FF2B5EF4-FFF2-40B4-BE49-F238E27FC236}">
                <a16:creationId xmlns:a16="http://schemas.microsoft.com/office/drawing/2014/main" id="{96139404-BB5E-4BCC-8A75-98AF7120A763}"/>
              </a:ext>
            </a:extLst>
          </p:cNvPr>
          <p:cNvSpPr>
            <a:spLocks xmlns:a="http://schemas.openxmlformats.org/drawingml/2006/main" noGrp="1"/>
          </p:cNvSpPr>
          <p:nvPr/>
        </p:nvSpPr>
        <p:spPr>
          <a:xfrm xmlns:a="http://schemas.openxmlformats.org/drawingml/2006/main">
            <a:off x="3774125" y="1828800"/>
            <a:ext cx="4836600" cy="2571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 logs/stage-3.log</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Attached to the Ubuntu kernel.</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Read 582 events into user space.</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Capture stopped.</a:t>
            </a:r>
          </a:p>
          <a:p xmlns:a="http://schemas.openxmlformats.org/drawingml/2006/main">
            <a:pPr marL="0" indent="0">
              <a:spcBef>
                <a:spcPts val="0"/>
              </a:spcBef>
              <a:spcAft>
                <a:spcPts val="0"/>
              </a:spcAft>
              <a:buNone/>
            </a:pPr>
            <a:r>
              <a:rPr sz="1350" b="0" i="0">
                <a:solidFill>
                  <a:srgbClr val="00E5FF"/>
                </a:solidFill>
                <a:latin typeface="Roboto Mono"/>
                <a:ea typeface="Roboto Mono"/>
                <a:cs typeface="Roboto Mono"/>
              </a:rPr>
              <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 logs/stage-3.jsonl</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{"event":"openat","pid":1234,"name":"id"}</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{"event":"read","pid":1234,"name":"id"}</a:t>
            </a:r>
          </a:p>
        </p:txBody>
      </p:sp>
      <p:sp>
        <p:nvSpPr>
          <p:cNvPr id="616" name="Google Shape;616;p30">
            <a:extLst xmlns:a="http://schemas.openxmlformats.org/drawingml/2006/main">
              <a:ext uri="{FF2B5EF4-FFF2-40B4-BE49-F238E27FC236}">
                <a16:creationId xmlns:a16="http://schemas.microsoft.com/office/drawing/2014/main" id="{938F25FE-1CEE-4D52-BA50-3E4F4A96F494}"/>
              </a:ext>
            </a:extLst>
          </p:cNvPr>
          <p:cNvSpPr>
            <a:spLocks xmlns:a="http://schemas.openxmlformats.org/drawingml/2006/main" noGrp="1"/>
          </p:cNvSpPr>
          <p:nvPr/>
        </p:nvSpPr>
        <p:spPr>
          <a:xfrm xmlns:a="http://schemas.openxmlformats.org/drawingml/2006/main" rot="0" flipH="0" flipV="0">
            <a:off x="3048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7" name="Google Shape;617;p30">
            <a:extLst xmlns:a="http://schemas.openxmlformats.org/drawingml/2006/main">
              <a:ext uri="{FF2B5EF4-FFF2-40B4-BE49-F238E27FC236}">
                <a16:creationId xmlns:a16="http://schemas.microsoft.com/office/drawing/2014/main" id="{BE48538D-7670-4B98-AE07-8E48DE8A0DFF}"/>
              </a:ext>
            </a:extLst>
          </p:cNvPr>
          <p:cNvSpPr>
            <a:spLocks xmlns:a="http://schemas.openxmlformats.org/drawingml/2006/main" noGrp="1"/>
          </p:cNvSpPr>
          <p:nvPr/>
        </p:nvSpPr>
        <p:spPr>
          <a:xfrm xmlns:a="http://schemas.openxmlformats.org/drawingml/2006/main" rot="0" flipH="0" flipV="0">
            <a:off x="4191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8" name="Google Shape;618;p30">
            <a:extLst xmlns:a="http://schemas.openxmlformats.org/drawingml/2006/main">
              <a:ext uri="{FF2B5EF4-FFF2-40B4-BE49-F238E27FC236}">
                <a16:creationId xmlns:a16="http://schemas.microsoft.com/office/drawing/2014/main" id="{973D0627-A512-4D22-AF39-3B6689222379}"/>
              </a:ext>
            </a:extLst>
          </p:cNvPr>
          <p:cNvSpPr>
            <a:spLocks xmlns:a="http://schemas.openxmlformats.org/drawingml/2006/main" noGrp="1"/>
          </p:cNvSpPr>
          <p:nvPr/>
        </p:nvSpPr>
        <p:spPr>
          <a:xfrm xmlns:a="http://schemas.openxmlformats.org/drawingml/2006/main" rot="0" flipH="0" flipV="0">
            <a:off x="5334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9" name="Google Shape;619;p30">
            <a:extLst xmlns:a="http://schemas.openxmlformats.org/drawingml/2006/main">
              <a:ext uri="{FF2B5EF4-FFF2-40B4-BE49-F238E27FC236}">
                <a16:creationId xmlns:a16="http://schemas.microsoft.com/office/drawing/2014/main" id="{54AEA391-4C9F-4080-8D49-5292B8785BD0}"/>
              </a:ext>
            </a:extLst>
          </p:cNvPr>
          <p:cNvSpPr>
            <a:spLocks xmlns:a="http://schemas.openxmlformats.org/drawingml/2006/main" noGrp="1"/>
          </p:cNvSpPr>
          <p:nvPr/>
        </p:nvSpPr>
        <p:spPr>
          <a:xfrm xmlns:a="http://schemas.openxmlformats.org/drawingml/2006/main" rot="0" flipH="0" flipV="0">
            <a:off x="6477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0" name="Google Shape;620;p30">
            <a:extLst xmlns:a="http://schemas.openxmlformats.org/drawingml/2006/main">
              <a:ext uri="{FF2B5EF4-FFF2-40B4-BE49-F238E27FC236}">
                <a16:creationId xmlns:a16="http://schemas.microsoft.com/office/drawing/2014/main" id="{4841CB6C-B213-4382-9120-31A9725344DF}"/>
              </a:ext>
            </a:extLst>
          </p:cNvPr>
          <p:cNvSpPr>
            <a:spLocks xmlns:a="http://schemas.openxmlformats.org/drawingml/2006/main" noGrp="1"/>
          </p:cNvSpPr>
          <p:nvPr/>
        </p:nvSpPr>
        <p:spPr>
          <a:xfrm xmlns:a="http://schemas.openxmlformats.org/drawingml/2006/main" rot="0" flipH="0" flipV="0">
            <a:off x="3048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1" name="Google Shape;621;p30">
            <a:extLst xmlns:a="http://schemas.openxmlformats.org/drawingml/2006/main">
              <a:ext uri="{FF2B5EF4-FFF2-40B4-BE49-F238E27FC236}">
                <a16:creationId xmlns:a16="http://schemas.microsoft.com/office/drawing/2014/main" id="{6BAFD878-D249-462E-81B1-15FA427A67FB}"/>
              </a:ext>
            </a:extLst>
          </p:cNvPr>
          <p:cNvSpPr>
            <a:spLocks xmlns:a="http://schemas.openxmlformats.org/drawingml/2006/main" noGrp="1"/>
          </p:cNvSpPr>
          <p:nvPr/>
        </p:nvSpPr>
        <p:spPr>
          <a:xfrm xmlns:a="http://schemas.openxmlformats.org/drawingml/2006/main" rot="0" flipH="0" flipV="0">
            <a:off x="4191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2" name="Google Shape;622;p30">
            <a:extLst xmlns:a="http://schemas.openxmlformats.org/drawingml/2006/main">
              <a:ext uri="{FF2B5EF4-FFF2-40B4-BE49-F238E27FC236}">
                <a16:creationId xmlns:a16="http://schemas.microsoft.com/office/drawing/2014/main" id="{320A5658-0CE0-4121-BC2D-84683E8BE481}"/>
              </a:ext>
            </a:extLst>
          </p:cNvPr>
          <p:cNvSpPr>
            <a:spLocks xmlns:a="http://schemas.openxmlformats.org/drawingml/2006/main" noGrp="1"/>
          </p:cNvSpPr>
          <p:nvPr/>
        </p:nvSpPr>
        <p:spPr>
          <a:xfrm xmlns:a="http://schemas.openxmlformats.org/drawingml/2006/main" rot="0" flipH="0" flipV="0">
            <a:off x="5334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3" name="Google Shape;623;p30">
            <a:extLst xmlns:a="http://schemas.openxmlformats.org/drawingml/2006/main">
              <a:ext uri="{FF2B5EF4-FFF2-40B4-BE49-F238E27FC236}">
                <a16:creationId xmlns:a16="http://schemas.microsoft.com/office/drawing/2014/main" id="{826F4E11-13A4-4FDC-A6F3-7BE2B87C1786}"/>
              </a:ext>
            </a:extLst>
          </p:cNvPr>
          <p:cNvSpPr>
            <a:spLocks xmlns:a="http://schemas.openxmlformats.org/drawingml/2006/main" noGrp="1"/>
          </p:cNvSpPr>
          <p:nvPr/>
        </p:nvSpPr>
        <p:spPr>
          <a:xfrm xmlns:a="http://schemas.openxmlformats.org/drawingml/2006/main" rot="0" flipH="0" flipV="0">
            <a:off x="6477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4" name="Google Shape;624;p30">
            <a:extLst xmlns:a="http://schemas.openxmlformats.org/drawingml/2006/main">
              <a:ext uri="{FF2B5EF4-FFF2-40B4-BE49-F238E27FC236}">
                <a16:creationId xmlns:a16="http://schemas.microsoft.com/office/drawing/2014/main" id="{EE5B6AB9-6207-43BB-88BD-98F83A2DC85C}"/>
              </a:ext>
            </a:extLst>
          </p:cNvPr>
          <p:cNvSpPr>
            <a:spLocks xmlns:a="http://schemas.openxmlformats.org/drawingml/2006/main" noGrp="1"/>
          </p:cNvSpPr>
          <p:nvPr/>
        </p:nvSpPr>
        <p:spPr>
          <a:xfrm xmlns:a="http://schemas.openxmlformats.org/drawingml/2006/main" rot="0" flipH="0" flipV="0">
            <a:off x="3048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5" name="Google Shape;625;p30">
            <a:extLst xmlns:a="http://schemas.openxmlformats.org/drawingml/2006/main">
              <a:ext uri="{FF2B5EF4-FFF2-40B4-BE49-F238E27FC236}">
                <a16:creationId xmlns:a16="http://schemas.microsoft.com/office/drawing/2014/main" id="{C2DF7D51-C402-46B7-960E-6C22BD70E859}"/>
              </a:ext>
            </a:extLst>
          </p:cNvPr>
          <p:cNvSpPr>
            <a:spLocks xmlns:a="http://schemas.openxmlformats.org/drawingml/2006/main" noGrp="1"/>
          </p:cNvSpPr>
          <p:nvPr/>
        </p:nvSpPr>
        <p:spPr>
          <a:xfrm xmlns:a="http://schemas.openxmlformats.org/drawingml/2006/main" rot="0" flipH="0" flipV="0">
            <a:off x="4191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6" name="Google Shape;626;p30">
            <a:extLst xmlns:a="http://schemas.openxmlformats.org/drawingml/2006/main">
              <a:ext uri="{FF2B5EF4-FFF2-40B4-BE49-F238E27FC236}">
                <a16:creationId xmlns:a16="http://schemas.microsoft.com/office/drawing/2014/main" id="{62DB0BB0-C739-46BB-BE25-D88FBACB8360}"/>
              </a:ext>
            </a:extLst>
          </p:cNvPr>
          <p:cNvSpPr>
            <a:spLocks xmlns:a="http://schemas.openxmlformats.org/drawingml/2006/main" noGrp="1"/>
          </p:cNvSpPr>
          <p:nvPr/>
        </p:nvSpPr>
        <p:spPr>
          <a:xfrm xmlns:a="http://schemas.openxmlformats.org/drawingml/2006/main" rot="0" flipH="0" flipV="0">
            <a:off x="5334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7" name="Google Shape;627;p30">
            <a:extLst xmlns:a="http://schemas.openxmlformats.org/drawingml/2006/main">
              <a:ext uri="{FF2B5EF4-FFF2-40B4-BE49-F238E27FC236}">
                <a16:creationId xmlns:a16="http://schemas.microsoft.com/office/drawing/2014/main" id="{B5CB37D1-1DA5-4A9C-A4BD-F5E753BFDF6A}"/>
              </a:ext>
            </a:extLst>
          </p:cNvPr>
          <p:cNvSpPr>
            <a:spLocks xmlns:a="http://schemas.openxmlformats.org/drawingml/2006/main" noGrp="1"/>
          </p:cNvSpPr>
          <p:nvPr/>
        </p:nvSpPr>
        <p:spPr>
          <a:xfrm xmlns:a="http://schemas.openxmlformats.org/drawingml/2006/main" rot="0" flipH="0" flipV="0">
            <a:off x="6477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pic>
        <p:nvPicPr>
          <p:cNvPr id="665" name="Google Shape;628;p30"/>
          <p:cNvPicPr>
            <a:picLocks xmlns:a="http://schemas.openxmlformats.org/drawingml/2006/main" noChangeAspect="1"/>
          </p:cNvPicPr>
          <p:nvPr/>
        </p:nvPicPr>
        <p:blipFill rotWithShape="1">
          <a:blip xmlns:r="http://schemas.openxmlformats.org/officeDocument/2006/relationships" xmlns:a="http://schemas.openxmlformats.org/drawingml/2006/main" r:embed="R9d36992469c74461">
            <a:alphaModFix/>
          </a:blip>
          <a:srcRect xmlns:a="http://schemas.openxmlformats.org/drawingml/2006/main" l="0" t="0" r="0" b="0"/>
          <a:stretch xmlns:a="http://schemas.openxmlformats.org/drawingml/2006/main"/>
        </p:blipFill>
        <p:spPr>
          <a:xfrm xmlns:a="http://schemas.openxmlformats.org/drawingml/2006/main" rot="0" flipH="0" flipV="0">
            <a:off x="304800" y="5029200"/>
            <a:ext cx="38100" cy="38100"/>
          </a:xfrm>
          <a:prstGeom xmlns:a="http://schemas.openxmlformats.org/drawingml/2006/main" prst="rect">
            <a:avLst/>
          </a:prstGeom>
          <a:ln xmlns:a="http://schemas.openxmlformats.org/drawingml/2006/main">
            <a:noFill/>
          </a:ln>
        </p:spPr>
      </p:pic>
      <p:pic>
        <p:nvPicPr>
          <p:cNvPr id="666" name="Google Shape;629;p30"/>
          <p:cNvPicPr>
            <a:picLocks xmlns:a="http://schemas.openxmlformats.org/drawingml/2006/main" noChangeAspect="1"/>
          </p:cNvPicPr>
          <p:nvPr/>
        </p:nvPicPr>
        <p:blipFill rotWithShape="1">
          <a:blip xmlns:r="http://schemas.openxmlformats.org/officeDocument/2006/relationships" xmlns:a="http://schemas.openxmlformats.org/drawingml/2006/main" r:embed="R9d36992469c74461">
            <a:alphaModFix/>
          </a:blip>
          <a:srcRect xmlns:a="http://schemas.openxmlformats.org/drawingml/2006/main" l="0" t="0" r="0" b="0"/>
          <a:stretch xmlns:a="http://schemas.openxmlformats.org/drawingml/2006/main"/>
        </p:blipFill>
        <p:spPr>
          <a:xfrm xmlns:a="http://schemas.openxmlformats.org/drawingml/2006/main" rot="0" flipH="0" flipV="0">
            <a:off x="419100" y="5029200"/>
            <a:ext cx="38100" cy="38100"/>
          </a:xfrm>
          <a:prstGeom xmlns:a="http://schemas.openxmlformats.org/drawingml/2006/main" prst="rect">
            <a:avLst/>
          </a:prstGeom>
          <a:ln xmlns:a="http://schemas.openxmlformats.org/drawingml/2006/main">
            <a:noFill/>
          </a:ln>
        </p:spPr>
      </p:pic>
      <p:pic>
        <p:nvPicPr>
          <p:cNvPr id="667" name="Google Shape;630;p30"/>
          <p:cNvPicPr>
            <a:picLocks xmlns:a="http://schemas.openxmlformats.org/drawingml/2006/main" noChangeAspect="1"/>
          </p:cNvPicPr>
          <p:nvPr/>
        </p:nvPicPr>
        <p:blipFill rotWithShape="1">
          <a:blip xmlns:r="http://schemas.openxmlformats.org/officeDocument/2006/relationships" xmlns:a="http://schemas.openxmlformats.org/drawingml/2006/main" r:embed="R9d36992469c74461">
            <a:alphaModFix/>
          </a:blip>
          <a:srcRect xmlns:a="http://schemas.openxmlformats.org/drawingml/2006/main" l="0" t="0" r="0" b="0"/>
          <a:stretch xmlns:a="http://schemas.openxmlformats.org/drawingml/2006/main"/>
        </p:blipFill>
        <p:spPr>
          <a:xfrm xmlns:a="http://schemas.openxmlformats.org/drawingml/2006/main" rot="0" flipH="0" flipV="0">
            <a:off x="533400" y="5029200"/>
            <a:ext cx="38100" cy="38100"/>
          </a:xfrm>
          <a:prstGeom xmlns:a="http://schemas.openxmlformats.org/drawingml/2006/main" prst="rect">
            <a:avLst/>
          </a:prstGeom>
          <a:ln xmlns:a="http://schemas.openxmlformats.org/drawingml/2006/main">
            <a:noFill/>
          </a:ln>
        </p:spPr>
      </p:pic>
      <p:pic>
        <p:nvPicPr>
          <p:cNvPr id="668" name="Google Shape;631;p30"/>
          <p:cNvPicPr>
            <a:picLocks xmlns:a="http://schemas.openxmlformats.org/drawingml/2006/main" noChangeAspect="1"/>
          </p:cNvPicPr>
          <p:nvPr/>
        </p:nvPicPr>
        <p:blipFill rotWithShape="1">
          <a:blip xmlns:r="http://schemas.openxmlformats.org/officeDocument/2006/relationships" xmlns:a="http://schemas.openxmlformats.org/drawingml/2006/main" r:embed="R9d36992469c74461">
            <a:alphaModFix/>
          </a:blip>
          <a:srcRect xmlns:a="http://schemas.openxmlformats.org/drawingml/2006/main" l="0" t="0" r="0" b="0"/>
          <a:stretch xmlns:a="http://schemas.openxmlformats.org/drawingml/2006/main"/>
        </p:blipFill>
        <p:spPr>
          <a:xfrm xmlns:a="http://schemas.openxmlformats.org/drawingml/2006/main" rot="0" flipH="0" flipV="0">
            <a:off x="647700" y="5029200"/>
            <a:ext cx="38100" cy="38100"/>
          </a:xfrm>
          <a:prstGeom xmlns:a="http://schemas.openxmlformats.org/drawingml/2006/main" prst="rect">
            <a:avLst/>
          </a:prstGeom>
          <a:ln xmlns:a="http://schemas.openxmlformats.org/drawingml/2006/main">
            <a:noFill/>
          </a:ln>
        </p:spPr>
      </p:pic>
      <p:sp>
        <p:nvSpPr>
          <p:cNvPr id="632" name="Google Shape;632;p30">
            <a:extLst xmlns:a="http://schemas.openxmlformats.org/drawingml/2006/main">
              <a:ext uri="{FF2B5EF4-FFF2-40B4-BE49-F238E27FC236}">
                <a16:creationId xmlns:a16="http://schemas.microsoft.com/office/drawing/2014/main" id="{E262D8CA-B2E6-42BF-B284-8A72626B147C}"/>
              </a:ext>
            </a:extLst>
          </p:cNvPr>
          <p:cNvSpPr>
            <a:spLocks xmlns:a="http://schemas.openxmlformats.org/drawingml/2006/main" noGrp="1"/>
          </p:cNvSpPr>
          <p:nvPr/>
        </p:nvSpPr>
        <p:spPr>
          <a:xfrm xmlns:a="http://schemas.openxmlformats.org/drawingml/2006/main">
            <a:off x="457200" y="228600"/>
            <a:ext cx="4762500" cy="285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lvl="0" indent="0" algn="l">
              <a:spcBef>
                <a:spcPts val="0"/>
              </a:spcBef>
              <a:spcAft>
                <a:spcPts val="0"/>
              </a:spcAft>
              <a:buNone/>
            </a:pPr>
            <a:r>
              <a:rPr sz="1050" b="0">
                <a:solidFill>
                  <a:srgbClr val="3A86FF"/>
                </a:solidFill>
                <a:latin typeface="Inter SemiBold"/>
                <a:ea typeface="Inter SemiBold"/>
                <a:cs typeface="Inter SemiBold"/>
              </a:rPr>
              <a:t>LINUX SYSTEM MONITORING WITH BPFTRACE</a:t>
            </a:r>
            <a:r>
              <a:rPr sz="1050">
                <a:solidFill>
                  <a:srgbClr val="3A86FF"/>
                </a:solidFill>
                <a:latin typeface="Inter SemiBold"/>
                <a:ea typeface="Inter SemiBold"/>
                <a:cs typeface="Inter SemiBold"/>
              </a:rPr>
              <a:t> AND EBPF</a:t>
            </a:r>
            <a:endParaRPr sz="1050" b="0">
              <a:solidFill>
                <a:srgbClr val="3A86FF"/>
              </a:solidFill>
              <a:latin typeface="Inter SemiBold"/>
              <a:ea typeface="Inter SemiBold"/>
              <a:cs typeface="Inter SemiBold"/>
            </a:endParaRPr>
          </a:p>
        </p:txBody>
      </p:sp>
    </p:spTree>
    <p:extLst>
      <p:ext uri="{BB962C8B-B14F-4D97-AF65-F5344CB8AC3E}">
        <p14:creationId xmlns:p14="http://schemas.microsoft.com/office/powerpoint/2010/main" val="1209551683"/>
      </p:ext>
    </p:extLst>
  </p:cSld>
</p:sld>
</file>

<file path=ppt/slides/slide13.xml><?xml version="1.0" encoding="utf-8"?>
<p:sld xmlns:p="http://schemas.openxmlformats.org/presentationml/2006/main">
  <p:cSld>
    <p:spTree>
      <p:nvGrpSpPr>
        <p:cNvPr id="1" name=""/>
        <p:cNvGrpSpPr/>
        <p:nvPr/>
      </p:nvGrpSpPr>
      <p:grpSpPr>
        <a:xfrm xmlns:a="http://schemas.openxmlformats.org/drawingml/2006/main"/>
      </p:grpSpPr>
      <p:sp>
        <p:nvSpPr>
          <p:cNvPr id="597" name="Google Shape;597;p30">
            <a:extLst xmlns:a="http://schemas.openxmlformats.org/drawingml/2006/main">
              <a:ext uri="{FF2B5EF4-FFF2-40B4-BE49-F238E27FC236}">
                <a16:creationId xmlns:a16="http://schemas.microsoft.com/office/drawing/2014/main" id="{BDE64DB8-2DF5-48AF-8D46-CB18331DACEC}"/>
              </a:ext>
            </a:extLst>
          </p:cNvPr>
          <p:cNvSpPr>
            <a:spLocks xmlns:a="http://schemas.openxmlformats.org/drawingml/2006/main" noGrp="1"/>
          </p:cNvSpPr>
          <p:nvPr/>
        </p:nvSpPr>
        <p:spPr>
          <a:xfrm xmlns:a="http://schemas.openxmlformats.org/drawingml/2006/main">
            <a:off x="0" y="0"/>
            <a:ext cx="9144000" cy="5143500"/>
          </a:xfrm>
          <a:prstGeom xmlns:a="http://schemas.openxmlformats.org/drawingml/2006/main" prst="rect">
            <a:avLst/>
          </a:prstGeom>
          <a:solidFill xmlns:a="http://schemas.openxmlformats.org/drawingml/2006/main">
            <a:srgbClr val="FFFF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598" name="Google Shape;598;p30">
            <a:extLst xmlns:a="http://schemas.openxmlformats.org/drawingml/2006/main">
              <a:ext uri="{FF2B5EF4-FFF2-40B4-BE49-F238E27FC236}">
                <a16:creationId xmlns:a16="http://schemas.microsoft.com/office/drawing/2014/main" id="{A502B2D6-2DA2-41FD-8D13-24E953E5EEAB}"/>
              </a:ext>
            </a:extLst>
          </p:cNvPr>
          <p:cNvSpPr>
            <a:spLocks xmlns:a="http://schemas.openxmlformats.org/drawingml/2006/main" noGrp="1"/>
          </p:cNvSpPr>
          <p:nvPr/>
        </p:nvSpPr>
        <p:spPr>
          <a:xfrm xmlns:a="http://schemas.openxmlformats.org/drawingml/2006/main">
            <a:off x="0" y="0"/>
            <a:ext cx="9144000" cy="57300"/>
          </a:xfrm>
          <a:prstGeom xmlns:a="http://schemas.openxmlformats.org/drawingml/2006/main" prst="rect">
            <a:avLst/>
          </a:prstGeom>
          <a:solidFill xmlns:a="http://schemas.openxmlformats.org/drawingml/2006/main">
            <a:srgbClr val="3A86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0" name="Google Shape;600;p30">
            <a:extLst xmlns:a="http://schemas.openxmlformats.org/drawingml/2006/main">
              <a:ext uri="{FF2B5EF4-FFF2-40B4-BE49-F238E27FC236}">
                <a16:creationId xmlns:a16="http://schemas.microsoft.com/office/drawing/2014/main" id="{6A70E29F-9B82-4C0E-8ED2-FFC07255D430}"/>
              </a:ext>
            </a:extLst>
          </p:cNvPr>
          <p:cNvSpPr>
            <a:spLocks xmlns:a="http://schemas.openxmlformats.org/drawingml/2006/main" noGrp="1"/>
          </p:cNvSpPr>
          <p:nvPr/>
        </p:nvSpPr>
        <p:spPr>
          <a:xfrm xmlns:a="http://schemas.openxmlformats.org/drawingml/2006/main" rot="0" flipH="0" flipV="0">
            <a:off x="8534400" y="190500"/>
            <a:ext cx="152400" cy="152400"/>
          </a:xfrm>
          <a:prstGeom xmlns:a="http://schemas.openxmlformats.org/drawingml/2006/main" prst="rect">
            <a:avLst/>
          </a:prstGeom>
          <a:solidFill xmlns:a="http://schemas.openxmlformats.org/drawingml/2006/main">
            <a:srgbClr val="3A86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1" name="Google Shape;601;p30">
            <a:extLst xmlns:a="http://schemas.openxmlformats.org/drawingml/2006/main">
              <a:ext uri="{FF2B5EF4-FFF2-40B4-BE49-F238E27FC236}">
                <a16:creationId xmlns:a16="http://schemas.microsoft.com/office/drawing/2014/main" id="{A7F0AEA7-0069-4EC2-A9F7-DBCF5DECF4CF}"/>
              </a:ext>
            </a:extLst>
          </p:cNvPr>
          <p:cNvSpPr>
            <a:spLocks xmlns:a="http://schemas.openxmlformats.org/drawingml/2006/main" noGrp="1"/>
          </p:cNvSpPr>
          <p:nvPr/>
        </p:nvSpPr>
        <p:spPr>
          <a:xfrm xmlns:a="http://schemas.openxmlformats.org/drawingml/2006/main" rot="0" flipH="0" flipV="0">
            <a:off x="8648700" y="304800"/>
            <a:ext cx="152400" cy="152400"/>
          </a:xfrm>
          <a:prstGeom xmlns:a="http://schemas.openxmlformats.org/drawingml/2006/main" prst="rect">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2" name="Google Shape;602;p30">
            <a:extLst xmlns:a="http://schemas.openxmlformats.org/drawingml/2006/main">
              <a:ext uri="{FF2B5EF4-FFF2-40B4-BE49-F238E27FC236}">
                <a16:creationId xmlns:a16="http://schemas.microsoft.com/office/drawing/2014/main" id="{4FCAAC77-7049-45AD-B25F-CB738F4F1316}"/>
              </a:ext>
            </a:extLst>
          </p:cNvPr>
          <p:cNvSpPr>
            <a:spLocks xmlns:a="http://schemas.openxmlformats.org/drawingml/2006/main" noGrp="1"/>
          </p:cNvSpPr>
          <p:nvPr/>
        </p:nvSpPr>
        <p:spPr>
          <a:xfrm xmlns:a="http://schemas.openxmlformats.org/drawingml/2006/main" rot="0" flipH="0" flipV="0">
            <a:off x="8763000" y="190500"/>
            <a:ext cx="152400" cy="152400"/>
          </a:xfrm>
          <a:prstGeom xmlns:a="http://schemas.openxmlformats.org/drawingml/2006/main" prst="rect">
            <a:avLst/>
          </a:prstGeom>
          <a:solidFill xmlns:a="http://schemas.openxmlformats.org/drawingml/2006/main">
            <a:srgbClr val="0B132B"/>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3" name="Google Shape;603;p30">
            <a:extLst xmlns:a="http://schemas.openxmlformats.org/drawingml/2006/main">
              <a:ext uri="{FF2B5EF4-FFF2-40B4-BE49-F238E27FC236}">
                <a16:creationId xmlns:a16="http://schemas.microsoft.com/office/drawing/2014/main" id="{F792C37C-A96B-4A83-B7A0-59A12411F0D4}"/>
              </a:ext>
            </a:extLst>
          </p:cNvPr>
          <p:cNvSpPr>
            <a:spLocks xmlns:a="http://schemas.openxmlformats.org/drawingml/2006/main" noGrp="1"/>
          </p:cNvSpPr>
          <p:nvPr/>
        </p:nvSpPr>
        <p:spPr>
          <a:xfrm xmlns:a="http://schemas.openxmlformats.org/drawingml/2006/main">
            <a:off x="457200" y="609600"/>
            <a:ext cx="8229600" cy="5334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2400" b="1">
                <a:solidFill>
                  <a:srgbClr val="3A86FF"/>
                </a:solidFill>
                <a:latin typeface="Montserrat"/>
                <a:ea typeface="Montserrat"/>
                <a:cs typeface="Montserrat"/>
              </a:defRPr>
            </a:pPr>
            <a:r>
              <a:rPr sz="2400" b="1" i="0">
                <a:solidFill>
                  <a:srgbClr val="3A86FF"/>
                </a:solidFill>
                <a:latin typeface="Montserrat"/>
                <a:ea typeface="Montserrat"/>
                <a:cs typeface="Montserrat"/>
              </a:rPr>
              <a:t>After the workshop</a:t>
            </a:r>
          </a:p>
        </p:txBody>
      </p:sp>
      <p:sp>
        <p:nvSpPr>
          <p:cNvPr id="604" name="Google Shape;604;p30">
            <a:extLst xmlns:a="http://schemas.openxmlformats.org/drawingml/2006/main">
              <a:ext uri="{FF2B5EF4-FFF2-40B4-BE49-F238E27FC236}">
                <a16:creationId xmlns:a16="http://schemas.microsoft.com/office/drawing/2014/main" id="{CB1389F3-AE35-44FF-B13C-8FDB3606FAB8}"/>
              </a:ext>
            </a:extLst>
          </p:cNvPr>
          <p:cNvSpPr>
            <a:spLocks xmlns:a="http://schemas.openxmlformats.org/drawingml/2006/main" noGrp="1"/>
          </p:cNvSpPr>
          <p:nvPr/>
        </p:nvSpPr>
        <p:spPr>
          <a:xfrm xmlns:a="http://schemas.openxmlformats.org/drawingml/2006/main">
            <a:off x="304800" y="1219200"/>
            <a:ext cx="3013500" cy="3410100"/>
          </a:xfrm>
          <a:prstGeom xmlns:a="http://schemas.openxmlformats.org/drawingml/2006/main" prst="roundRect">
            <a:avLst>
              <a:gd name="adj" fmla="val 1117"/>
            </a:avLst>
          </a:prstGeom>
          <a:solidFill xmlns:a="http://schemas.openxmlformats.org/drawingml/2006/main">
            <a:srgbClr val="F4F7F6"/>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5" name="Google Shape;605;p30">
            <a:extLst xmlns:a="http://schemas.openxmlformats.org/drawingml/2006/main">
              <a:ext uri="{FF2B5EF4-FFF2-40B4-BE49-F238E27FC236}">
                <a16:creationId xmlns:a16="http://schemas.microsoft.com/office/drawing/2014/main" id="{196A3D5B-A6C4-49B2-8ABC-B5CEE75009B4}"/>
              </a:ext>
            </a:extLst>
          </p:cNvPr>
          <p:cNvSpPr>
            <a:spLocks xmlns:a="http://schemas.openxmlformats.org/drawingml/2006/main" noGrp="1"/>
          </p:cNvSpPr>
          <p:nvPr/>
        </p:nvSpPr>
        <p:spPr>
          <a:xfrm xmlns:a="http://schemas.openxmlformats.org/drawingml/2006/main">
            <a:off x="304800" y="1219200"/>
            <a:ext cx="38100" cy="3410100"/>
          </a:xfrm>
          <a:prstGeom xmlns:a="http://schemas.openxmlformats.org/drawingml/2006/main" prst="rect">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6" name="Google Shape;606;p30">
            <a:extLst xmlns:a="http://schemas.openxmlformats.org/drawingml/2006/main">
              <a:ext uri="{FF2B5EF4-FFF2-40B4-BE49-F238E27FC236}">
                <a16:creationId xmlns:a16="http://schemas.microsoft.com/office/drawing/2014/main" id="{49F9CDAA-5631-4822-9E9D-8ECDA15ACED4}"/>
              </a:ext>
            </a:extLst>
          </p:cNvPr>
          <p:cNvSpPr>
            <a:spLocks xmlns:a="http://schemas.openxmlformats.org/drawingml/2006/main" noGrp="1"/>
          </p:cNvSpPr>
          <p:nvPr/>
        </p:nvSpPr>
        <p:spPr>
          <a:xfrm xmlns:a="http://schemas.openxmlformats.org/drawingml/2006/main">
            <a:off x="571500" y="1447800"/>
            <a:ext cx="2569500" cy="2952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Teardown deletes the workshop VM and its disk after confirmation.</a:t>
            </a:r>
          </a:p>
          <a:p xmlns:a="http://schemas.openxmlformats.org/drawingml/2006/main">
            <a:pPr marL="0" indent="0">
              <a:spcBef>
                <a:spcPts val="0"/>
              </a:spcBef>
              <a:spcAft>
                <a:spcPts val="0"/>
              </a:spcAft>
              <a:buNone/>
            </a:pPr>
            <a:r>
              <a:rPr sz="1500" b="0" i="0">
                <a:solidFill>
                  <a:srgbClr val="4A5568"/>
                </a:solidFill>
                <a:latin typeface="Inter"/>
                <a:ea typeface="Inter"/>
                <a:cs typeface="Inter"/>
              </a:rPr>
              <a:t/>
            </a:r>
          </a:p>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Your local source and logs stay.</a:t>
            </a:r>
          </a:p>
          <a:p xmlns:a="http://schemas.openxmlformats.org/drawingml/2006/main">
            <a:pPr marL="0" indent="0">
              <a:spcBef>
                <a:spcPts val="0"/>
              </a:spcBef>
              <a:spcAft>
                <a:spcPts val="0"/>
              </a:spcAft>
              <a:buNone/>
            </a:pPr>
            <a:r>
              <a:rPr sz="1500" b="0" i="0">
                <a:solidFill>
                  <a:srgbClr val="4A5568"/>
                </a:solidFill>
                <a:latin typeface="Inter"/>
                <a:ea typeface="Inter"/>
                <a:cs typeface="Inter"/>
              </a:rPr>
              <a:t/>
            </a:r>
          </a:p>
          <a:p xmlns:a="http://schemas.openxmlformats.org/drawingml/2006/main">
            <a:pPr marL="0" indent="0" algn="l">
              <a:spcBef>
                <a:spcPts val="0"/>
              </a:spcBef>
              <a:spcAft>
                <a:spcPts val="0"/>
              </a:spcAft>
              <a:buNone/>
              <a:defRPr sz="1500" b="0">
                <a:solidFill>
                  <a:srgbClr val="4A5568"/>
                </a:solidFill>
                <a:latin typeface="Inter"/>
                <a:ea typeface="Inter"/>
                <a:cs typeface="Inter"/>
              </a:defRPr>
            </a:pPr>
            <a:r>
              <a:rPr sz="1500" b="0" i="0">
                <a:solidFill>
                  <a:srgbClr val="4A5568"/>
                </a:solidFill>
                <a:latin typeface="Inter"/>
                <a:ea typeface="Inter"/>
                <a:cs typeface="Inter"/>
              </a:rPr>
              <a:t>Run setup again to repeat the workshop.</a:t>
            </a:r>
          </a:p>
        </p:txBody>
      </p:sp>
      <p:sp>
        <p:nvSpPr>
          <p:cNvPr id="607" name="Google Shape;607;p30">
            <a:extLst xmlns:a="http://schemas.openxmlformats.org/drawingml/2006/main">
              <a:ext uri="{FF2B5EF4-FFF2-40B4-BE49-F238E27FC236}">
                <a16:creationId xmlns:a16="http://schemas.microsoft.com/office/drawing/2014/main" id="{08527AFE-0E31-46B5-B2AB-894AB94A8036}"/>
              </a:ext>
            </a:extLst>
          </p:cNvPr>
          <p:cNvSpPr>
            <a:spLocks xmlns:a="http://schemas.openxmlformats.org/drawingml/2006/main" noGrp="1"/>
          </p:cNvSpPr>
          <p:nvPr/>
        </p:nvSpPr>
        <p:spPr>
          <a:xfrm xmlns:a="http://schemas.openxmlformats.org/drawingml/2006/main">
            <a:off x="3482825" y="1219200"/>
            <a:ext cx="5356500" cy="3410100"/>
          </a:xfrm>
          <a:prstGeom xmlns:a="http://schemas.openxmlformats.org/drawingml/2006/main" prst="roundRect">
            <a:avLst>
              <a:gd name="adj" fmla="val 2234"/>
            </a:avLst>
          </a:prstGeom>
          <a:solidFill xmlns:a="http://schemas.openxmlformats.org/drawingml/2006/main">
            <a:srgbClr val="0B132B"/>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09" name="Google Shape;609;p30">
            <a:extLst xmlns:a="http://schemas.openxmlformats.org/drawingml/2006/main">
              <a:ext uri="{FF2B5EF4-FFF2-40B4-BE49-F238E27FC236}">
                <a16:creationId xmlns:a16="http://schemas.microsoft.com/office/drawing/2014/main" id="{2F687CFB-C301-4360-90A3-28762F09A555}"/>
              </a:ext>
            </a:extLst>
          </p:cNvPr>
          <p:cNvSpPr>
            <a:spLocks xmlns:a="http://schemas.openxmlformats.org/drawingml/2006/main" noGrp="1"/>
          </p:cNvSpPr>
          <p:nvPr/>
        </p:nvSpPr>
        <p:spPr>
          <a:xfrm xmlns:a="http://schemas.openxmlformats.org/drawingml/2006/main" rot="0" flipH="0" flipV="0">
            <a:off x="3774125" y="1409700"/>
            <a:ext cx="114300" cy="114300"/>
          </a:xfrm>
          <a:prstGeom xmlns:a="http://schemas.openxmlformats.org/drawingml/2006/main" prst="ellipse">
            <a:avLst/>
          </a:prstGeom>
          <a:solidFill xmlns:a="http://schemas.openxmlformats.org/drawingml/2006/main">
            <a:srgbClr val="FF4D4D"/>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0" name="Google Shape;610;p30">
            <a:extLst xmlns:a="http://schemas.openxmlformats.org/drawingml/2006/main">
              <a:ext uri="{FF2B5EF4-FFF2-40B4-BE49-F238E27FC236}">
                <a16:creationId xmlns:a16="http://schemas.microsoft.com/office/drawing/2014/main" id="{8CBBACE1-B76C-4567-A2C0-B0DBA8DA312B}"/>
              </a:ext>
            </a:extLst>
          </p:cNvPr>
          <p:cNvSpPr>
            <a:spLocks xmlns:a="http://schemas.openxmlformats.org/drawingml/2006/main" noGrp="1"/>
          </p:cNvSpPr>
          <p:nvPr/>
        </p:nvSpPr>
        <p:spPr>
          <a:xfrm xmlns:a="http://schemas.openxmlformats.org/drawingml/2006/main" rot="0" flipH="0" flipV="0">
            <a:off x="3945575" y="1409700"/>
            <a:ext cx="114300" cy="114300"/>
          </a:xfrm>
          <a:prstGeom xmlns:a="http://schemas.openxmlformats.org/drawingml/2006/main" prst="ellipse">
            <a:avLst/>
          </a:prstGeom>
          <a:solidFill xmlns:a="http://schemas.openxmlformats.org/drawingml/2006/main">
            <a:srgbClr val="FFB703"/>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1" name="Google Shape;611;p30">
            <a:extLst xmlns:a="http://schemas.openxmlformats.org/drawingml/2006/main">
              <a:ext uri="{FF2B5EF4-FFF2-40B4-BE49-F238E27FC236}">
                <a16:creationId xmlns:a16="http://schemas.microsoft.com/office/drawing/2014/main" id="{BED13D9E-80AC-400E-B885-58DBEF06DDC2}"/>
              </a:ext>
            </a:extLst>
          </p:cNvPr>
          <p:cNvSpPr>
            <a:spLocks xmlns:a="http://schemas.openxmlformats.org/drawingml/2006/main" noGrp="1"/>
          </p:cNvSpPr>
          <p:nvPr/>
        </p:nvSpPr>
        <p:spPr>
          <a:xfrm xmlns:a="http://schemas.openxmlformats.org/drawingml/2006/main" rot="0" flipH="0" flipV="0">
            <a:off x="4117025" y="1409700"/>
            <a:ext cx="114300" cy="114300"/>
          </a:xfrm>
          <a:prstGeom xmlns:a="http://schemas.openxmlformats.org/drawingml/2006/main" prst="ellipse">
            <a:avLst/>
          </a:prstGeom>
          <a:solidFill xmlns:a="http://schemas.openxmlformats.org/drawingml/2006/main">
            <a:srgbClr val="00E5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2" name="Google Shape;612;p30">
            <a:extLst xmlns:a="http://schemas.openxmlformats.org/drawingml/2006/main">
              <a:ext uri="{FF2B5EF4-FFF2-40B4-BE49-F238E27FC236}">
                <a16:creationId xmlns:a16="http://schemas.microsoft.com/office/drawing/2014/main" id="{BF7075FA-B03F-45F7-A401-B6F15B30BD61}"/>
              </a:ext>
            </a:extLst>
          </p:cNvPr>
          <p:cNvSpPr>
            <a:spLocks xmlns:a="http://schemas.openxmlformats.org/drawingml/2006/main" noGrp="1"/>
          </p:cNvSpPr>
          <p:nvPr/>
        </p:nvSpPr>
        <p:spPr>
          <a:xfrm xmlns:a="http://schemas.openxmlformats.org/drawingml/2006/main">
            <a:off x="4394700" y="1352550"/>
            <a:ext cx="28062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900" b="0">
                <a:solidFill>
                  <a:srgbClr val="AAB6C8"/>
                </a:solidFill>
                <a:latin typeface="Roboto Mono"/>
                <a:ea typeface="Roboto Mono"/>
                <a:cs typeface="Roboto Mono"/>
              </a:defRPr>
            </a:pPr>
            <a:r>
              <a:rPr sz="900" b="0" i="0">
                <a:solidFill>
                  <a:srgbClr val="AAB6C8"/>
                </a:solidFill>
                <a:latin typeface="Roboto Mono"/>
                <a:ea typeface="Roboto Mono"/>
                <a:cs typeface="Roboto Mono"/>
              </a:rPr>
              <a:t>Host terminal</a:t>
            </a:r>
          </a:p>
        </p:txBody>
      </p:sp>
      <p:sp>
        <p:nvSpPr>
          <p:cNvPr id="613" name="Google Shape;613;p30">
            <a:extLst xmlns:a="http://schemas.openxmlformats.org/drawingml/2006/main">
              <a:ext uri="{FF2B5EF4-FFF2-40B4-BE49-F238E27FC236}">
                <a16:creationId xmlns:a16="http://schemas.microsoft.com/office/drawing/2014/main" id="{0C693F38-8BEB-4F75-AF6E-E006C85958CA}"/>
              </a:ext>
            </a:extLst>
          </p:cNvPr>
          <p:cNvSpPr>
            <a:spLocks xmlns:a="http://schemas.openxmlformats.org/drawingml/2006/main" noGrp="1"/>
          </p:cNvSpPr>
          <p:nvPr/>
        </p:nvSpPr>
        <p:spPr>
          <a:xfrm xmlns:a="http://schemas.openxmlformats.org/drawingml/2006/main">
            <a:off x="4457700" y="1638300"/>
            <a:ext cx="4381500" cy="9600"/>
          </a:xfrm>
          <a:prstGeom xmlns:a="http://schemas.openxmlformats.org/drawingml/2006/main" prst="rect">
            <a:avLst/>
          </a:prstGeom>
          <a:solidFill xmlns:a="http://schemas.openxmlformats.org/drawingml/2006/main">
            <a:srgbClr val="4A5568">
              <a:alpha val="3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4" name="Google Shape;614;p30">
            <a:extLst xmlns:a="http://schemas.openxmlformats.org/drawingml/2006/main">
              <a:ext uri="{FF2B5EF4-FFF2-40B4-BE49-F238E27FC236}">
                <a16:creationId xmlns:a16="http://schemas.microsoft.com/office/drawing/2014/main" id="{96139404-BB5E-4BCC-8A75-98AF7120A763}"/>
              </a:ext>
            </a:extLst>
          </p:cNvPr>
          <p:cNvSpPr>
            <a:spLocks xmlns:a="http://schemas.openxmlformats.org/drawingml/2006/main" noGrp="1"/>
          </p:cNvSpPr>
          <p:nvPr/>
        </p:nvSpPr>
        <p:spPr>
          <a:xfrm xmlns:a="http://schemas.openxmlformats.org/drawingml/2006/main">
            <a:off x="3774125" y="1828800"/>
            <a:ext cx="4836600" cy="2571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 Mac</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bash scripts/mac/teardown.sh</a:t>
            </a:r>
          </a:p>
          <a:p xmlns:a="http://schemas.openxmlformats.org/drawingml/2006/main">
            <a:pPr marL="0" indent="0">
              <a:spcBef>
                <a:spcPts val="0"/>
              </a:spcBef>
              <a:spcAft>
                <a:spcPts val="0"/>
              </a:spcAft>
              <a:buNone/>
            </a:pPr>
            <a:r>
              <a:rPr sz="1350" b="0" i="0">
                <a:solidFill>
                  <a:srgbClr val="00E5FF"/>
                </a:solidFill>
                <a:latin typeface="Roboto Mono"/>
                <a:ea typeface="Roboto Mono"/>
                <a:cs typeface="Roboto Mono"/>
              </a:rPr>
              <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 Windows PowerShell</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powershell -ExecutionPolicy Bypass `</a:t>
            </a:r>
          </a:p>
          <a:p xmlns:a="http://schemas.openxmlformats.org/drawingml/2006/main">
            <a:pPr marL="0" indent="0" algn="l">
              <a:spcBef>
                <a:spcPts val="0"/>
              </a:spcBef>
              <a:spcAft>
                <a:spcPts val="0"/>
              </a:spcAft>
              <a:buNone/>
              <a:defRPr sz="1350" b="0">
                <a:solidFill>
                  <a:srgbClr val="00E5FF"/>
                </a:solidFill>
                <a:latin typeface="Roboto Mono"/>
                <a:ea typeface="Roboto Mono"/>
                <a:cs typeface="Roboto Mono"/>
              </a:defRPr>
            </a:pPr>
            <a:r>
              <a:rPr sz="1350" b="0" i="0">
                <a:solidFill>
                  <a:srgbClr val="00E5FF"/>
                </a:solidFill>
                <a:latin typeface="Roboto Mono"/>
                <a:ea typeface="Roboto Mono"/>
                <a:cs typeface="Roboto Mono"/>
              </a:rPr>
              <a:t>  -File scripts/windows/teardown.ps1</a:t>
            </a:r>
          </a:p>
        </p:txBody>
      </p:sp>
      <p:sp>
        <p:nvSpPr>
          <p:cNvPr id="616" name="Google Shape;616;p30">
            <a:extLst xmlns:a="http://schemas.openxmlformats.org/drawingml/2006/main">
              <a:ext uri="{FF2B5EF4-FFF2-40B4-BE49-F238E27FC236}">
                <a16:creationId xmlns:a16="http://schemas.microsoft.com/office/drawing/2014/main" id="{938F25FE-1CEE-4D52-BA50-3E4F4A96F494}"/>
              </a:ext>
            </a:extLst>
          </p:cNvPr>
          <p:cNvSpPr>
            <a:spLocks xmlns:a="http://schemas.openxmlformats.org/drawingml/2006/main" noGrp="1"/>
          </p:cNvSpPr>
          <p:nvPr/>
        </p:nvSpPr>
        <p:spPr>
          <a:xfrm xmlns:a="http://schemas.openxmlformats.org/drawingml/2006/main" rot="0" flipH="0" flipV="0">
            <a:off x="3048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7" name="Google Shape;617;p30">
            <a:extLst xmlns:a="http://schemas.openxmlformats.org/drawingml/2006/main">
              <a:ext uri="{FF2B5EF4-FFF2-40B4-BE49-F238E27FC236}">
                <a16:creationId xmlns:a16="http://schemas.microsoft.com/office/drawing/2014/main" id="{BE48538D-7670-4B98-AE07-8E48DE8A0DFF}"/>
              </a:ext>
            </a:extLst>
          </p:cNvPr>
          <p:cNvSpPr>
            <a:spLocks xmlns:a="http://schemas.openxmlformats.org/drawingml/2006/main" noGrp="1"/>
          </p:cNvSpPr>
          <p:nvPr/>
        </p:nvSpPr>
        <p:spPr>
          <a:xfrm xmlns:a="http://schemas.openxmlformats.org/drawingml/2006/main" rot="0" flipH="0" flipV="0">
            <a:off x="4191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8" name="Google Shape;618;p30">
            <a:extLst xmlns:a="http://schemas.openxmlformats.org/drawingml/2006/main">
              <a:ext uri="{FF2B5EF4-FFF2-40B4-BE49-F238E27FC236}">
                <a16:creationId xmlns:a16="http://schemas.microsoft.com/office/drawing/2014/main" id="{973D0627-A512-4D22-AF39-3B6689222379}"/>
              </a:ext>
            </a:extLst>
          </p:cNvPr>
          <p:cNvSpPr>
            <a:spLocks xmlns:a="http://schemas.openxmlformats.org/drawingml/2006/main" noGrp="1"/>
          </p:cNvSpPr>
          <p:nvPr/>
        </p:nvSpPr>
        <p:spPr>
          <a:xfrm xmlns:a="http://schemas.openxmlformats.org/drawingml/2006/main" rot="0" flipH="0" flipV="0">
            <a:off x="5334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19" name="Google Shape;619;p30">
            <a:extLst xmlns:a="http://schemas.openxmlformats.org/drawingml/2006/main">
              <a:ext uri="{FF2B5EF4-FFF2-40B4-BE49-F238E27FC236}">
                <a16:creationId xmlns:a16="http://schemas.microsoft.com/office/drawing/2014/main" id="{54AEA391-4C9F-4080-8D49-5292B8785BD0}"/>
              </a:ext>
            </a:extLst>
          </p:cNvPr>
          <p:cNvSpPr>
            <a:spLocks xmlns:a="http://schemas.openxmlformats.org/drawingml/2006/main" noGrp="1"/>
          </p:cNvSpPr>
          <p:nvPr/>
        </p:nvSpPr>
        <p:spPr>
          <a:xfrm xmlns:a="http://schemas.openxmlformats.org/drawingml/2006/main" rot="0" flipH="0" flipV="0">
            <a:off x="647700" y="46863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0" name="Google Shape;620;p30">
            <a:extLst xmlns:a="http://schemas.openxmlformats.org/drawingml/2006/main">
              <a:ext uri="{FF2B5EF4-FFF2-40B4-BE49-F238E27FC236}">
                <a16:creationId xmlns:a16="http://schemas.microsoft.com/office/drawing/2014/main" id="{4841CB6C-B213-4382-9120-31A9725344DF}"/>
              </a:ext>
            </a:extLst>
          </p:cNvPr>
          <p:cNvSpPr>
            <a:spLocks xmlns:a="http://schemas.openxmlformats.org/drawingml/2006/main" noGrp="1"/>
          </p:cNvSpPr>
          <p:nvPr/>
        </p:nvSpPr>
        <p:spPr>
          <a:xfrm xmlns:a="http://schemas.openxmlformats.org/drawingml/2006/main" rot="0" flipH="0" flipV="0">
            <a:off x="3048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1" name="Google Shape;621;p30">
            <a:extLst xmlns:a="http://schemas.openxmlformats.org/drawingml/2006/main">
              <a:ext uri="{FF2B5EF4-FFF2-40B4-BE49-F238E27FC236}">
                <a16:creationId xmlns:a16="http://schemas.microsoft.com/office/drawing/2014/main" id="{6BAFD878-D249-462E-81B1-15FA427A67FB}"/>
              </a:ext>
            </a:extLst>
          </p:cNvPr>
          <p:cNvSpPr>
            <a:spLocks xmlns:a="http://schemas.openxmlformats.org/drawingml/2006/main" noGrp="1"/>
          </p:cNvSpPr>
          <p:nvPr/>
        </p:nvSpPr>
        <p:spPr>
          <a:xfrm xmlns:a="http://schemas.openxmlformats.org/drawingml/2006/main" rot="0" flipH="0" flipV="0">
            <a:off x="4191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2" name="Google Shape;622;p30">
            <a:extLst xmlns:a="http://schemas.openxmlformats.org/drawingml/2006/main">
              <a:ext uri="{FF2B5EF4-FFF2-40B4-BE49-F238E27FC236}">
                <a16:creationId xmlns:a16="http://schemas.microsoft.com/office/drawing/2014/main" id="{320A5658-0CE0-4121-BC2D-84683E8BE481}"/>
              </a:ext>
            </a:extLst>
          </p:cNvPr>
          <p:cNvSpPr>
            <a:spLocks xmlns:a="http://schemas.openxmlformats.org/drawingml/2006/main" noGrp="1"/>
          </p:cNvSpPr>
          <p:nvPr/>
        </p:nvSpPr>
        <p:spPr>
          <a:xfrm xmlns:a="http://schemas.openxmlformats.org/drawingml/2006/main" rot="0" flipH="0" flipV="0">
            <a:off x="5334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3" name="Google Shape;623;p30">
            <a:extLst xmlns:a="http://schemas.openxmlformats.org/drawingml/2006/main">
              <a:ext uri="{FF2B5EF4-FFF2-40B4-BE49-F238E27FC236}">
                <a16:creationId xmlns:a16="http://schemas.microsoft.com/office/drawing/2014/main" id="{826F4E11-13A4-4FDC-A6F3-7BE2B87C1786}"/>
              </a:ext>
            </a:extLst>
          </p:cNvPr>
          <p:cNvSpPr>
            <a:spLocks xmlns:a="http://schemas.openxmlformats.org/drawingml/2006/main" noGrp="1"/>
          </p:cNvSpPr>
          <p:nvPr/>
        </p:nvSpPr>
        <p:spPr>
          <a:xfrm xmlns:a="http://schemas.openxmlformats.org/drawingml/2006/main" rot="0" flipH="0" flipV="0">
            <a:off x="647700" y="48006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4" name="Google Shape;624;p30">
            <a:extLst xmlns:a="http://schemas.openxmlformats.org/drawingml/2006/main">
              <a:ext uri="{FF2B5EF4-FFF2-40B4-BE49-F238E27FC236}">
                <a16:creationId xmlns:a16="http://schemas.microsoft.com/office/drawing/2014/main" id="{EE5B6AB9-6207-43BB-88BD-98F83A2DC85C}"/>
              </a:ext>
            </a:extLst>
          </p:cNvPr>
          <p:cNvSpPr>
            <a:spLocks xmlns:a="http://schemas.openxmlformats.org/drawingml/2006/main" noGrp="1"/>
          </p:cNvSpPr>
          <p:nvPr/>
        </p:nvSpPr>
        <p:spPr>
          <a:xfrm xmlns:a="http://schemas.openxmlformats.org/drawingml/2006/main" rot="0" flipH="0" flipV="0">
            <a:off x="3048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5" name="Google Shape;625;p30">
            <a:extLst xmlns:a="http://schemas.openxmlformats.org/drawingml/2006/main">
              <a:ext uri="{FF2B5EF4-FFF2-40B4-BE49-F238E27FC236}">
                <a16:creationId xmlns:a16="http://schemas.microsoft.com/office/drawing/2014/main" id="{C2DF7D51-C402-46B7-960E-6C22BD70E859}"/>
              </a:ext>
            </a:extLst>
          </p:cNvPr>
          <p:cNvSpPr>
            <a:spLocks xmlns:a="http://schemas.openxmlformats.org/drawingml/2006/main" noGrp="1"/>
          </p:cNvSpPr>
          <p:nvPr/>
        </p:nvSpPr>
        <p:spPr>
          <a:xfrm xmlns:a="http://schemas.openxmlformats.org/drawingml/2006/main" rot="0" flipH="0" flipV="0">
            <a:off x="4191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6" name="Google Shape;626;p30">
            <a:extLst xmlns:a="http://schemas.openxmlformats.org/drawingml/2006/main">
              <a:ext uri="{FF2B5EF4-FFF2-40B4-BE49-F238E27FC236}">
                <a16:creationId xmlns:a16="http://schemas.microsoft.com/office/drawing/2014/main" id="{62DB0BB0-C739-46BB-BE25-D88FBACB8360}"/>
              </a:ext>
            </a:extLst>
          </p:cNvPr>
          <p:cNvSpPr>
            <a:spLocks xmlns:a="http://schemas.openxmlformats.org/drawingml/2006/main" noGrp="1"/>
          </p:cNvSpPr>
          <p:nvPr/>
        </p:nvSpPr>
        <p:spPr>
          <a:xfrm xmlns:a="http://schemas.openxmlformats.org/drawingml/2006/main" rot="0" flipH="0" flipV="0">
            <a:off x="5334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sp>
        <p:nvSpPr>
          <p:cNvPr id="627" name="Google Shape;627;p30">
            <a:extLst xmlns:a="http://schemas.openxmlformats.org/drawingml/2006/main">
              <a:ext uri="{FF2B5EF4-FFF2-40B4-BE49-F238E27FC236}">
                <a16:creationId xmlns:a16="http://schemas.microsoft.com/office/drawing/2014/main" id="{B5CB37D1-1DA5-4A9C-A4BD-F5E753BFDF6A}"/>
              </a:ext>
            </a:extLst>
          </p:cNvPr>
          <p:cNvSpPr>
            <a:spLocks xmlns:a="http://schemas.openxmlformats.org/drawingml/2006/main" noGrp="1"/>
          </p:cNvSpPr>
          <p:nvPr/>
        </p:nvSpPr>
        <p:spPr>
          <a:xfrm xmlns:a="http://schemas.openxmlformats.org/drawingml/2006/main" rot="0" flipH="0" flipV="0">
            <a:off x="647700" y="4914900"/>
            <a:ext cx="38100" cy="38100"/>
          </a:xfrm>
          <a:prstGeom xmlns:a="http://schemas.openxmlformats.org/drawingml/2006/main" prst="ellipse">
            <a:avLst/>
          </a:prstGeom>
          <a:solidFill xmlns:a="http://schemas.openxmlformats.org/drawingml/2006/main">
            <a:srgbClr val="4A5568">
              <a:alpha val="2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endParaRPr/>
          </a:p>
        </p:txBody>
      </p:sp>
      <p:pic>
        <p:nvPicPr>
          <p:cNvPr id="665" name="Google Shape;628;p30"/>
          <p:cNvPicPr>
            <a:picLocks xmlns:a="http://schemas.openxmlformats.org/drawingml/2006/main" noChangeAspect="1"/>
          </p:cNvPicPr>
          <p:nvPr/>
        </p:nvPicPr>
        <p:blipFill rotWithShape="1">
          <a:blip xmlns:r="http://schemas.openxmlformats.org/officeDocument/2006/relationships" xmlns:a="http://schemas.openxmlformats.org/drawingml/2006/main" r:embed="Re84c4ac7619d4f79">
            <a:alphaModFix/>
          </a:blip>
          <a:srcRect xmlns:a="http://schemas.openxmlformats.org/drawingml/2006/main" l="0" t="0" r="0" b="0"/>
          <a:stretch xmlns:a="http://schemas.openxmlformats.org/drawingml/2006/main"/>
        </p:blipFill>
        <p:spPr>
          <a:xfrm xmlns:a="http://schemas.openxmlformats.org/drawingml/2006/main" rot="0" flipH="0" flipV="0">
            <a:off x="304800" y="5029200"/>
            <a:ext cx="38100" cy="38100"/>
          </a:xfrm>
          <a:prstGeom xmlns:a="http://schemas.openxmlformats.org/drawingml/2006/main" prst="rect">
            <a:avLst/>
          </a:prstGeom>
          <a:ln xmlns:a="http://schemas.openxmlformats.org/drawingml/2006/main">
            <a:noFill/>
          </a:ln>
        </p:spPr>
      </p:pic>
      <p:pic>
        <p:nvPicPr>
          <p:cNvPr id="666" name="Google Shape;629;p30"/>
          <p:cNvPicPr>
            <a:picLocks xmlns:a="http://schemas.openxmlformats.org/drawingml/2006/main" noChangeAspect="1"/>
          </p:cNvPicPr>
          <p:nvPr/>
        </p:nvPicPr>
        <p:blipFill rotWithShape="1">
          <a:blip xmlns:r="http://schemas.openxmlformats.org/officeDocument/2006/relationships" xmlns:a="http://schemas.openxmlformats.org/drawingml/2006/main" r:embed="Re84c4ac7619d4f79">
            <a:alphaModFix/>
          </a:blip>
          <a:srcRect xmlns:a="http://schemas.openxmlformats.org/drawingml/2006/main" l="0" t="0" r="0" b="0"/>
          <a:stretch xmlns:a="http://schemas.openxmlformats.org/drawingml/2006/main"/>
        </p:blipFill>
        <p:spPr>
          <a:xfrm xmlns:a="http://schemas.openxmlformats.org/drawingml/2006/main" rot="0" flipH="0" flipV="0">
            <a:off x="419100" y="5029200"/>
            <a:ext cx="38100" cy="38100"/>
          </a:xfrm>
          <a:prstGeom xmlns:a="http://schemas.openxmlformats.org/drawingml/2006/main" prst="rect">
            <a:avLst/>
          </a:prstGeom>
          <a:ln xmlns:a="http://schemas.openxmlformats.org/drawingml/2006/main">
            <a:noFill/>
          </a:ln>
        </p:spPr>
      </p:pic>
      <p:pic>
        <p:nvPicPr>
          <p:cNvPr id="667" name="Google Shape;630;p30"/>
          <p:cNvPicPr>
            <a:picLocks xmlns:a="http://schemas.openxmlformats.org/drawingml/2006/main" noChangeAspect="1"/>
          </p:cNvPicPr>
          <p:nvPr/>
        </p:nvPicPr>
        <p:blipFill rotWithShape="1">
          <a:blip xmlns:r="http://schemas.openxmlformats.org/officeDocument/2006/relationships" xmlns:a="http://schemas.openxmlformats.org/drawingml/2006/main" r:embed="Re84c4ac7619d4f79">
            <a:alphaModFix/>
          </a:blip>
          <a:srcRect xmlns:a="http://schemas.openxmlformats.org/drawingml/2006/main" l="0" t="0" r="0" b="0"/>
          <a:stretch xmlns:a="http://schemas.openxmlformats.org/drawingml/2006/main"/>
        </p:blipFill>
        <p:spPr>
          <a:xfrm xmlns:a="http://schemas.openxmlformats.org/drawingml/2006/main" rot="0" flipH="0" flipV="0">
            <a:off x="533400" y="5029200"/>
            <a:ext cx="38100" cy="38100"/>
          </a:xfrm>
          <a:prstGeom xmlns:a="http://schemas.openxmlformats.org/drawingml/2006/main" prst="rect">
            <a:avLst/>
          </a:prstGeom>
          <a:ln xmlns:a="http://schemas.openxmlformats.org/drawingml/2006/main">
            <a:noFill/>
          </a:ln>
        </p:spPr>
      </p:pic>
      <p:pic>
        <p:nvPicPr>
          <p:cNvPr id="668" name="Google Shape;631;p30"/>
          <p:cNvPicPr>
            <a:picLocks xmlns:a="http://schemas.openxmlformats.org/drawingml/2006/main" noChangeAspect="1"/>
          </p:cNvPicPr>
          <p:nvPr/>
        </p:nvPicPr>
        <p:blipFill rotWithShape="1">
          <a:blip xmlns:r="http://schemas.openxmlformats.org/officeDocument/2006/relationships" xmlns:a="http://schemas.openxmlformats.org/drawingml/2006/main" r:embed="Re84c4ac7619d4f79">
            <a:alphaModFix/>
          </a:blip>
          <a:srcRect xmlns:a="http://schemas.openxmlformats.org/drawingml/2006/main" l="0" t="0" r="0" b="0"/>
          <a:stretch xmlns:a="http://schemas.openxmlformats.org/drawingml/2006/main"/>
        </p:blipFill>
        <p:spPr>
          <a:xfrm xmlns:a="http://schemas.openxmlformats.org/drawingml/2006/main" rot="0" flipH="0" flipV="0">
            <a:off x="647700" y="5029200"/>
            <a:ext cx="38100" cy="38100"/>
          </a:xfrm>
          <a:prstGeom xmlns:a="http://schemas.openxmlformats.org/drawingml/2006/main" prst="rect">
            <a:avLst/>
          </a:prstGeom>
          <a:ln xmlns:a="http://schemas.openxmlformats.org/drawingml/2006/main">
            <a:noFill/>
          </a:ln>
        </p:spPr>
      </p:pic>
      <p:sp>
        <p:nvSpPr>
          <p:cNvPr id="632" name="Google Shape;632;p30">
            <a:extLst xmlns:a="http://schemas.openxmlformats.org/drawingml/2006/main">
              <a:ext uri="{FF2B5EF4-FFF2-40B4-BE49-F238E27FC236}">
                <a16:creationId xmlns:a16="http://schemas.microsoft.com/office/drawing/2014/main" id="{E262D8CA-B2E6-42BF-B284-8A72626B147C}"/>
              </a:ext>
            </a:extLst>
          </p:cNvPr>
          <p:cNvSpPr>
            <a:spLocks xmlns:a="http://schemas.openxmlformats.org/drawingml/2006/main" noGrp="1"/>
          </p:cNvSpPr>
          <p:nvPr/>
        </p:nvSpPr>
        <p:spPr>
          <a:xfrm xmlns:a="http://schemas.openxmlformats.org/drawingml/2006/main">
            <a:off x="457200" y="228600"/>
            <a:ext cx="4762500" cy="285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lvl="0" indent="0" algn="l">
              <a:spcBef>
                <a:spcPts val="0"/>
              </a:spcBef>
              <a:spcAft>
                <a:spcPts val="0"/>
              </a:spcAft>
              <a:buNone/>
            </a:pPr>
            <a:r>
              <a:rPr sz="1050" b="0">
                <a:solidFill>
                  <a:srgbClr val="3A86FF"/>
                </a:solidFill>
                <a:latin typeface="Inter SemiBold"/>
                <a:ea typeface="Inter SemiBold"/>
                <a:cs typeface="Inter SemiBold"/>
              </a:rPr>
              <a:t>LINUX SYSTEM MONITORING WITH BPFTRACE</a:t>
            </a:r>
            <a:r>
              <a:rPr sz="1050">
                <a:solidFill>
                  <a:srgbClr val="3A86FF"/>
                </a:solidFill>
                <a:latin typeface="Inter SemiBold"/>
                <a:ea typeface="Inter SemiBold"/>
                <a:cs typeface="Inter SemiBold"/>
              </a:rPr>
              <a:t> AND EBPF</a:t>
            </a:r>
            <a:endParaRPr sz="1050" b="0">
              <a:solidFill>
                <a:srgbClr val="3A86FF"/>
              </a:solidFill>
              <a:latin typeface="Inter SemiBold"/>
              <a:ea typeface="Inter SemiBold"/>
              <a:cs typeface="Inter SemiBold"/>
            </a:endParaRPr>
          </a:p>
        </p:txBody>
      </p:sp>
    </p:spTree>
    <p:extLst>
      <p:ext uri="{BB962C8B-B14F-4D97-AF65-F5344CB8AC3E}">
        <p14:creationId xmlns:p14="http://schemas.microsoft.com/office/powerpoint/2010/main" val="1209551683"/>
      </p:ext>
    </p:extLst>
  </p:cSld>
</p:sld>
</file>

<file path=ppt/theme/theme1.xml><?xml version="1.0" encoding="utf-8"?>
<a:theme xmlns:a="http://schemas.openxmlformats.org/drawingml/2006/main"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Simple Light">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2026-10-01T23:55:15.1950000Z</dcterms:created>
  <dcterms:modified xsi:type="dcterms:W3CDTF">2026-10-01T23:55:15.1950000Z</dcterms:modified>
</coreProperties>
</file>