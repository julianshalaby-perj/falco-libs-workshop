
<file path=[Content_Types].xml><?xml version="1.0" encoding="utf-8"?>
<Types xmlns="http://schemas.openxmlformats.org/package/2006/content-types">
  <Default Extension="xml" ContentType="application/vnd.openxmlformats-package.core-properties+xml"/>
  <Default Extension="dat" ContentType="application/x-fontdata"/>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Masters/slideMaster2.xml" ContentType="application/vnd.openxmlformats-officedocument.presentationml.slideMaster+xml"/>
  <Override PartName="/ppt/slideMasters/theme/theme3.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notesMasters/notesMaster1.xml" ContentType="application/vnd.openxmlformats-officedocument.presentationml.notesMaster+xml"/>
  <Override PartName="/ppt/notesMasters/theme/theme4.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7c1265cff9f4895" /><Relationship Type="http://schemas.openxmlformats.org/officeDocument/2006/relationships/extended-properties" Target="/docProps/app.xml" Id="R2fad3ddca100449a" /><Relationship Type="http://schemas.openxmlformats.org/officeDocument/2006/relationships/officeDocument" Target="/ppt/presentation.xml" Id="R6864f82d955d4a66"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0cf0ccbdb5734b33"/>
    <p:sldMasterId xmlns:r="http://schemas.openxmlformats.org/officeDocument/2006/relationships" id="2147483661" r:id="Rde9ac0e24373468a"/>
  </p:sldMasterIdLst>
  <p:notesMasterIdLst>
    <p:notesMasterId xmlns:r="http://schemas.openxmlformats.org/officeDocument/2006/relationships" r:id="R5100ee2cb42e4ab6"/>
  </p:notesMasterIdLst>
  <p:sldIdLst>
    <p:sldId xmlns:r="http://schemas.openxmlformats.org/officeDocument/2006/relationships" id="256" r:id="Rce63cb6e59d94a36"/>
    <p:sldId xmlns:r="http://schemas.openxmlformats.org/officeDocument/2006/relationships" id="257" r:id="R9eca07538e9146e1"/>
    <p:sldId xmlns:r="http://schemas.openxmlformats.org/officeDocument/2006/relationships" id="258" r:id="R34bb19dbd45a4bfe"/>
    <p:sldId xmlns:r="http://schemas.openxmlformats.org/officeDocument/2006/relationships" id="259" r:id="Rd4028b1828d74881"/>
    <p:sldId xmlns:r="http://schemas.openxmlformats.org/officeDocument/2006/relationships" id="260" r:id="R1f772d8b2c534df1"/>
    <p:sldId xmlns:r="http://schemas.openxmlformats.org/officeDocument/2006/relationships" id="261" r:id="Rcaad99c211e9496a"/>
    <p:sldId xmlns:r="http://schemas.openxmlformats.org/officeDocument/2006/relationships" id="262" r:id="R652719b50dc04442"/>
    <p:sldId xmlns:r="http://schemas.openxmlformats.org/officeDocument/2006/relationships" id="263" r:id="R9562cd40aeb34c3d"/>
    <p:sldId xmlns:r="http://schemas.openxmlformats.org/officeDocument/2006/relationships" id="264" r:id="Ree29a836fb734215"/>
    <p:sldId xmlns:r="http://schemas.openxmlformats.org/officeDocument/2006/relationships" id="265" r:id="R268ef9318abf4cf6"/>
    <p:sldId xmlns:r="http://schemas.openxmlformats.org/officeDocument/2006/relationships" id="266" r:id="Re37e6beee0d64c4a"/>
    <p:sldId xmlns:r="http://schemas.openxmlformats.org/officeDocument/2006/relationships" id="267" r:id="R6ecfb45007bf4046"/>
    <p:sldId xmlns:r="http://schemas.openxmlformats.org/officeDocument/2006/relationships" id="268" r:id="Rc998883555df412f"/>
    <p:sldId xmlns:r="http://schemas.openxmlformats.org/officeDocument/2006/relationships" id="269" r:id="R693b82a8c9034263"/>
  </p:sldIdLst>
  <p:sldSz cx="9144000" cy="5143500"/>
  <p:notesSz cx="6858000" cy="9144000"/>
  <p:embeddedFontLst>
    <p:embeddedFont>
      <p:font typeface="Roboto Mono Medium"/>
      <p:regular xmlns:r="http://schemas.openxmlformats.org/officeDocument/2006/relationships" r:id="R529de12c09264b4f"/>
      <p:bold xmlns:r="http://schemas.openxmlformats.org/officeDocument/2006/relationships" r:id="Rc6fe1a57964b4986"/>
      <p:italic xmlns:r="http://schemas.openxmlformats.org/officeDocument/2006/relationships" r:id="R951de331aa43409f"/>
      <p:boldItalic xmlns:r="http://schemas.openxmlformats.org/officeDocument/2006/relationships" r:id="R3fe5b44032214e4a"/>
    </p:embeddedFont>
    <p:embeddedFont>
      <p:font typeface="Inter SemiBold"/>
      <p:regular xmlns:r="http://schemas.openxmlformats.org/officeDocument/2006/relationships" r:id="R6377bed165e74bec"/>
      <p:bold xmlns:r="http://schemas.openxmlformats.org/officeDocument/2006/relationships" r:id="R345c868d4eec4461"/>
      <p:italic xmlns:r="http://schemas.openxmlformats.org/officeDocument/2006/relationships" r:id="Rcefcb07132f44311"/>
      <p:boldItalic xmlns:r="http://schemas.openxmlformats.org/officeDocument/2006/relationships" r:id="Rcfcfee655c854bd6"/>
    </p:embeddedFont>
    <p:embeddedFont>
      <p:font typeface="Montserrat Black"/>
      <p:bold xmlns:r="http://schemas.openxmlformats.org/officeDocument/2006/relationships" r:id="Ra36e3f84b8ef4561"/>
      <p:boldItalic xmlns:r="http://schemas.openxmlformats.org/officeDocument/2006/relationships" r:id="R6b75c632471f48c2"/>
    </p:embeddedFont>
    <p:embeddedFont>
      <p:font typeface="Montserrat"/>
      <p:bold xmlns:r="http://schemas.openxmlformats.org/officeDocument/2006/relationships" r:id="Reb771964796049fe"/>
      <p:boldItalic xmlns:r="http://schemas.openxmlformats.org/officeDocument/2006/relationships" r:id="R0cd14b0bb30641df"/>
    </p:embeddedFont>
    <p:embeddedFont>
      <p:font typeface="Inter"/>
      <p:regular xmlns:r="http://schemas.openxmlformats.org/officeDocument/2006/relationships" r:id="R7fb9fe4512a14fcb"/>
      <p:bold xmlns:r="http://schemas.openxmlformats.org/officeDocument/2006/relationships" r:id="R89393affc96c4669"/>
      <p:italic xmlns:r="http://schemas.openxmlformats.org/officeDocument/2006/relationships" r:id="Rd5f1f1f287084e37"/>
      <p:boldItalic xmlns:r="http://schemas.openxmlformats.org/officeDocument/2006/relationships" r:id="Rc6aa35d45115468d"/>
    </p:embeddedFont>
    <p:embeddedFont>
      <p:font typeface="Montserrat ExtraBold"/>
      <p:bold xmlns:r="http://schemas.openxmlformats.org/officeDocument/2006/relationships" r:id="R8ffc088a6bbd43b4"/>
      <p:boldItalic xmlns:r="http://schemas.openxmlformats.org/officeDocument/2006/relationships" r:id="Rc46bd2fbbde74adf"/>
    </p:embeddedFont>
    <p:embeddedFont>
      <p:font typeface="Roboto Mono"/>
      <p:bold xmlns:r="http://schemas.openxmlformats.org/officeDocument/2006/relationships" r:id="R87c0c40e97dc4fc5"/>
      <p:boldItalic xmlns:r="http://schemas.openxmlformats.org/officeDocument/2006/relationships" r:id="Rf7905a6b613e4345"/>
    </p:embeddedFont>
    <p:embeddedFont>
      <p:font typeface="Inter Medium"/>
      <p:regular xmlns:r="http://schemas.openxmlformats.org/officeDocument/2006/relationships" r:id="R152f9c3febe8474f"/>
      <p:bold xmlns:r="http://schemas.openxmlformats.org/officeDocument/2006/relationships" r:id="Rf61ef535a271416e"/>
      <p:italic xmlns:r="http://schemas.openxmlformats.org/officeDocument/2006/relationships" r:id="R6a2682c72338416e"/>
      <p:boldItalic xmlns:r="http://schemas.openxmlformats.org/officeDocument/2006/relationships" r:id="R16d7f8f3455a4e18"/>
    </p:embeddedFont>
  </p:embeddedFontLst>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viewPr>
</file>

<file path=ppt/_rels/presentation.xml.rels>&#65279;<?xml version="1.0" encoding="utf-8"?><Relationships xmlns="http://schemas.openxmlformats.org/package/2006/relationships"><Relationship Type="http://schemas.openxmlformats.org/officeDocument/2006/relationships/theme" Target="/ppt/theme/theme1.xml" Id="Redabc85a66c94643" /><Relationship Type="http://schemas.openxmlformats.org/officeDocument/2006/relationships/slideMaster" Target="/ppt/slideMasters/slideMaster1.xml" Id="R0cf0ccbdb5734b33" /><Relationship Type="http://schemas.openxmlformats.org/officeDocument/2006/relationships/slideMaster" Target="/ppt/slideMasters/slideMaster2.xml" Id="Rde9ac0e24373468a" /><Relationship Type="http://schemas.openxmlformats.org/officeDocument/2006/relationships/notesMaster" Target="/ppt/notesMasters/notesMaster1.xml" Id="R5100ee2cb42e4ab6" /><Relationship Type="http://schemas.openxmlformats.org/officeDocument/2006/relationships/presProps" Target="/ppt/presProps.xml" Id="Rf3c1eb60b8a644c3" /><Relationship Type="http://schemas.openxmlformats.org/officeDocument/2006/relationships/viewProps" Target="/ppt/viewProps.xml" Id="R4c6f70497c5c488d" /><Relationship Type="http://schemas.openxmlformats.org/officeDocument/2006/relationships/tableStyles" Target="/ppt/tableStyles.xml" Id="R3df14105f9e643a2" /><Relationship Type="http://schemas.openxmlformats.org/officeDocument/2006/relationships/font" Target="/ppt/fonts/font.dat" Id="R529de12c09264b4f" /><Relationship Type="http://schemas.openxmlformats.org/officeDocument/2006/relationships/font" Target="/ppt/fonts/font2.dat" Id="Rc6fe1a57964b4986" /><Relationship Type="http://schemas.openxmlformats.org/officeDocument/2006/relationships/font" Target="/ppt/fonts/font3.dat" Id="R951de331aa43409f" /><Relationship Type="http://schemas.openxmlformats.org/officeDocument/2006/relationships/font" Target="/ppt/fonts/font4.dat" Id="R3fe5b44032214e4a" /><Relationship Type="http://schemas.openxmlformats.org/officeDocument/2006/relationships/font" Target="/ppt/fonts/font5.dat" Id="R6377bed165e74bec" /><Relationship Type="http://schemas.openxmlformats.org/officeDocument/2006/relationships/font" Target="/ppt/fonts/font6.dat" Id="R345c868d4eec4461" /><Relationship Type="http://schemas.openxmlformats.org/officeDocument/2006/relationships/font" Target="/ppt/fonts/font7.dat" Id="Rcefcb07132f44311" /><Relationship Type="http://schemas.openxmlformats.org/officeDocument/2006/relationships/font" Target="/ppt/fonts/font8.dat" Id="Rcfcfee655c854bd6" /><Relationship Type="http://schemas.openxmlformats.org/officeDocument/2006/relationships/font" Target="/ppt/fonts/font9.dat" Id="Ra36e3f84b8ef4561" /><Relationship Type="http://schemas.openxmlformats.org/officeDocument/2006/relationships/font" Target="/ppt/fonts/font10.dat" Id="R6b75c632471f48c2" /><Relationship Type="http://schemas.openxmlformats.org/officeDocument/2006/relationships/font" Target="/ppt/fonts/font11.dat" Id="Reb771964796049fe" /><Relationship Type="http://schemas.openxmlformats.org/officeDocument/2006/relationships/font" Target="/ppt/fonts/font12.dat" Id="R0cd14b0bb30641df" /><Relationship Type="http://schemas.openxmlformats.org/officeDocument/2006/relationships/font" Target="/ppt/fonts/font13.dat" Id="R7fb9fe4512a14fcb" /><Relationship Type="http://schemas.openxmlformats.org/officeDocument/2006/relationships/font" Target="/ppt/fonts/font14.dat" Id="R89393affc96c4669" /><Relationship Type="http://schemas.openxmlformats.org/officeDocument/2006/relationships/font" Target="/ppt/fonts/font15.dat" Id="Rd5f1f1f287084e37" /><Relationship Type="http://schemas.openxmlformats.org/officeDocument/2006/relationships/font" Target="/ppt/fonts/font16.dat" Id="Rc6aa35d45115468d" /><Relationship Type="http://schemas.openxmlformats.org/officeDocument/2006/relationships/font" Target="/ppt/fonts/font17.dat" Id="R8ffc088a6bbd43b4" /><Relationship Type="http://schemas.openxmlformats.org/officeDocument/2006/relationships/font" Target="/ppt/fonts/font18.dat" Id="Rc46bd2fbbde74adf" /><Relationship Type="http://schemas.openxmlformats.org/officeDocument/2006/relationships/font" Target="/ppt/fonts/font19.dat" Id="R87c0c40e97dc4fc5" /><Relationship Type="http://schemas.openxmlformats.org/officeDocument/2006/relationships/font" Target="/ppt/fonts/font20.dat" Id="Rf7905a6b613e4345" /><Relationship Type="http://schemas.openxmlformats.org/officeDocument/2006/relationships/font" Target="/ppt/fonts/font21.dat" Id="R152f9c3febe8474f" /><Relationship Type="http://schemas.openxmlformats.org/officeDocument/2006/relationships/font" Target="/ppt/fonts/font22.dat" Id="Rf61ef535a271416e" /><Relationship Type="http://schemas.openxmlformats.org/officeDocument/2006/relationships/font" Target="/ppt/fonts/font23.dat" Id="R6a2682c72338416e" /><Relationship Type="http://schemas.openxmlformats.org/officeDocument/2006/relationships/font" Target="/ppt/fonts/font24.dat" Id="R16d7f8f3455a4e18" /><Relationship Type="http://schemas.openxmlformats.org/officeDocument/2006/relationships/slide" Target="/ppt/slides/slide1.xml" Id="Rce63cb6e59d94a36" /><Relationship Type="http://schemas.openxmlformats.org/officeDocument/2006/relationships/slide" Target="/ppt/slides/slide2.xml" Id="R9eca07538e9146e1" /><Relationship Type="http://schemas.openxmlformats.org/officeDocument/2006/relationships/slide" Target="/ppt/slides/slide3.xml" Id="R34bb19dbd45a4bfe" /><Relationship Type="http://schemas.openxmlformats.org/officeDocument/2006/relationships/slide" Target="/ppt/slides/slide4.xml" Id="Rd4028b1828d74881" /><Relationship Type="http://schemas.openxmlformats.org/officeDocument/2006/relationships/slide" Target="/ppt/slides/slide5.xml" Id="R1f772d8b2c534df1" /><Relationship Type="http://schemas.openxmlformats.org/officeDocument/2006/relationships/slide" Target="/ppt/slides/slide6.xml" Id="Rcaad99c211e9496a" /><Relationship Type="http://schemas.openxmlformats.org/officeDocument/2006/relationships/slide" Target="/ppt/slides/slide7.xml" Id="R652719b50dc04442" /><Relationship Type="http://schemas.openxmlformats.org/officeDocument/2006/relationships/slide" Target="/ppt/slides/slide8.xml" Id="R9562cd40aeb34c3d" /><Relationship Type="http://schemas.openxmlformats.org/officeDocument/2006/relationships/slide" Target="/ppt/slides/slide9.xml" Id="Ree29a836fb734215" /><Relationship Type="http://schemas.openxmlformats.org/officeDocument/2006/relationships/slide" Target="/ppt/slides/slide10.xml" Id="R268ef9318abf4cf6" /><Relationship Type="http://schemas.openxmlformats.org/officeDocument/2006/relationships/slide" Target="/ppt/slides/slide11.xml" Id="Re37e6beee0d64c4a" /><Relationship Type="http://schemas.openxmlformats.org/officeDocument/2006/relationships/slide" Target="/ppt/slides/slide12.xml" Id="R6ecfb45007bf4046" /><Relationship Type="http://schemas.openxmlformats.org/officeDocument/2006/relationships/slide" Target="/ppt/slides/slide13.xml" Id="Rc998883555df412f" /><Relationship Type="http://schemas.openxmlformats.org/officeDocument/2006/relationships/slide" Target="/ppt/slides/slide14.xml" Id="R693b82a8c903426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4.xml" Id="Rc4c994ccb840470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4.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c20f82707bf4421" /><Relationship Type="http://schemas.openxmlformats.org/officeDocument/2006/relationships/notesMaster" Target="/ppt/notesMasters/notesMaster1.xml" Id="R71092bffa9544a4a" /></Relationships>
</file>

<file path=ppt/notesSlides/_rels/notesSlide2.xml.rels>&#65279;<?xml version="1.0" encoding="utf-8"?><Relationships xmlns="http://schemas.openxmlformats.org/package/2006/relationships"><Relationship Type="http://schemas.openxmlformats.org/officeDocument/2006/relationships/slide" Target="/ppt/slides/slide2.xml" Id="R20ef313ca3984c81" /><Relationship Type="http://schemas.openxmlformats.org/officeDocument/2006/relationships/notesMaster" Target="/ppt/notesMasters/notesMaster1.xml" Id="R8fc0674b4e9744fe" /></Relationships>
</file>

<file path=ppt/notesSlides/_rels/notesSlide3.xml.rels>&#65279;<?xml version="1.0" encoding="utf-8"?><Relationships xmlns="http://schemas.openxmlformats.org/package/2006/relationships"><Relationship Type="http://schemas.openxmlformats.org/officeDocument/2006/relationships/slide" Target="/ppt/slides/slide3.xml" Id="R7e56aaffe86945ad" /><Relationship Type="http://schemas.openxmlformats.org/officeDocument/2006/relationships/notesMaster" Target="/ppt/notesMasters/notesMaster1.xml" Id="R153c2d3af4db43de" /></Relationships>
</file>

<file path=ppt/notesSlides/_rels/notesSlide4.xml.rels>&#65279;<?xml version="1.0" encoding="utf-8"?><Relationships xmlns="http://schemas.openxmlformats.org/package/2006/relationships"><Relationship Type="http://schemas.openxmlformats.org/officeDocument/2006/relationships/slide" Target="/ppt/slides/slide4.xml" Id="R8a05cd600743437b" /><Relationship Type="http://schemas.openxmlformats.org/officeDocument/2006/relationships/notesMaster" Target="/ppt/notesMasters/notesMaster1.xml" Id="R02ceaf2e8da94a9c" /></Relationships>
</file>

<file path=ppt/notesSlides/_rels/notesSlide5.xml.rels>&#65279;<?xml version="1.0" encoding="utf-8"?><Relationships xmlns="http://schemas.openxmlformats.org/package/2006/relationships"><Relationship Type="http://schemas.openxmlformats.org/officeDocument/2006/relationships/slide" Target="/ppt/slides/slide5.xml" Id="Rca4ca5660bd641b5" /><Relationship Type="http://schemas.openxmlformats.org/officeDocument/2006/relationships/notesMaster" Target="/ppt/notesMasters/notesMaster1.xml" Id="R05d0fbfb9f274893" /></Relationships>
</file>

<file path=ppt/notesSlides/_rels/notesSlide6.xml.rels>&#65279;<?xml version="1.0" encoding="utf-8"?><Relationships xmlns="http://schemas.openxmlformats.org/package/2006/relationships"><Relationship Type="http://schemas.openxmlformats.org/officeDocument/2006/relationships/slide" Target="/ppt/slides/slide6.xml" Id="Rd1ac5317a1f84892" /><Relationship Type="http://schemas.openxmlformats.org/officeDocument/2006/relationships/notesMaster" Target="/ppt/notesMasters/notesMaster1.xml" Id="R77f5d74debc84ec1" /></Relationships>
</file>

<file path=ppt/notesSlides/_rels/notesSlide7.xml.rels>&#65279;<?xml version="1.0" encoding="utf-8"?><Relationships xmlns="http://schemas.openxmlformats.org/package/2006/relationships"><Relationship Type="http://schemas.openxmlformats.org/officeDocument/2006/relationships/slide" Target="/ppt/slides/slide7.xml" Id="Re206baa2885e423a" /><Relationship Type="http://schemas.openxmlformats.org/officeDocument/2006/relationships/notesMaster" Target="/ppt/notesMasters/notesMaster1.xml" Id="R9c94b9bdbdf941b5" /></Relationships>
</file>

<file path=ppt/notesSlides/_rels/notesSlide8.xml.rels>&#65279;<?xml version="1.0" encoding="utf-8"?><Relationships xmlns="http://schemas.openxmlformats.org/package/2006/relationships"><Relationship Type="http://schemas.openxmlformats.org/officeDocument/2006/relationships/slide" Target="/ppt/slides/slide8.xml" Id="R4209a8a1043746de" /><Relationship Type="http://schemas.openxmlformats.org/officeDocument/2006/relationships/notesMaster" Target="/ppt/notesMasters/notesMaster1.xml" Id="R8f1291f9e63641c2" /></Relationships>
</file>

<file path=ppt/notesSlides/_rels/notesSlide9.xml.rels>&#65279;<?xml version="1.0" encoding="utf-8"?><Relationships xmlns="http://schemas.openxmlformats.org/package/2006/relationships"><Relationship Type="http://schemas.openxmlformats.org/officeDocument/2006/relationships/slide" Target="/ppt/slides/slide9.xml" Id="Rb17e2f85498e4dfd" /><Relationship Type="http://schemas.openxmlformats.org/officeDocument/2006/relationships/notesMaster" Target="/ppt/notesMasters/notesMaster1.xml" Id="Rf32108e28b2c441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79c9380962642d3" /><Relationship Type="http://schemas.openxmlformats.org/officeDocument/2006/relationships/notesMaster" Target="/ppt/notesMasters/notesMaster1.xml" Id="R7eb758c5245e4f2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507542effac433d" /><Relationship Type="http://schemas.openxmlformats.org/officeDocument/2006/relationships/notesMaster" Target="/ppt/notesMasters/notesMaster1.xml" Id="Raf83ce0077af4b6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121d5f382dd47f1" /><Relationship Type="http://schemas.openxmlformats.org/officeDocument/2006/relationships/notesMaster" Target="/ppt/notesMasters/notesMaster1.xml" Id="R34f0de8dd4af47d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eb8e6d4f6ce41d3" /><Relationship Type="http://schemas.openxmlformats.org/officeDocument/2006/relationships/notesMaster" Target="/ppt/notesMasters/notesMaster1.xml" Id="R635b139c32ef4d0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22d38bb55604ab7" /><Relationship Type="http://schemas.openxmlformats.org/officeDocument/2006/relationships/notesMaster" Target="/ppt/notesMasters/notesMaster1.xml" Id="Rbcd77c6a4e9343d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Build a barebones libscap/libsinsp collector in small steps. Following along is optional. Set up Ubuntu first, then demonstrate attachment, event reading, filtering, and process context. Workshop code: https://github.com/julianshalaby-perj/falco-libs-workshop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Following along is optional. Demonstrate each stage from the VM. The final collector prints minimal process execution records. There are no detection rules, JSON formatting, or production deployment exercises.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Optional Mac setup. Run only your platform’s setup script. It offers to install Multipass, creates Ubuntu 24.04, copies the starter, installs dependencies, and builds the starter. Approve the installer administrator prompt. After setup, keep terminal A on the host to run the platform step scripts. Open terminal B inside Ubuntu. Complete the first build before the workshop if possible. Sources: https://github.com/canonical/multipass/releases/tag/v1.16.4 and https://github.com/julianshalaby-perj/falco-libs-workshop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Optional Windows setup. Run only your platform’s setup script. It offers to install Multipass, creates Ubuntu 24.04, copies the starter, installs dependencies, and builds the starter. Approve the installer administrator prompt. If Windows requests a restart, reboot and rerun the command. After setup, keep terminal A on the host to run the platform step scripts. Open terminal B inside Ubuntu. Complete the first build before the workshop if possible. Sources: https://github.com/canonical/multipass/releases/tag/v1.16.4 and https://github.com/julianshalaby-perj/falco-libs-workshop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Terminal A stays on the host. Each platform step script sends its embedded source into the VM, builds it, and runs the collector there. Terminal B stays inside Ubuntu. All monitoring happens inside the VM.</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This is an excerpt of the starter. The actual status line says Attached to the Ubuntu kernel. A successful open/start is what demonstrates attachment. Keep this first run brief: no next() loop drains the buffers yet. Press Enter for a clean stop. Source: https://github.com/falcosecurity/libs/blob/e72873882967cdd86b8753eca09ea3e9f91ccd4a/userspace/libsinsp/sinsp.h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Run from the Mac repo folder in terminal A, one step at a time. Each script replaces src/main.cpp inside Ubuntu with the complete next version, rebuilds the application, and captures for ten seconds. Comment blocks mark additions. Existing edits to the VM source are overwritten. The host starter source stays unchanged. Steps include all earlier changes and can be rerun or skipped. Run /usr/bin/id in VM terminal B after Attached appears in A.</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Run from the Windows repo folder in terminal A, one step at a time. Each script replaces src/main.cpp inside Ubuntu with the complete next version, rebuilds the application, and captures for ten seconds. Comment blocks mark additions. Existing edits to the VM source are overwritten. The host starter source stays unchanged. Steps include all earlier changes and can be rerun or skipped. Run /usr/bin/id in VM terminal B after Attached appears in A.</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step script installs this code automatically. The next slide shows the rest of the loop. The deadline expression is split for readability. next() uses an inspector-owned event pointer. Consume its contents before calling next() again. Source: https://github.com/falcosecurity/libs/blob/e72873882967cdd86b8753eca09ea3e9f91ccd4a/userspace/libsinsp/sinsp.h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This continues the code installed by step 1. The count is events delivered successfully to this application, not a count of all syscalls on the machine. This first unfiltered run sees background activity. Run /usr/bin/id in terminal B if desired. SCAP_EOF is included for correct status handling; a live stream normally ends because the ten-second deadline expires. Source: https://github.com/falcosecurity/libs/blob/e72873882967cdd86b8753eca09ea3e9f91ccd4a/userspace/libsinsp/sinsp.h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&lt; direction is a syscall exit event, not process termination. Filtering chooses which events next() returns to the application. The default driver syscall set is unchanged, so libsinsp can still maintain its process and file state. Do not promise exactly one event; other processes may execute during the window. Source: https://github.com/falcosecurity/libs/blob/e72873882967cdd86b8753eca09ea3e9f91ccd4a/userspace/libsinsp/sinsp.h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 missing thread record is possible, so check for nullptr. Process names are short command names, not full executable paths or command lines. Use the event and thread data immediately; the inspector maintains their lifetime. Sources: https://github.com/falcosecurity/libs/blob/e72873882967cdd86b8753eca09ea3e9f91ccd4a/userspace/libsinsp/event.h and https://github.com/falcosecurity/libs/blob/e72873882967cdd86b8753eca09ea3e9f91ccd4a/userspace/libsinsp/threadinfo.h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output is illustrative, not a promise of one event. Step 3 includes all previous additions and works without running steps 1 and 2 first. It overwrites main.cpp, rebuilds, and starts capture. Process execution exit events can include failed calls; this workshop does not add success-only conditions or detection logic.</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Troubleshooting: run the collector with sudo inside Ubuntu. If build/bin/workshop-agent does not exist, rerun the host setup script. It preserves existing source edits. If Multipass commands are missing immediately after installation, reopen the host terminal. Setup waits for the Ubuntu image catalog before launch. Windows setup has not been rehearsed here. Code and step scripts: https://github.com/julianshalaby-perj/falco-libs-workshop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0ac4f7f77fd4cf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a8835809f1d4c8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095b9e4deda4fd8"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7a36cd5dab34652"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3522cf103014f0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077bb5f81a841bd"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f414716fbcab4d16"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40a7542727d04c9b"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bdd0dee74fd148f4"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310ad3944f67461c"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4599e409234d40dc" /></Relationships>
</file>

<file path=ppt/slideLayouts/_rels/slideLayout12.xml.rels>&#65279;<?xml version="1.0" encoding="utf-8"?><Relationships xmlns="http://schemas.openxmlformats.org/package/2006/relationships"><Relationship Type="http://schemas.openxmlformats.org/officeDocument/2006/relationships/slideMaster" Target="/ppt/slideMasters/slideMaster1.xml" Id="Rd30babe93d78421b" /></Relationships>
</file>

<file path=ppt/slideLayouts/_rels/slideLayout13.xml.rels>&#65279;<?xml version="1.0" encoding="utf-8"?><Relationships xmlns="http://schemas.openxmlformats.org/package/2006/relationships"><Relationship Type="http://schemas.openxmlformats.org/officeDocument/2006/relationships/slideMaster" Target="/ppt/slideMasters/slideMaster2.xml" Id="R04c7c0c7a1ae410e" /></Relationships>
</file>

<file path=ppt/slideLayouts/slideLayout1.xml><?xml version="1.0" encoding="utf-8"?>
<p:sldLayout xmlns:p="http://schemas.openxmlformats.org/presentationml/2006/main" matchingName="Generated (g3fae562e023_13_0)">
  <p:cSld name="Generated (g3fae562e023_13_0)">
    <p:spTree>
      <p:nvGrpSpPr>
        <p:cNvPr id="1" name=""/>
        <p:cNvGrpSpPr/>
        <p:nvPr/>
      </p:nvGrpSpPr>
      <p:grpSpPr>
        <a:xfrm xmlns:a="http://schemas.openxmlformats.org/drawingml/2006/main"/>
      </p:grpSpPr>
    </p:spTree>
  </p:cSld>
</p:sldLayout>
</file>

<file path=ppt/slideLayouts/slideLayout2.xml><?xml version="1.0" encoding="utf-8"?>
<p:sldLayout xmlns:p="http://schemas.openxmlformats.org/presentationml/2006/main" matchingName="Title slide" type="title">
  <p:cSld name="TITLE">
    <p:spTree>
      <p:nvGrpSpPr>
        <p:cNvPr id="1" name=""/>
        <p:cNvGrpSpPr/>
        <p:nvPr/>
      </p:nvGrpSpPr>
      <p:grpSpPr>
        <a:xfrm xmlns:a="http://schemas.openxmlformats.org/drawingml/2006/main"/>
      </p:grpSpPr>
      <p:sp>
        <p:nvSpPr>
          <p:cNvPr id="11" name="Google Shape;11;p3">
            <a:extLst xmlns:a="http://schemas.openxmlformats.org/drawingml/2006/main">
              <a:ext uri="{FF2B5EF4-FFF2-40B4-BE49-F238E27FC236}">
                <a16:creationId xmlns:a16="http://schemas.microsoft.com/office/drawing/2014/main" id="{586C192D-233A-4CD9-96F0-F141F0B22DFA}"/>
              </a:ext>
            </a:extLst>
          </p:cNvPr>
          <p:cNvSpPr>
            <a:spLocks xmlns:a="http://schemas.openxmlformats.org/drawingml/2006/main" noGrp="1"/>
          </p:cNvSpPr>
          <p:nvPr>
            <p:ph type="ctrTitle" idx="0"/>
          </p:nvPr>
        </p:nvSpPr>
        <p:spPr>
          <a:xfrm xmlns:a="http://schemas.openxmlformats.org/drawingml/2006/main">
            <a:off x="311708" y="744575"/>
            <a:ext cx="8520600" cy="20526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5200"/>
              <a:buNone/>
              <a:defRPr sz="5200"/>
            </a:lvl1pPr>
            <a:lvl2pPr algn="ctr">
              <a:spcBef>
                <a:spcPts val="0"/>
              </a:spcBef>
              <a:spcAft>
                <a:spcPts val="0"/>
              </a:spcAft>
              <a:buSzPts val="5200"/>
              <a:buNone/>
              <a:defRPr sz="5200"/>
            </a:lvl2pPr>
            <a:lvl3pPr algn="ctr">
              <a:spcBef>
                <a:spcPts val="0"/>
              </a:spcBef>
              <a:spcAft>
                <a:spcPts val="0"/>
              </a:spcAft>
              <a:buSzPts val="5200"/>
              <a:buNone/>
              <a:defRPr sz="5200"/>
            </a:lvl3pPr>
            <a:lvl4pPr algn="ctr">
              <a:spcBef>
                <a:spcPts val="0"/>
              </a:spcBef>
              <a:spcAft>
                <a:spcPts val="0"/>
              </a:spcAft>
              <a:buSzPts val="5200"/>
              <a:buNone/>
              <a:defRPr sz="5200"/>
            </a:lvl4pPr>
            <a:lvl5pPr algn="ctr">
              <a:spcBef>
                <a:spcPts val="0"/>
              </a:spcBef>
              <a:spcAft>
                <a:spcPts val="0"/>
              </a:spcAft>
              <a:buSzPts val="5200"/>
              <a:buNone/>
              <a:defRPr sz="5200"/>
            </a:lvl5pPr>
            <a:lvl6pPr algn="ctr">
              <a:spcBef>
                <a:spcPts val="0"/>
              </a:spcBef>
              <a:spcAft>
                <a:spcPts val="0"/>
              </a:spcAft>
              <a:buSzPts val="5200"/>
              <a:buNone/>
              <a:defRPr sz="5200"/>
            </a:lvl6pPr>
            <a:lvl7pPr algn="ctr">
              <a:spcBef>
                <a:spcPts val="0"/>
              </a:spcBef>
              <a:spcAft>
                <a:spcPts val="0"/>
              </a:spcAft>
              <a:buSzPts val="5200"/>
              <a:buNone/>
              <a:defRPr sz="5200"/>
            </a:lvl7pPr>
            <a:lvl8pPr algn="ctr">
              <a:spcBef>
                <a:spcPts val="0"/>
              </a:spcBef>
              <a:spcAft>
                <a:spcPts val="0"/>
              </a:spcAft>
              <a:buSzPts val="5200"/>
              <a:buNone/>
              <a:defRPr sz="5200"/>
            </a:lvl8pPr>
            <a:lvl9pPr algn="ctr">
              <a:spcBef>
                <a:spcPts val="0"/>
              </a:spcBef>
              <a:spcAft>
                <a:spcPts val="0"/>
              </a:spcAft>
              <a:buSzPts val="5200"/>
              <a:buNone/>
              <a:defRPr sz="5200"/>
            </a:lvl9pPr>
          </a:lstStyle>
          <a:p xmlns:a="http://schemas.openxmlformats.org/drawingml/2006/main"/>
        </p:txBody>
      </p:sp>
      <p:sp>
        <p:nvSpPr>
          <p:cNvPr id="12" name="Google Shape;12;p3">
            <a:extLst xmlns:a="http://schemas.openxmlformats.org/drawingml/2006/main">
              <a:ext uri="{FF2B5EF4-FFF2-40B4-BE49-F238E27FC236}">
                <a16:creationId xmlns:a16="http://schemas.microsoft.com/office/drawing/2014/main" id="{BA657E44-9D04-4CDB-A546-ED37985F7A8A}"/>
              </a:ext>
            </a:extLst>
          </p:cNvPr>
          <p:cNvSpPr>
            <a:spLocks xmlns:a="http://schemas.openxmlformats.org/drawingml/2006/main" noGrp="1"/>
          </p:cNvSpPr>
          <p:nvPr>
            <p:ph type="subTitle" idx="1"/>
          </p:nvPr>
        </p:nvSpPr>
        <p:spPr>
          <a:xfrm xmlns:a="http://schemas.openxmlformats.org/drawingml/2006/main">
            <a:off x="311700" y="2834125"/>
            <a:ext cx="8520600" cy="7926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lgn="ctr">
              <a:lnSpc>
                <a:spcPct val="100000"/>
              </a:lnSpc>
              <a:spcBef>
                <a:spcPts val="0"/>
              </a:spcBef>
              <a:spcAft>
                <a:spcPts val="0"/>
              </a:spcAft>
              <a:buSzPts val="2800"/>
              <a:buNone/>
              <a:defRPr sz="2800"/>
            </a:lvl1pPr>
            <a:lvl2pPr algn="ctr">
              <a:lnSpc>
                <a:spcPct val="100000"/>
              </a:lnSpc>
              <a:spcBef>
                <a:spcPts val="0"/>
              </a:spcBef>
              <a:spcAft>
                <a:spcPts val="0"/>
              </a:spcAft>
              <a:buSzPts val="2800"/>
              <a:buNone/>
              <a:defRPr sz="2800"/>
            </a:lvl2pPr>
            <a:lvl3pPr algn="ctr">
              <a:lnSpc>
                <a:spcPct val="100000"/>
              </a:lnSpc>
              <a:spcBef>
                <a:spcPts val="0"/>
              </a:spcBef>
              <a:spcAft>
                <a:spcPts val="0"/>
              </a:spcAft>
              <a:buSzPts val="2800"/>
              <a:buNone/>
              <a:defRPr sz="2800"/>
            </a:lvl3pPr>
            <a:lvl4pPr algn="ctr">
              <a:lnSpc>
                <a:spcPct val="100000"/>
              </a:lnSpc>
              <a:spcBef>
                <a:spcPts val="0"/>
              </a:spcBef>
              <a:spcAft>
                <a:spcPts val="0"/>
              </a:spcAft>
              <a:buSzPts val="2800"/>
              <a:buNone/>
              <a:defRPr sz="2800"/>
            </a:lvl4pPr>
            <a:lvl5pPr algn="ctr">
              <a:lnSpc>
                <a:spcPct val="100000"/>
              </a:lnSpc>
              <a:spcBef>
                <a:spcPts val="0"/>
              </a:spcBef>
              <a:spcAft>
                <a:spcPts val="0"/>
              </a:spcAft>
              <a:buSzPts val="2800"/>
              <a:buNone/>
              <a:defRPr sz="2800"/>
            </a:lvl5pPr>
            <a:lvl6pPr algn="ctr">
              <a:lnSpc>
                <a:spcPct val="100000"/>
              </a:lnSpc>
              <a:spcBef>
                <a:spcPts val="0"/>
              </a:spcBef>
              <a:spcAft>
                <a:spcPts val="0"/>
              </a:spcAft>
              <a:buSzPts val="2800"/>
              <a:buNone/>
              <a:defRPr sz="2800"/>
            </a:lvl6pPr>
            <a:lvl7pPr algn="ctr">
              <a:lnSpc>
                <a:spcPct val="100000"/>
              </a:lnSpc>
              <a:spcBef>
                <a:spcPts val="0"/>
              </a:spcBef>
              <a:spcAft>
                <a:spcPts val="0"/>
              </a:spcAft>
              <a:buSzPts val="2800"/>
              <a:buNone/>
              <a:defRPr sz="2800"/>
            </a:lvl7pPr>
            <a:lvl8pPr algn="ctr">
              <a:lnSpc>
                <a:spcPct val="100000"/>
              </a:lnSpc>
              <a:spcBef>
                <a:spcPts val="0"/>
              </a:spcBef>
              <a:spcAft>
                <a:spcPts val="0"/>
              </a:spcAft>
              <a:buSzPts val="2800"/>
              <a:buNone/>
              <a:defRPr sz="2800"/>
            </a:lvl8pPr>
            <a:lvl9pPr algn="ctr">
              <a:lnSpc>
                <a:spcPct val="100000"/>
              </a:lnSpc>
              <a:spcBef>
                <a:spcPts val="0"/>
              </a:spcBef>
              <a:spcAft>
                <a:spcPts val="0"/>
              </a:spcAft>
              <a:buSzPts val="2800"/>
              <a:buNone/>
              <a:defRPr sz="2800"/>
            </a:lvl9pPr>
          </a:lstStyle>
          <a:p xmlns:a="http://schemas.openxmlformats.org/drawingml/2006/main"/>
        </p:txBody>
      </p:sp>
      <p:sp>
        <p:nvSpPr>
          <p:cNvPr id="13" name="Google Shape;13;p3">
            <a:extLst xmlns:a="http://schemas.openxmlformats.org/drawingml/2006/main">
              <a:ext uri="{FF2B5EF4-FFF2-40B4-BE49-F238E27FC236}">
                <a16:creationId xmlns:a16="http://schemas.microsoft.com/office/drawing/2014/main" id="{67409D4B-B57F-44A3-8C73-F5B087FC6BF8}"/>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3.xml><?xml version="1.0" encoding="utf-8"?>
<p:sldLayout xmlns:p="http://schemas.openxmlformats.org/presentationml/2006/main" matchingName="Section header" type="secHead">
  <p:cSld name="SECTION_HEADER">
    <p:spTree>
      <p:nvGrpSpPr>
        <p:cNvPr id="1" name=""/>
        <p:cNvGrpSpPr/>
        <p:nvPr/>
      </p:nvGrpSpPr>
      <p:grpSpPr>
        <a:xfrm xmlns:a="http://schemas.openxmlformats.org/drawingml/2006/main"/>
      </p:grpSpPr>
      <p:sp>
        <p:nvSpPr>
          <p:cNvPr id="15" name="Google Shape;15;p4">
            <a:extLst xmlns:a="http://schemas.openxmlformats.org/drawingml/2006/main">
              <a:ext uri="{FF2B5EF4-FFF2-40B4-BE49-F238E27FC236}">
                <a16:creationId xmlns:a16="http://schemas.microsoft.com/office/drawing/2014/main" id="{504D0A4C-DA58-4567-B743-2A8496906CE0}"/>
              </a:ext>
            </a:extLst>
          </p:cNvPr>
          <p:cNvSpPr>
            <a:spLocks xmlns:a="http://schemas.openxmlformats.org/drawingml/2006/main" noGrp="1"/>
          </p:cNvSpPr>
          <p:nvPr>
            <p:ph type="title" idx="0"/>
          </p:nvPr>
        </p:nvSpPr>
        <p:spPr>
          <a:xfrm xmlns:a="http://schemas.openxmlformats.org/drawingml/2006/main">
            <a:off x="311700" y="2150850"/>
            <a:ext cx="8520600" cy="8418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lgn="ctr">
              <a:spcBef>
                <a:spcPts val="0"/>
              </a:spcBef>
              <a:spcAft>
                <a:spcPts val="0"/>
              </a:spcAft>
              <a:buSzPts val="3600"/>
              <a:buNone/>
              <a:defRPr sz="3600"/>
            </a:lvl1pPr>
            <a:lvl2pPr algn="ctr">
              <a:spcBef>
                <a:spcPts val="0"/>
              </a:spcBef>
              <a:spcAft>
                <a:spcPts val="0"/>
              </a:spcAft>
              <a:buSzPts val="3600"/>
              <a:buNone/>
              <a:defRPr sz="3600"/>
            </a:lvl2pPr>
            <a:lvl3pPr algn="ctr">
              <a:spcBef>
                <a:spcPts val="0"/>
              </a:spcBef>
              <a:spcAft>
                <a:spcPts val="0"/>
              </a:spcAft>
              <a:buSzPts val="3600"/>
              <a:buNone/>
              <a:defRPr sz="3600"/>
            </a:lvl3pPr>
            <a:lvl4pPr algn="ctr">
              <a:spcBef>
                <a:spcPts val="0"/>
              </a:spcBef>
              <a:spcAft>
                <a:spcPts val="0"/>
              </a:spcAft>
              <a:buSzPts val="3600"/>
              <a:buNone/>
              <a:defRPr sz="3600"/>
            </a:lvl4pPr>
            <a:lvl5pPr algn="ctr">
              <a:spcBef>
                <a:spcPts val="0"/>
              </a:spcBef>
              <a:spcAft>
                <a:spcPts val="0"/>
              </a:spcAft>
              <a:buSzPts val="3600"/>
              <a:buNone/>
              <a:defRPr sz="3600"/>
            </a:lvl5pPr>
            <a:lvl6pPr algn="ctr">
              <a:spcBef>
                <a:spcPts val="0"/>
              </a:spcBef>
              <a:spcAft>
                <a:spcPts val="0"/>
              </a:spcAft>
              <a:buSzPts val="3600"/>
              <a:buNone/>
              <a:defRPr sz="3600"/>
            </a:lvl6pPr>
            <a:lvl7pPr algn="ctr">
              <a:spcBef>
                <a:spcPts val="0"/>
              </a:spcBef>
              <a:spcAft>
                <a:spcPts val="0"/>
              </a:spcAft>
              <a:buSzPts val="3600"/>
              <a:buNone/>
              <a:defRPr sz="3600"/>
            </a:lvl7pPr>
            <a:lvl8pPr algn="ctr">
              <a:spcBef>
                <a:spcPts val="0"/>
              </a:spcBef>
              <a:spcAft>
                <a:spcPts val="0"/>
              </a:spcAft>
              <a:buSzPts val="3600"/>
              <a:buNone/>
              <a:defRPr sz="3600"/>
            </a:lvl8pPr>
            <a:lvl9pPr algn="ctr">
              <a:spcBef>
                <a:spcPts val="0"/>
              </a:spcBef>
              <a:spcAft>
                <a:spcPts val="0"/>
              </a:spcAft>
              <a:buSzPts val="3600"/>
              <a:buNone/>
              <a:defRPr sz="3600"/>
            </a:lvl9pPr>
          </a:lstStyle>
          <a:p xmlns:a="http://schemas.openxmlformats.org/drawingml/2006/main"/>
        </p:txBody>
      </p:sp>
      <p:sp>
        <p:nvSpPr>
          <p:cNvPr id="16" name="Google Shape;16;p4">
            <a:extLst xmlns:a="http://schemas.openxmlformats.org/drawingml/2006/main">
              <a:ext uri="{FF2B5EF4-FFF2-40B4-BE49-F238E27FC236}">
                <a16:creationId xmlns:a16="http://schemas.microsoft.com/office/drawing/2014/main" id="{6604BEDB-EF29-49B8-ABD6-694A65F0660C}"/>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4.xml><?xml version="1.0" encoding="utf-8"?>
<p:sldLayout xmlns:p="http://schemas.openxmlformats.org/presentationml/2006/main" matchingName="Title and body">
  <p:cSld name="TITLE_AND_BODY">
    <p:spTree>
      <p:nvGrpSpPr>
        <p:cNvPr id="1" name=""/>
        <p:cNvGrpSpPr/>
        <p:nvPr/>
      </p:nvGrpSpPr>
      <p:grpSpPr>
        <a:xfrm xmlns:a="http://schemas.openxmlformats.org/drawingml/2006/main"/>
      </p:grpSpPr>
      <p:sp>
        <p:nvSpPr>
          <p:cNvPr id="18" name="Google Shape;18;p5">
            <a:extLst xmlns:a="http://schemas.openxmlformats.org/drawingml/2006/main">
              <a:ext uri="{FF2B5EF4-FFF2-40B4-BE49-F238E27FC236}">
                <a16:creationId xmlns:a16="http://schemas.microsoft.com/office/drawing/2014/main" id="{89D66C64-B6C8-4CA6-9A8D-73BD7B3B9D04}"/>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19" name="Google Shape;19;p5">
            <a:extLst xmlns:a="http://schemas.openxmlformats.org/drawingml/2006/main">
              <a:ext uri="{FF2B5EF4-FFF2-40B4-BE49-F238E27FC236}">
                <a16:creationId xmlns:a16="http://schemas.microsoft.com/office/drawing/2014/main" id="{2808FA39-F58F-445C-B36D-C45F277CCDAE}"/>
              </a:ext>
            </a:extLst>
          </p:cNvPr>
          <p:cNvSpPr>
            <a:spLocks xmlns:a="http://schemas.openxmlformats.org/drawingml/2006/main" noGrp="1"/>
          </p:cNvSpPr>
          <p:nvPr>
            <p:ph type="body" idx="1"/>
          </p:nvPr>
        </p:nvSpPr>
        <p:spPr>
          <a:xfrm xmlns:a="http://schemas.openxmlformats.org/drawingml/2006/main">
            <a:off x="311700" y="1152475"/>
            <a:ext cx="85206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42900">
              <a:spcBef>
                <a:spcPts val="0"/>
              </a:spcBef>
              <a:spcAft>
                <a:spcPts val="0"/>
              </a:spcAft>
              <a:buSzPts val="1800"/>
              <a:buChar char="●"/>
              <a:defRPr/>
            </a:lvl1pPr>
            <a:lvl2pPr marL="914400" indent="-317500">
              <a:spcBef>
                <a:spcPts val="0"/>
              </a:spcBef>
              <a:spcAft>
                <a:spcPts val="0"/>
              </a:spcAft>
              <a:buSzPts val="1400"/>
              <a:buChar char="○"/>
              <a:defRPr/>
            </a:lvl2pPr>
            <a:lvl3pPr marL="1371600" indent="-317500">
              <a:spcBef>
                <a:spcPts val="0"/>
              </a:spcBef>
              <a:spcAft>
                <a:spcPts val="0"/>
              </a:spcAft>
              <a:buSzPts val="1400"/>
              <a:buChar char="■"/>
              <a:defRPr/>
            </a:lvl3pPr>
            <a:lvl4pPr marL="1828800" indent="-317500">
              <a:spcBef>
                <a:spcPts val="0"/>
              </a:spcBef>
              <a:spcAft>
                <a:spcPts val="0"/>
              </a:spcAft>
              <a:buSzPts val="1400"/>
              <a:buChar char="●"/>
              <a:defRPr/>
            </a:lvl4pPr>
            <a:lvl5pPr marL="2286000" indent="-317500">
              <a:spcBef>
                <a:spcPts val="0"/>
              </a:spcBef>
              <a:spcAft>
                <a:spcPts val="0"/>
              </a:spcAft>
              <a:buSzPts val="1400"/>
              <a:buChar char="○"/>
              <a:defRPr/>
            </a:lvl5pPr>
            <a:lvl6pPr marL="2743200" indent="-317500">
              <a:spcBef>
                <a:spcPts val="0"/>
              </a:spcBef>
              <a:spcAft>
                <a:spcPts val="0"/>
              </a:spcAft>
              <a:buSzPts val="1400"/>
              <a:buChar char="■"/>
              <a:defRPr/>
            </a:lvl6pPr>
            <a:lvl7pPr marL="3200400" indent="-317500">
              <a:spcBef>
                <a:spcPts val="0"/>
              </a:spcBef>
              <a:spcAft>
                <a:spcPts val="0"/>
              </a:spcAft>
              <a:buSzPts val="1400"/>
              <a:buChar char="●"/>
              <a:defRPr/>
            </a:lvl7pPr>
            <a:lvl8pPr marL="3657600" indent="-317500">
              <a:spcBef>
                <a:spcPts val="0"/>
              </a:spcBef>
              <a:spcAft>
                <a:spcPts val="0"/>
              </a:spcAft>
              <a:buSzPts val="1400"/>
              <a:buChar char="○"/>
              <a:defRPr/>
            </a:lvl8pPr>
            <a:lvl9pPr marL="4114800" indent="-317500">
              <a:spcBef>
                <a:spcPts val="0"/>
              </a:spcBef>
              <a:spcAft>
                <a:spcPts val="0"/>
              </a:spcAft>
              <a:buSzPts val="1400"/>
              <a:buChar char="■"/>
              <a:defRPr/>
            </a:lvl9pPr>
          </a:lstStyle>
          <a:p xmlns:a="http://schemas.openxmlformats.org/drawingml/2006/main"/>
        </p:txBody>
      </p:sp>
      <p:sp>
        <p:nvSpPr>
          <p:cNvPr id="20" name="Google Shape;20;p5">
            <a:extLst xmlns:a="http://schemas.openxmlformats.org/drawingml/2006/main">
              <a:ext uri="{FF2B5EF4-FFF2-40B4-BE49-F238E27FC236}">
                <a16:creationId xmlns:a16="http://schemas.microsoft.com/office/drawing/2014/main" id="{C1853C1C-8C67-478B-BDFC-0C7554D58A5A}"/>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5.xml><?xml version="1.0" encoding="utf-8"?>
<p:sldLayout xmlns:p="http://schemas.openxmlformats.org/presentationml/2006/main" matchingName="Title and two columns">
  <p:cSld name="TITLE_AND_TWO_COLUMNS">
    <p:spTree>
      <p:nvGrpSpPr>
        <p:cNvPr id="1" name=""/>
        <p:cNvGrpSpPr/>
        <p:nvPr/>
      </p:nvGrpSpPr>
      <p:grpSpPr>
        <a:xfrm xmlns:a="http://schemas.openxmlformats.org/drawingml/2006/main"/>
      </p:grpSpPr>
      <p:sp>
        <p:nvSpPr>
          <p:cNvPr id="22" name="Google Shape;22;p6">
            <a:extLst xmlns:a="http://schemas.openxmlformats.org/drawingml/2006/main">
              <a:ext uri="{FF2B5EF4-FFF2-40B4-BE49-F238E27FC236}">
                <a16:creationId xmlns:a16="http://schemas.microsoft.com/office/drawing/2014/main" id="{D77EEFC9-C72D-4769-BCE0-D95C82F8ED9D}"/>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23" name="Google Shape;23;p6">
            <a:extLst xmlns:a="http://schemas.openxmlformats.org/drawingml/2006/main">
              <a:ext uri="{FF2B5EF4-FFF2-40B4-BE49-F238E27FC236}">
                <a16:creationId xmlns:a16="http://schemas.microsoft.com/office/drawing/2014/main" id="{E041F5F1-3627-4E60-81A6-729B947E5228}"/>
              </a:ext>
            </a:extLst>
          </p:cNvPr>
          <p:cNvSpPr>
            <a:spLocks xmlns:a="http://schemas.openxmlformats.org/drawingml/2006/main" noGrp="1"/>
          </p:cNvSpPr>
          <p:nvPr>
            <p:ph type="body" idx="1"/>
          </p:nvPr>
        </p:nvSpPr>
        <p:spPr>
          <a:xfrm xmlns:a="http://schemas.openxmlformats.org/drawingml/2006/main">
            <a:off x="311700" y="1152475"/>
            <a:ext cx="39999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17500">
              <a:spcBef>
                <a:spcPts val="0"/>
              </a:spcBef>
              <a:spcAft>
                <a:spcPts val="0"/>
              </a:spcAft>
              <a:buSzPts val="1400"/>
              <a:buChar char="●"/>
              <a:defRPr sz="14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24" name="Google Shape;24;p6">
            <a:extLst xmlns:a="http://schemas.openxmlformats.org/drawingml/2006/main">
              <a:ext uri="{FF2B5EF4-FFF2-40B4-BE49-F238E27FC236}">
                <a16:creationId xmlns:a16="http://schemas.microsoft.com/office/drawing/2014/main" id="{21CA697E-16EE-4EC0-9756-2BBF5097DA73}"/>
              </a:ext>
            </a:extLst>
          </p:cNvPr>
          <p:cNvSpPr>
            <a:spLocks xmlns:a="http://schemas.openxmlformats.org/drawingml/2006/main" noGrp="1"/>
          </p:cNvSpPr>
          <p:nvPr>
            <p:ph type="body" idx="2"/>
          </p:nvPr>
        </p:nvSpPr>
        <p:spPr>
          <a:xfrm xmlns:a="http://schemas.openxmlformats.org/drawingml/2006/main">
            <a:off x="4832400" y="1152475"/>
            <a:ext cx="39999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17500">
              <a:spcBef>
                <a:spcPts val="0"/>
              </a:spcBef>
              <a:spcAft>
                <a:spcPts val="0"/>
              </a:spcAft>
              <a:buSzPts val="1400"/>
              <a:buChar char="●"/>
              <a:defRPr sz="14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25" name="Google Shape;25;p6">
            <a:extLst xmlns:a="http://schemas.openxmlformats.org/drawingml/2006/main">
              <a:ext uri="{FF2B5EF4-FFF2-40B4-BE49-F238E27FC236}">
                <a16:creationId xmlns:a16="http://schemas.microsoft.com/office/drawing/2014/main" id="{255C5BA4-E087-4443-9E1C-CC7EE1AAE9EE}"/>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6.xml><?xml version="1.0" encoding="utf-8"?>
<p:sldLayout xmlns:p="http://schemas.openxmlformats.org/presentationml/2006/main" matchingName="Title only" type="titleOnly">
  <p:cSld name="TITLE_ONLY">
    <p:spTree>
      <p:nvGrpSpPr>
        <p:cNvPr id="1" name=""/>
        <p:cNvGrpSpPr/>
        <p:nvPr/>
      </p:nvGrpSpPr>
      <p:grpSpPr>
        <a:xfrm xmlns:a="http://schemas.openxmlformats.org/drawingml/2006/main"/>
      </p:grpSpPr>
      <p:sp>
        <p:nvSpPr>
          <p:cNvPr id="27" name="Google Shape;27;p7">
            <a:extLst xmlns:a="http://schemas.openxmlformats.org/drawingml/2006/main">
              <a:ext uri="{FF2B5EF4-FFF2-40B4-BE49-F238E27FC236}">
                <a16:creationId xmlns:a16="http://schemas.microsoft.com/office/drawing/2014/main" id="{0A9F9183-28D3-45C6-9ADE-EDE49C2399E5}"/>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28" name="Google Shape;28;p7">
            <a:extLst xmlns:a="http://schemas.openxmlformats.org/drawingml/2006/main">
              <a:ext uri="{FF2B5EF4-FFF2-40B4-BE49-F238E27FC236}">
                <a16:creationId xmlns:a16="http://schemas.microsoft.com/office/drawing/2014/main" id="{110C5491-99F8-473A-8B00-E00548F4CF59}"/>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7.xml><?xml version="1.0" encoding="utf-8"?>
<p:sldLayout xmlns:p="http://schemas.openxmlformats.org/presentationml/2006/main" matchingName="One column text">
  <p:cSld name="ONE_COLUMN_TEXT">
    <p:spTree>
      <p:nvGrpSpPr>
        <p:cNvPr id="1" name=""/>
        <p:cNvGrpSpPr/>
        <p:nvPr/>
      </p:nvGrpSpPr>
      <p:grpSpPr>
        <a:xfrm xmlns:a="http://schemas.openxmlformats.org/drawingml/2006/main"/>
      </p:grpSpPr>
      <p:sp>
        <p:nvSpPr>
          <p:cNvPr id="30" name="Google Shape;30;p8">
            <a:extLst xmlns:a="http://schemas.openxmlformats.org/drawingml/2006/main">
              <a:ext uri="{FF2B5EF4-FFF2-40B4-BE49-F238E27FC236}">
                <a16:creationId xmlns:a16="http://schemas.microsoft.com/office/drawing/2014/main" id="{5E905A46-E3DF-4BFA-9F59-6234472AFA29}"/>
              </a:ext>
            </a:extLst>
          </p:cNvPr>
          <p:cNvSpPr>
            <a:spLocks xmlns:a="http://schemas.openxmlformats.org/drawingml/2006/main" noGrp="1"/>
          </p:cNvSpPr>
          <p:nvPr>
            <p:ph type="title" idx="0"/>
          </p:nvPr>
        </p:nvSpPr>
        <p:spPr>
          <a:xfrm xmlns:a="http://schemas.openxmlformats.org/drawingml/2006/main">
            <a:off x="311700" y="555600"/>
            <a:ext cx="2808000" cy="7557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spcBef>
                <a:spcPts val="0"/>
              </a:spcBef>
              <a:spcAft>
                <a:spcPts val="0"/>
              </a:spcAft>
              <a:buSzPts val="2400"/>
              <a:buNone/>
              <a:defRPr sz="2400"/>
            </a:lvl1pPr>
            <a:lvl2pPr>
              <a:spcBef>
                <a:spcPts val="0"/>
              </a:spcBef>
              <a:spcAft>
                <a:spcPts val="0"/>
              </a:spcAft>
              <a:buSzPts val="2400"/>
              <a:buNone/>
              <a:defRPr sz="2400"/>
            </a:lvl2pPr>
            <a:lvl3pPr>
              <a:spcBef>
                <a:spcPts val="0"/>
              </a:spcBef>
              <a:spcAft>
                <a:spcPts val="0"/>
              </a:spcAft>
              <a:buSzPts val="2400"/>
              <a:buNone/>
              <a:defRPr sz="2400"/>
            </a:lvl3pPr>
            <a:lvl4pPr>
              <a:spcBef>
                <a:spcPts val="0"/>
              </a:spcBef>
              <a:spcAft>
                <a:spcPts val="0"/>
              </a:spcAft>
              <a:buSzPts val="2400"/>
              <a:buNone/>
              <a:defRPr sz="2400"/>
            </a:lvl4pPr>
            <a:lvl5pPr>
              <a:spcBef>
                <a:spcPts val="0"/>
              </a:spcBef>
              <a:spcAft>
                <a:spcPts val="0"/>
              </a:spcAft>
              <a:buSzPts val="2400"/>
              <a:buNone/>
              <a:defRPr sz="2400"/>
            </a:lvl5pPr>
            <a:lvl6pPr>
              <a:spcBef>
                <a:spcPts val="0"/>
              </a:spcBef>
              <a:spcAft>
                <a:spcPts val="0"/>
              </a:spcAft>
              <a:buSzPts val="2400"/>
              <a:buNone/>
              <a:defRPr sz="2400"/>
            </a:lvl6pPr>
            <a:lvl7pPr>
              <a:spcBef>
                <a:spcPts val="0"/>
              </a:spcBef>
              <a:spcAft>
                <a:spcPts val="0"/>
              </a:spcAft>
              <a:buSzPts val="2400"/>
              <a:buNone/>
              <a:defRPr sz="2400"/>
            </a:lvl7pPr>
            <a:lvl8pPr>
              <a:spcBef>
                <a:spcPts val="0"/>
              </a:spcBef>
              <a:spcAft>
                <a:spcPts val="0"/>
              </a:spcAft>
              <a:buSzPts val="2400"/>
              <a:buNone/>
              <a:defRPr sz="2400"/>
            </a:lvl8pPr>
            <a:lvl9pPr>
              <a:spcBef>
                <a:spcPts val="0"/>
              </a:spcBef>
              <a:spcAft>
                <a:spcPts val="0"/>
              </a:spcAft>
              <a:buSzPts val="2400"/>
              <a:buNone/>
              <a:defRPr sz="2400"/>
            </a:lvl9pPr>
          </a:lstStyle>
          <a:p xmlns:a="http://schemas.openxmlformats.org/drawingml/2006/main"/>
        </p:txBody>
      </p:sp>
      <p:sp>
        <p:nvSpPr>
          <p:cNvPr id="31" name="Google Shape;31;p8">
            <a:extLst xmlns:a="http://schemas.openxmlformats.org/drawingml/2006/main">
              <a:ext uri="{FF2B5EF4-FFF2-40B4-BE49-F238E27FC236}">
                <a16:creationId xmlns:a16="http://schemas.microsoft.com/office/drawing/2014/main" id="{9301B87B-515D-48DA-AF17-E6B500518B02}"/>
              </a:ext>
            </a:extLst>
          </p:cNvPr>
          <p:cNvSpPr>
            <a:spLocks xmlns:a="http://schemas.openxmlformats.org/drawingml/2006/main" noGrp="1"/>
          </p:cNvSpPr>
          <p:nvPr>
            <p:ph type="body" idx="1"/>
          </p:nvPr>
        </p:nvSpPr>
        <p:spPr>
          <a:xfrm xmlns:a="http://schemas.openxmlformats.org/drawingml/2006/main">
            <a:off x="311700" y="1389600"/>
            <a:ext cx="2808000" cy="3179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04800">
              <a:spcBef>
                <a:spcPts val="0"/>
              </a:spcBef>
              <a:spcAft>
                <a:spcPts val="0"/>
              </a:spcAft>
              <a:buSzPts val="1200"/>
              <a:buChar char="●"/>
              <a:defRPr sz="12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32" name="Google Shape;32;p8">
            <a:extLst xmlns:a="http://schemas.openxmlformats.org/drawingml/2006/main">
              <a:ext uri="{FF2B5EF4-FFF2-40B4-BE49-F238E27FC236}">
                <a16:creationId xmlns:a16="http://schemas.microsoft.com/office/drawing/2014/main" id="{EE733B16-175B-4548-898F-2ACCEFCD6544}"/>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8.xml><?xml version="1.0" encoding="utf-8"?>
<p:sldLayout xmlns:p="http://schemas.openxmlformats.org/presentationml/2006/main" matchingName="Main point">
  <p:cSld name="MAIN_POINT">
    <p:spTree>
      <p:nvGrpSpPr>
        <p:cNvPr id="1" name=""/>
        <p:cNvGrpSpPr/>
        <p:nvPr/>
      </p:nvGrpSpPr>
      <p:grpSpPr>
        <a:xfrm xmlns:a="http://schemas.openxmlformats.org/drawingml/2006/main"/>
      </p:grpSpPr>
      <p:sp>
        <p:nvSpPr>
          <p:cNvPr id="34" name="Google Shape;34;p9">
            <a:extLst xmlns:a="http://schemas.openxmlformats.org/drawingml/2006/main">
              <a:ext uri="{FF2B5EF4-FFF2-40B4-BE49-F238E27FC236}">
                <a16:creationId xmlns:a16="http://schemas.microsoft.com/office/drawing/2014/main" id="{58F30EF6-5090-468A-83C1-D87E097A3246}"/>
              </a:ext>
            </a:extLst>
          </p:cNvPr>
          <p:cNvSpPr>
            <a:spLocks xmlns:a="http://schemas.openxmlformats.org/drawingml/2006/main" noGrp="1"/>
          </p:cNvSpPr>
          <p:nvPr>
            <p:ph type="title" idx="0"/>
          </p:nvPr>
        </p:nvSpPr>
        <p:spPr>
          <a:xfrm xmlns:a="http://schemas.openxmlformats.org/drawingml/2006/main">
            <a:off x="490250" y="450150"/>
            <a:ext cx="6367800" cy="40908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spcBef>
                <a:spcPts val="0"/>
              </a:spcBef>
              <a:spcAft>
                <a:spcPts val="0"/>
              </a:spcAft>
              <a:buSzPts val="4800"/>
              <a:buNone/>
              <a:defRPr sz="4800"/>
            </a:lvl1pPr>
            <a:lvl2pPr>
              <a:spcBef>
                <a:spcPts val="0"/>
              </a:spcBef>
              <a:spcAft>
                <a:spcPts val="0"/>
              </a:spcAft>
              <a:buSzPts val="4800"/>
              <a:buNone/>
              <a:defRPr sz="4800"/>
            </a:lvl2pPr>
            <a:lvl3pPr>
              <a:spcBef>
                <a:spcPts val="0"/>
              </a:spcBef>
              <a:spcAft>
                <a:spcPts val="0"/>
              </a:spcAft>
              <a:buSzPts val="4800"/>
              <a:buNone/>
              <a:defRPr sz="4800"/>
            </a:lvl3pPr>
            <a:lvl4pPr>
              <a:spcBef>
                <a:spcPts val="0"/>
              </a:spcBef>
              <a:spcAft>
                <a:spcPts val="0"/>
              </a:spcAft>
              <a:buSzPts val="4800"/>
              <a:buNone/>
              <a:defRPr sz="4800"/>
            </a:lvl4pPr>
            <a:lvl5pPr>
              <a:spcBef>
                <a:spcPts val="0"/>
              </a:spcBef>
              <a:spcAft>
                <a:spcPts val="0"/>
              </a:spcAft>
              <a:buSzPts val="4800"/>
              <a:buNone/>
              <a:defRPr sz="4800"/>
            </a:lvl5pPr>
            <a:lvl6pPr>
              <a:spcBef>
                <a:spcPts val="0"/>
              </a:spcBef>
              <a:spcAft>
                <a:spcPts val="0"/>
              </a:spcAft>
              <a:buSzPts val="4800"/>
              <a:buNone/>
              <a:defRPr sz="4800"/>
            </a:lvl6pPr>
            <a:lvl7pPr>
              <a:spcBef>
                <a:spcPts val="0"/>
              </a:spcBef>
              <a:spcAft>
                <a:spcPts val="0"/>
              </a:spcAft>
              <a:buSzPts val="4800"/>
              <a:buNone/>
              <a:defRPr sz="4800"/>
            </a:lvl7pPr>
            <a:lvl8pPr>
              <a:spcBef>
                <a:spcPts val="0"/>
              </a:spcBef>
              <a:spcAft>
                <a:spcPts val="0"/>
              </a:spcAft>
              <a:buSzPts val="4800"/>
              <a:buNone/>
              <a:defRPr sz="4800"/>
            </a:lvl8pPr>
            <a:lvl9pPr>
              <a:spcBef>
                <a:spcPts val="0"/>
              </a:spcBef>
              <a:spcAft>
                <a:spcPts val="0"/>
              </a:spcAft>
              <a:buSzPts val="4800"/>
              <a:buNone/>
              <a:defRPr sz="4800"/>
            </a:lvl9pPr>
          </a:lstStyle>
          <a:p xmlns:a="http://schemas.openxmlformats.org/drawingml/2006/main"/>
        </p:txBody>
      </p:sp>
      <p:sp>
        <p:nvSpPr>
          <p:cNvPr id="35" name="Google Shape;35;p9">
            <a:extLst xmlns:a="http://schemas.openxmlformats.org/drawingml/2006/main">
              <a:ext uri="{FF2B5EF4-FFF2-40B4-BE49-F238E27FC236}">
                <a16:creationId xmlns:a16="http://schemas.microsoft.com/office/drawing/2014/main" id="{1C7B0BFA-763F-47D1-BABC-6BA5E17ABD19}"/>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9.xml><?xml version="1.0" encoding="utf-8"?>
<p:sldLayout xmlns:p="http://schemas.openxmlformats.org/presentationml/2006/main" matchingName="Section title and description">
  <p:cSld name="SECTION_TITLE_AND_DESCRIPTION">
    <p:spTree>
      <p:nvGrpSpPr>
        <p:cNvPr id="1" name=""/>
        <p:cNvGrpSpPr/>
        <p:nvPr/>
      </p:nvGrpSpPr>
      <p:grpSpPr>
        <a:xfrm xmlns:a="http://schemas.openxmlformats.org/drawingml/2006/main"/>
      </p:grpSpPr>
      <p:sp>
        <p:nvSpPr>
          <p:cNvPr id="37" name="Google Shape;37;p10">
            <a:extLst xmlns:a="http://schemas.openxmlformats.org/drawingml/2006/main">
              <a:ext uri="{FF2B5EF4-FFF2-40B4-BE49-F238E27FC236}">
                <a16:creationId xmlns:a16="http://schemas.microsoft.com/office/drawing/2014/main" id="{80A0F435-7769-478F-A559-EFD142D32589}"/>
              </a:ext>
            </a:extLst>
          </p:cNvPr>
          <p:cNvSpPr>
            <a:spLocks xmlns:a="http://schemas.openxmlformats.org/drawingml/2006/main" noGrp="1"/>
          </p:cNvSpPr>
          <p:nvPr/>
        </p:nvSpPr>
        <p:spPr>
          <a:xfrm xmlns:a="http://schemas.openxmlformats.org/drawingml/2006/main">
            <a:off x="4572000" y="-125"/>
            <a:ext cx="4572000" cy="5143500"/>
          </a:xfrm>
          <a:prstGeom xmlns:a="http://schemas.openxmlformats.org/drawingml/2006/main" prst="rect">
            <a:avLst/>
          </a:prstGeom>
          <a:solidFill xmlns:a="http://schemas.openxmlformats.org/drawingml/2006/main">
            <a:schemeClr val="lt2"/>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38" name="Google Shape;38;p10">
            <a:extLst xmlns:a="http://schemas.openxmlformats.org/drawingml/2006/main">
              <a:ext uri="{FF2B5EF4-FFF2-40B4-BE49-F238E27FC236}">
                <a16:creationId xmlns:a16="http://schemas.microsoft.com/office/drawing/2014/main" id="{31B33C7E-184C-43E8-BBAC-DE75A0F7EC4B}"/>
              </a:ext>
            </a:extLst>
          </p:cNvPr>
          <p:cNvSpPr>
            <a:spLocks xmlns:a="http://schemas.openxmlformats.org/drawingml/2006/main" noGrp="1"/>
          </p:cNvSpPr>
          <p:nvPr>
            <p:ph type="title" idx="0"/>
          </p:nvPr>
        </p:nvSpPr>
        <p:spPr>
          <a:xfrm xmlns:a="http://schemas.openxmlformats.org/drawingml/2006/main">
            <a:off x="265500" y="1233175"/>
            <a:ext cx="4045200" cy="14823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4200"/>
              <a:buNone/>
              <a:defRPr sz="4200"/>
            </a:lvl1pPr>
            <a:lvl2pPr algn="ctr">
              <a:spcBef>
                <a:spcPts val="0"/>
              </a:spcBef>
              <a:spcAft>
                <a:spcPts val="0"/>
              </a:spcAft>
              <a:buSzPts val="4200"/>
              <a:buNone/>
              <a:defRPr sz="4200"/>
            </a:lvl2pPr>
            <a:lvl3pPr algn="ctr">
              <a:spcBef>
                <a:spcPts val="0"/>
              </a:spcBef>
              <a:spcAft>
                <a:spcPts val="0"/>
              </a:spcAft>
              <a:buSzPts val="4200"/>
              <a:buNone/>
              <a:defRPr sz="4200"/>
            </a:lvl3pPr>
            <a:lvl4pPr algn="ctr">
              <a:spcBef>
                <a:spcPts val="0"/>
              </a:spcBef>
              <a:spcAft>
                <a:spcPts val="0"/>
              </a:spcAft>
              <a:buSzPts val="4200"/>
              <a:buNone/>
              <a:defRPr sz="4200"/>
            </a:lvl4pPr>
            <a:lvl5pPr algn="ctr">
              <a:spcBef>
                <a:spcPts val="0"/>
              </a:spcBef>
              <a:spcAft>
                <a:spcPts val="0"/>
              </a:spcAft>
              <a:buSzPts val="4200"/>
              <a:buNone/>
              <a:defRPr sz="4200"/>
            </a:lvl5pPr>
            <a:lvl6pPr algn="ctr">
              <a:spcBef>
                <a:spcPts val="0"/>
              </a:spcBef>
              <a:spcAft>
                <a:spcPts val="0"/>
              </a:spcAft>
              <a:buSzPts val="4200"/>
              <a:buNone/>
              <a:defRPr sz="4200"/>
            </a:lvl6pPr>
            <a:lvl7pPr algn="ctr">
              <a:spcBef>
                <a:spcPts val="0"/>
              </a:spcBef>
              <a:spcAft>
                <a:spcPts val="0"/>
              </a:spcAft>
              <a:buSzPts val="4200"/>
              <a:buNone/>
              <a:defRPr sz="4200"/>
            </a:lvl7pPr>
            <a:lvl8pPr algn="ctr">
              <a:spcBef>
                <a:spcPts val="0"/>
              </a:spcBef>
              <a:spcAft>
                <a:spcPts val="0"/>
              </a:spcAft>
              <a:buSzPts val="4200"/>
              <a:buNone/>
              <a:defRPr sz="4200"/>
            </a:lvl8pPr>
            <a:lvl9pPr algn="ctr">
              <a:spcBef>
                <a:spcPts val="0"/>
              </a:spcBef>
              <a:spcAft>
                <a:spcPts val="0"/>
              </a:spcAft>
              <a:buSzPts val="4200"/>
              <a:buNone/>
              <a:defRPr sz="4200"/>
            </a:lvl9pPr>
          </a:lstStyle>
          <a:p xmlns:a="http://schemas.openxmlformats.org/drawingml/2006/main"/>
        </p:txBody>
      </p:sp>
      <p:sp>
        <p:nvSpPr>
          <p:cNvPr id="39" name="Google Shape;39;p10">
            <a:extLst xmlns:a="http://schemas.openxmlformats.org/drawingml/2006/main">
              <a:ext uri="{FF2B5EF4-FFF2-40B4-BE49-F238E27FC236}">
                <a16:creationId xmlns:a16="http://schemas.microsoft.com/office/drawing/2014/main" id="{5C36214D-5D34-4D95-B7C4-F703F8E17146}"/>
              </a:ext>
            </a:extLst>
          </p:cNvPr>
          <p:cNvSpPr>
            <a:spLocks xmlns:a="http://schemas.openxmlformats.org/drawingml/2006/main" noGrp="1"/>
          </p:cNvSpPr>
          <p:nvPr>
            <p:ph type="subTitle" idx="1"/>
          </p:nvPr>
        </p:nvSpPr>
        <p:spPr>
          <a:xfrm xmlns:a="http://schemas.openxmlformats.org/drawingml/2006/main">
            <a:off x="265500" y="2803075"/>
            <a:ext cx="4045200" cy="12351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lgn="ctr">
              <a:lnSpc>
                <a:spcPct val="100000"/>
              </a:lnSpc>
              <a:spcBef>
                <a:spcPts val="0"/>
              </a:spcBef>
              <a:spcAft>
                <a:spcPts val="0"/>
              </a:spcAft>
              <a:buSzPts val="2100"/>
              <a:buNone/>
              <a:defRPr sz="2100"/>
            </a:lvl1pPr>
            <a:lvl2pPr algn="ctr">
              <a:lnSpc>
                <a:spcPct val="100000"/>
              </a:lnSpc>
              <a:spcBef>
                <a:spcPts val="0"/>
              </a:spcBef>
              <a:spcAft>
                <a:spcPts val="0"/>
              </a:spcAft>
              <a:buSzPts val="2100"/>
              <a:buNone/>
              <a:defRPr sz="2100"/>
            </a:lvl2pPr>
            <a:lvl3pPr algn="ctr">
              <a:lnSpc>
                <a:spcPct val="100000"/>
              </a:lnSpc>
              <a:spcBef>
                <a:spcPts val="0"/>
              </a:spcBef>
              <a:spcAft>
                <a:spcPts val="0"/>
              </a:spcAft>
              <a:buSzPts val="2100"/>
              <a:buNone/>
              <a:defRPr sz="2100"/>
            </a:lvl3pPr>
            <a:lvl4pPr algn="ctr">
              <a:lnSpc>
                <a:spcPct val="100000"/>
              </a:lnSpc>
              <a:spcBef>
                <a:spcPts val="0"/>
              </a:spcBef>
              <a:spcAft>
                <a:spcPts val="0"/>
              </a:spcAft>
              <a:buSzPts val="2100"/>
              <a:buNone/>
              <a:defRPr sz="2100"/>
            </a:lvl4pPr>
            <a:lvl5pPr algn="ctr">
              <a:lnSpc>
                <a:spcPct val="100000"/>
              </a:lnSpc>
              <a:spcBef>
                <a:spcPts val="0"/>
              </a:spcBef>
              <a:spcAft>
                <a:spcPts val="0"/>
              </a:spcAft>
              <a:buSzPts val="2100"/>
              <a:buNone/>
              <a:defRPr sz="2100"/>
            </a:lvl5pPr>
            <a:lvl6pPr algn="ctr">
              <a:lnSpc>
                <a:spcPct val="100000"/>
              </a:lnSpc>
              <a:spcBef>
                <a:spcPts val="0"/>
              </a:spcBef>
              <a:spcAft>
                <a:spcPts val="0"/>
              </a:spcAft>
              <a:buSzPts val="2100"/>
              <a:buNone/>
              <a:defRPr sz="2100"/>
            </a:lvl6pPr>
            <a:lvl7pPr algn="ctr">
              <a:lnSpc>
                <a:spcPct val="100000"/>
              </a:lnSpc>
              <a:spcBef>
                <a:spcPts val="0"/>
              </a:spcBef>
              <a:spcAft>
                <a:spcPts val="0"/>
              </a:spcAft>
              <a:buSzPts val="2100"/>
              <a:buNone/>
              <a:defRPr sz="2100"/>
            </a:lvl7pPr>
            <a:lvl8pPr algn="ctr">
              <a:lnSpc>
                <a:spcPct val="100000"/>
              </a:lnSpc>
              <a:spcBef>
                <a:spcPts val="0"/>
              </a:spcBef>
              <a:spcAft>
                <a:spcPts val="0"/>
              </a:spcAft>
              <a:buSzPts val="2100"/>
              <a:buNone/>
              <a:defRPr sz="2100"/>
            </a:lvl8pPr>
            <a:lvl9pPr algn="ctr">
              <a:lnSpc>
                <a:spcPct val="100000"/>
              </a:lnSpc>
              <a:spcBef>
                <a:spcPts val="0"/>
              </a:spcBef>
              <a:spcAft>
                <a:spcPts val="0"/>
              </a:spcAft>
              <a:buSzPts val="2100"/>
              <a:buNone/>
              <a:defRPr sz="2100"/>
            </a:lvl9pPr>
          </a:lstStyle>
          <a:p xmlns:a="http://schemas.openxmlformats.org/drawingml/2006/main"/>
        </p:txBody>
      </p:sp>
      <p:sp>
        <p:nvSpPr>
          <p:cNvPr id="40" name="Google Shape;40;p10">
            <a:extLst xmlns:a="http://schemas.openxmlformats.org/drawingml/2006/main">
              <a:ext uri="{FF2B5EF4-FFF2-40B4-BE49-F238E27FC236}">
                <a16:creationId xmlns:a16="http://schemas.microsoft.com/office/drawing/2014/main" id="{21BF9CA2-FE0C-4DA0-9699-BA9D6661F001}"/>
              </a:ext>
            </a:extLst>
          </p:cNvPr>
          <p:cNvSpPr>
            <a:spLocks xmlns:a="http://schemas.openxmlformats.org/drawingml/2006/main" noGrp="1"/>
          </p:cNvSpPr>
          <p:nvPr>
            <p:ph type="body" idx="2"/>
          </p:nvPr>
        </p:nvSpPr>
        <p:spPr>
          <a:xfrm xmlns:a="http://schemas.openxmlformats.org/drawingml/2006/main">
            <a:off x="4939500" y="724075"/>
            <a:ext cx="3837000" cy="36951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marL="457200" indent="-342900">
              <a:spcBef>
                <a:spcPts val="0"/>
              </a:spcBef>
              <a:spcAft>
                <a:spcPts val="0"/>
              </a:spcAft>
              <a:buSzPts val="1800"/>
              <a:buChar char="●"/>
              <a:defRPr/>
            </a:lvl1pPr>
            <a:lvl2pPr marL="914400" indent="-317500">
              <a:spcBef>
                <a:spcPts val="0"/>
              </a:spcBef>
              <a:spcAft>
                <a:spcPts val="0"/>
              </a:spcAft>
              <a:buSzPts val="1400"/>
              <a:buChar char="○"/>
              <a:defRPr/>
            </a:lvl2pPr>
            <a:lvl3pPr marL="1371600" indent="-317500">
              <a:spcBef>
                <a:spcPts val="0"/>
              </a:spcBef>
              <a:spcAft>
                <a:spcPts val="0"/>
              </a:spcAft>
              <a:buSzPts val="1400"/>
              <a:buChar char="■"/>
              <a:defRPr/>
            </a:lvl3pPr>
            <a:lvl4pPr marL="1828800" indent="-317500">
              <a:spcBef>
                <a:spcPts val="0"/>
              </a:spcBef>
              <a:spcAft>
                <a:spcPts val="0"/>
              </a:spcAft>
              <a:buSzPts val="1400"/>
              <a:buChar char="●"/>
              <a:defRPr/>
            </a:lvl4pPr>
            <a:lvl5pPr marL="2286000" indent="-317500">
              <a:spcBef>
                <a:spcPts val="0"/>
              </a:spcBef>
              <a:spcAft>
                <a:spcPts val="0"/>
              </a:spcAft>
              <a:buSzPts val="1400"/>
              <a:buChar char="○"/>
              <a:defRPr/>
            </a:lvl5pPr>
            <a:lvl6pPr marL="2743200" indent="-317500">
              <a:spcBef>
                <a:spcPts val="0"/>
              </a:spcBef>
              <a:spcAft>
                <a:spcPts val="0"/>
              </a:spcAft>
              <a:buSzPts val="1400"/>
              <a:buChar char="■"/>
              <a:defRPr/>
            </a:lvl6pPr>
            <a:lvl7pPr marL="3200400" indent="-317500">
              <a:spcBef>
                <a:spcPts val="0"/>
              </a:spcBef>
              <a:spcAft>
                <a:spcPts val="0"/>
              </a:spcAft>
              <a:buSzPts val="1400"/>
              <a:buChar char="●"/>
              <a:defRPr/>
            </a:lvl7pPr>
            <a:lvl8pPr marL="3657600" indent="-317500">
              <a:spcBef>
                <a:spcPts val="0"/>
              </a:spcBef>
              <a:spcAft>
                <a:spcPts val="0"/>
              </a:spcAft>
              <a:buSzPts val="1400"/>
              <a:buChar char="○"/>
              <a:defRPr/>
            </a:lvl8pPr>
            <a:lvl9pPr marL="4114800" indent="-317500">
              <a:spcBef>
                <a:spcPts val="0"/>
              </a:spcBef>
              <a:spcAft>
                <a:spcPts val="0"/>
              </a:spcAft>
              <a:buSzPts val="1400"/>
              <a:buChar char="■"/>
              <a:defRPr/>
            </a:lvl9pPr>
          </a:lstStyle>
          <a:p xmlns:a="http://schemas.openxmlformats.org/drawingml/2006/main"/>
        </p:txBody>
      </p:sp>
      <p:sp>
        <p:nvSpPr>
          <p:cNvPr id="41" name="Google Shape;41;p10">
            <a:extLst xmlns:a="http://schemas.openxmlformats.org/drawingml/2006/main">
              <a:ext uri="{FF2B5EF4-FFF2-40B4-BE49-F238E27FC236}">
                <a16:creationId xmlns:a16="http://schemas.microsoft.com/office/drawing/2014/main" id="{93076F3D-A67D-4B6B-9690-5EC1B676900B}"/>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0.xml><?xml version="1.0" encoding="utf-8"?>
<p:sldLayout xmlns:p="http://schemas.openxmlformats.org/presentationml/2006/main" matchingName="Caption">
  <p:cSld name="CAPTION_ONLY">
    <p:spTree>
      <p:nvGrpSpPr>
        <p:cNvPr id="1" name=""/>
        <p:cNvGrpSpPr/>
        <p:nvPr/>
      </p:nvGrpSpPr>
      <p:grpSpPr>
        <a:xfrm xmlns:a="http://schemas.openxmlformats.org/drawingml/2006/main"/>
      </p:grpSpPr>
      <p:sp>
        <p:nvSpPr>
          <p:cNvPr id="43" name="Google Shape;43;p11">
            <a:extLst xmlns:a="http://schemas.openxmlformats.org/drawingml/2006/main">
              <a:ext uri="{FF2B5EF4-FFF2-40B4-BE49-F238E27FC236}">
                <a16:creationId xmlns:a16="http://schemas.microsoft.com/office/drawing/2014/main" id="{A58B9BD8-4E4E-4554-96F1-596D9040FCE9}"/>
              </a:ext>
            </a:extLst>
          </p:cNvPr>
          <p:cNvSpPr>
            <a:spLocks xmlns:a="http://schemas.openxmlformats.org/drawingml/2006/main" noGrp="1"/>
          </p:cNvSpPr>
          <p:nvPr>
            <p:ph type="body" idx="1"/>
          </p:nvPr>
        </p:nvSpPr>
        <p:spPr>
          <a:xfrm xmlns:a="http://schemas.openxmlformats.org/drawingml/2006/main">
            <a:off x="311700" y="4230575"/>
            <a:ext cx="5998800" cy="6051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marL="457200" indent="-228600">
              <a:lnSpc>
                <a:spcPct val="100000"/>
              </a:lnSpc>
              <a:spcBef>
                <a:spcPts val="0"/>
              </a:spcBef>
              <a:spcAft>
                <a:spcPts val="0"/>
              </a:spcAft>
              <a:buSzPts val="1800"/>
              <a:buNone/>
              <a:defRPr/>
            </a:lvl1pPr>
          </a:lstStyle>
          <a:p xmlns:a="http://schemas.openxmlformats.org/drawingml/2006/main"/>
        </p:txBody>
      </p:sp>
      <p:sp>
        <p:nvSpPr>
          <p:cNvPr id="44" name="Google Shape;44;p11">
            <a:extLst xmlns:a="http://schemas.openxmlformats.org/drawingml/2006/main">
              <a:ext uri="{FF2B5EF4-FFF2-40B4-BE49-F238E27FC236}">
                <a16:creationId xmlns:a16="http://schemas.microsoft.com/office/drawing/2014/main" id="{2BE685DE-8A10-455B-9673-557B92D43C24}"/>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1.xml><?xml version="1.0" encoding="utf-8"?>
<p:sldLayout xmlns:p="http://schemas.openxmlformats.org/presentationml/2006/main" matchingName="Big number">
  <p:cSld name="BIG_NUMBER">
    <p:spTree>
      <p:nvGrpSpPr>
        <p:cNvPr id="1" name=""/>
        <p:cNvGrpSpPr/>
        <p:nvPr/>
      </p:nvGrpSpPr>
      <p:grpSpPr>
        <a:xfrm xmlns:a="http://schemas.openxmlformats.org/drawingml/2006/main"/>
      </p:grpSpPr>
      <p:sp>
        <p:nvSpPr>
          <p:cNvPr id="46" name="Google Shape;46;p12">
            <a:extLst xmlns:a="http://schemas.openxmlformats.org/drawingml/2006/main">
              <a:ext uri="{FF2B5EF4-FFF2-40B4-BE49-F238E27FC236}">
                <a16:creationId xmlns:a16="http://schemas.microsoft.com/office/drawing/2014/main" id="{DD097F06-A575-4117-B53D-49A727FFCAED}"/>
              </a:ext>
            </a:extLst>
          </p:cNvPr>
          <p:cNvSpPr>
            <a:spLocks xmlns:a="http://schemas.openxmlformats.org/drawingml/2006/main" noGrp="1"/>
          </p:cNvSpPr>
          <p:nvPr>
            <p:ph type="title" idx="0" hasCustomPrompt="1"/>
          </p:nvPr>
        </p:nvSpPr>
        <p:spPr>
          <a:xfrm xmlns:a="http://schemas.openxmlformats.org/drawingml/2006/main">
            <a:off x="311700" y="1106125"/>
            <a:ext cx="8520600" cy="19635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12000"/>
              <a:buNone/>
              <a:defRPr sz="12000"/>
            </a:lvl1pPr>
            <a:lvl2pPr algn="ctr">
              <a:spcBef>
                <a:spcPts val="0"/>
              </a:spcBef>
              <a:spcAft>
                <a:spcPts val="0"/>
              </a:spcAft>
              <a:buSzPts val="12000"/>
              <a:buNone/>
              <a:defRPr sz="12000"/>
            </a:lvl2pPr>
            <a:lvl3pPr algn="ctr">
              <a:spcBef>
                <a:spcPts val="0"/>
              </a:spcBef>
              <a:spcAft>
                <a:spcPts val="0"/>
              </a:spcAft>
              <a:buSzPts val="12000"/>
              <a:buNone/>
              <a:defRPr sz="12000"/>
            </a:lvl3pPr>
            <a:lvl4pPr algn="ctr">
              <a:spcBef>
                <a:spcPts val="0"/>
              </a:spcBef>
              <a:spcAft>
                <a:spcPts val="0"/>
              </a:spcAft>
              <a:buSzPts val="12000"/>
              <a:buNone/>
              <a:defRPr sz="12000"/>
            </a:lvl4pPr>
            <a:lvl5pPr algn="ctr">
              <a:spcBef>
                <a:spcPts val="0"/>
              </a:spcBef>
              <a:spcAft>
                <a:spcPts val="0"/>
              </a:spcAft>
              <a:buSzPts val="12000"/>
              <a:buNone/>
              <a:defRPr sz="12000"/>
            </a:lvl5pPr>
            <a:lvl6pPr algn="ctr">
              <a:spcBef>
                <a:spcPts val="0"/>
              </a:spcBef>
              <a:spcAft>
                <a:spcPts val="0"/>
              </a:spcAft>
              <a:buSzPts val="12000"/>
              <a:buNone/>
              <a:defRPr sz="12000"/>
            </a:lvl6pPr>
            <a:lvl7pPr algn="ctr">
              <a:spcBef>
                <a:spcPts val="0"/>
              </a:spcBef>
              <a:spcAft>
                <a:spcPts val="0"/>
              </a:spcAft>
              <a:buSzPts val="12000"/>
              <a:buNone/>
              <a:defRPr sz="12000"/>
            </a:lvl7pPr>
            <a:lvl8pPr algn="ctr">
              <a:spcBef>
                <a:spcPts val="0"/>
              </a:spcBef>
              <a:spcAft>
                <a:spcPts val="0"/>
              </a:spcAft>
              <a:buSzPts val="12000"/>
              <a:buNone/>
              <a:defRPr sz="12000"/>
            </a:lvl8pPr>
            <a:lvl9pPr algn="ctr">
              <a:spcBef>
                <a:spcPts val="0"/>
              </a:spcBef>
              <a:spcAft>
                <a:spcPts val="0"/>
              </a:spcAft>
              <a:buSzPts val="12000"/>
              <a:buNone/>
              <a:defRPr sz="12000"/>
            </a:lvl9pPr>
          </a:lstStyle>
          <a:p xmlns:a="http://schemas.openxmlformats.org/drawingml/2006/main">
            <a:r>
              <a:t>xx%</a:t>
            </a:r>
          </a:p>
        </p:txBody>
      </p:sp>
      <p:sp>
        <p:nvSpPr>
          <p:cNvPr id="47" name="Google Shape;47;p12">
            <a:extLst xmlns:a="http://schemas.openxmlformats.org/drawingml/2006/main">
              <a:ext uri="{FF2B5EF4-FFF2-40B4-BE49-F238E27FC236}">
                <a16:creationId xmlns:a16="http://schemas.microsoft.com/office/drawing/2014/main" id="{E0707E74-648C-47F4-BCBC-6627CF4902C3}"/>
              </a:ext>
            </a:extLst>
          </p:cNvPr>
          <p:cNvSpPr>
            <a:spLocks xmlns:a="http://schemas.openxmlformats.org/drawingml/2006/main" noGrp="1"/>
          </p:cNvSpPr>
          <p:nvPr>
            <p:ph type="body" idx="1"/>
          </p:nvPr>
        </p:nvSpPr>
        <p:spPr>
          <a:xfrm xmlns:a="http://schemas.openxmlformats.org/drawingml/2006/main">
            <a:off x="311700" y="3152225"/>
            <a:ext cx="8520600" cy="13008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42900" algn="ctr">
              <a:spcBef>
                <a:spcPts val="0"/>
              </a:spcBef>
              <a:spcAft>
                <a:spcPts val="0"/>
              </a:spcAft>
              <a:buSzPts val="1800"/>
              <a:buChar char="●"/>
              <a:defRPr/>
            </a:lvl1pPr>
            <a:lvl2pPr marL="914400" indent="-317500" algn="ctr">
              <a:spcBef>
                <a:spcPts val="0"/>
              </a:spcBef>
              <a:spcAft>
                <a:spcPts val="0"/>
              </a:spcAft>
              <a:buSzPts val="1400"/>
              <a:buChar char="○"/>
              <a:defRPr/>
            </a:lvl2pPr>
            <a:lvl3pPr marL="1371600" indent="-317500" algn="ctr">
              <a:spcBef>
                <a:spcPts val="0"/>
              </a:spcBef>
              <a:spcAft>
                <a:spcPts val="0"/>
              </a:spcAft>
              <a:buSzPts val="1400"/>
              <a:buChar char="■"/>
              <a:defRPr/>
            </a:lvl3pPr>
            <a:lvl4pPr marL="1828800" indent="-317500" algn="ctr">
              <a:spcBef>
                <a:spcPts val="0"/>
              </a:spcBef>
              <a:spcAft>
                <a:spcPts val="0"/>
              </a:spcAft>
              <a:buSzPts val="1400"/>
              <a:buChar char="●"/>
              <a:defRPr/>
            </a:lvl4pPr>
            <a:lvl5pPr marL="2286000" indent="-317500" algn="ctr">
              <a:spcBef>
                <a:spcPts val="0"/>
              </a:spcBef>
              <a:spcAft>
                <a:spcPts val="0"/>
              </a:spcAft>
              <a:buSzPts val="1400"/>
              <a:buChar char="○"/>
              <a:defRPr/>
            </a:lvl5pPr>
            <a:lvl6pPr marL="2743200" indent="-317500" algn="ctr">
              <a:spcBef>
                <a:spcPts val="0"/>
              </a:spcBef>
              <a:spcAft>
                <a:spcPts val="0"/>
              </a:spcAft>
              <a:buSzPts val="1400"/>
              <a:buChar char="■"/>
              <a:defRPr/>
            </a:lvl6pPr>
            <a:lvl7pPr marL="3200400" indent="-317500" algn="ctr">
              <a:spcBef>
                <a:spcPts val="0"/>
              </a:spcBef>
              <a:spcAft>
                <a:spcPts val="0"/>
              </a:spcAft>
              <a:buSzPts val="1400"/>
              <a:buChar char="●"/>
              <a:defRPr/>
            </a:lvl7pPr>
            <a:lvl8pPr marL="3657600" indent="-317500" algn="ctr">
              <a:spcBef>
                <a:spcPts val="0"/>
              </a:spcBef>
              <a:spcAft>
                <a:spcPts val="0"/>
              </a:spcAft>
              <a:buSzPts val="1400"/>
              <a:buChar char="○"/>
              <a:defRPr/>
            </a:lvl8pPr>
            <a:lvl9pPr marL="4114800" indent="-317500" algn="ctr">
              <a:spcBef>
                <a:spcPts val="0"/>
              </a:spcBef>
              <a:spcAft>
                <a:spcPts val="0"/>
              </a:spcAft>
              <a:buSzPts val="1400"/>
              <a:buChar char="■"/>
              <a:defRPr/>
            </a:lvl9pPr>
          </a:lstStyle>
          <a:p xmlns:a="http://schemas.openxmlformats.org/drawingml/2006/main"/>
        </p:txBody>
      </p:sp>
      <p:sp>
        <p:nvSpPr>
          <p:cNvPr id="48" name="Google Shape;48;p12">
            <a:extLst xmlns:a="http://schemas.openxmlformats.org/drawingml/2006/main">
              <a:ext uri="{FF2B5EF4-FFF2-40B4-BE49-F238E27FC236}">
                <a16:creationId xmlns:a16="http://schemas.microsoft.com/office/drawing/2014/main" id="{8AE0A9B9-2BF1-4565-92E7-E82FBD44582A}"/>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2.xml><?xml version="1.0" encoding="utf-8"?>
<p:sldLayout xmlns:p="http://schemas.openxmlformats.org/presentationml/2006/main" matchingName="Blank" type="blank">
  <p:cSld name="BLANK">
    <p:spTree>
      <p:nvGrpSpPr>
        <p:cNvPr id="1" name=""/>
        <p:cNvGrpSpPr/>
        <p:nvPr/>
      </p:nvGrpSpPr>
      <p:grpSpPr>
        <a:xfrm xmlns:a="http://schemas.openxmlformats.org/drawingml/2006/main"/>
      </p:grpSpPr>
      <p:sp>
        <p:nvSpPr>
          <p:cNvPr id="50" name="Google Shape;50;p13">
            <a:extLst xmlns:a="http://schemas.openxmlformats.org/drawingml/2006/main">
              <a:ext uri="{FF2B5EF4-FFF2-40B4-BE49-F238E27FC236}">
                <a16:creationId xmlns:a16="http://schemas.microsoft.com/office/drawing/2014/main" id="{A838B777-9827-4993-8C12-A96ED7758653}"/>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3.xml><?xml version="1.0" encoding="utf-8"?>
<p:sldLayout xmlns:p="http://schemas.openxmlformats.org/presentationml/2006/main" matchingName="Title Slide" type="title">
  <p:cSld name="TITL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69c66f25d584f86" /><Relationship Type="http://schemas.openxmlformats.org/officeDocument/2006/relationships/slideLayout" Target="/ppt/slideLayouts/slideLayout1.xml" Id="R903267fce3224848" /><Relationship Type="http://schemas.openxmlformats.org/officeDocument/2006/relationships/slideLayout" Target="/ppt/slideLayouts/slideLayout2.xml" Id="R9565726b043147ff" /><Relationship Type="http://schemas.openxmlformats.org/officeDocument/2006/relationships/slideLayout" Target="/ppt/slideLayouts/slideLayout3.xml" Id="R4026b502f5374a95" /><Relationship Type="http://schemas.openxmlformats.org/officeDocument/2006/relationships/slideLayout" Target="/ppt/slideLayouts/slideLayout4.xml" Id="R36227e9527494989" /><Relationship Type="http://schemas.openxmlformats.org/officeDocument/2006/relationships/slideLayout" Target="/ppt/slideLayouts/slideLayout5.xml" Id="R15c93e57a5a640cd" /><Relationship Type="http://schemas.openxmlformats.org/officeDocument/2006/relationships/slideLayout" Target="/ppt/slideLayouts/slideLayout6.xml" Id="R374be7eafb344507" /><Relationship Type="http://schemas.openxmlformats.org/officeDocument/2006/relationships/slideLayout" Target="/ppt/slideLayouts/slideLayout7.xml" Id="R8577294423af43bb" /><Relationship Type="http://schemas.openxmlformats.org/officeDocument/2006/relationships/slideLayout" Target="/ppt/slideLayouts/slideLayout8.xml" Id="Rd795c1f7b83f4bd3" /><Relationship Type="http://schemas.openxmlformats.org/officeDocument/2006/relationships/slideLayout" Target="/ppt/slideLayouts/slideLayout9.xml" Id="R38b2aa4ea0f74ef7" /><Relationship Type="http://schemas.openxmlformats.org/officeDocument/2006/relationships/slideLayout" Target="/ppt/slideLayouts/slideLayout10.xml" Id="R8e184def5b144075" /><Relationship Type="http://schemas.openxmlformats.org/officeDocument/2006/relationships/slideLayout" Target="/ppt/slideLayouts/slideLayout11.xml" Id="Re9d8b25726164b2c" /><Relationship Type="http://schemas.openxmlformats.org/officeDocument/2006/relationships/slideLayout" Target="/ppt/slideLayouts/slideLayout12.xml" Id="Rf70add6ab2d04508" /></Relationships>
</file>

<file path=ppt/slideMasters/_rels/slideMaster2.xml.rels>&#65279;<?xml version="1.0" encoding="utf-8"?><Relationships xmlns="http://schemas.openxmlformats.org/package/2006/relationships"><Relationship Type="http://schemas.openxmlformats.org/officeDocument/2006/relationships/theme" Target="/ppt/slideMasters/theme/theme3.xml" Id="R4bd68b77eb0e4bf9" /><Relationship Type="http://schemas.openxmlformats.org/officeDocument/2006/relationships/slideLayout" Target="/ppt/slideLayouts/slideLayout13.xml" Id="R7045e06605f74a88" /></Relationships>
</file>

<file path=ppt/slideMasters/slideMaster1.xml><?xml version="1.0" encoding="utf-8"?>
<p:sldMaster xmlns:p="http://schemas.openxmlformats.org/presentationml/2006/main">
  <p:cSld name="simple-light-2">
    <p:bg>
      <p:bgPr>
        <a:solidFill xmlns:a="http://schemas.openxmlformats.org/drawingml/2006/main">
          <a:schemeClr val="lt1"/>
        </a:solidFill>
      </p:bgPr>
    </p:bg>
    <p:spTree>
      <p:nvGrpSpPr>
        <p:cNvPr id="1" name=""/>
        <p:cNvGrpSpPr/>
        <p:nvPr/>
      </p:nvGrpSpPr>
      <p:grpSpPr>
        <a:xfrm xmlns:a="http://schemas.openxmlformats.org/drawingml/2006/main"/>
      </p:grpSpPr>
      <p:sp>
        <p:nvSpPr>
          <p:cNvPr id="6" name="Google Shape;6;p1">
            <a:extLst xmlns:a="http://schemas.openxmlformats.org/drawingml/2006/main">
              <a:ext uri="{FF2B5EF4-FFF2-40B4-BE49-F238E27FC236}">
                <a16:creationId xmlns:a16="http://schemas.microsoft.com/office/drawing/2014/main" id="{DA1BD362-98EE-4F13-9996-BA24B50AC9C8}"/>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Clr>
                <a:schemeClr val="dk1"/>
              </a:buClr>
              <a:buSzPts val="2800"/>
              <a:buNone/>
              <a:defRPr sz="2800">
                <a:solidFill>
                  <a:schemeClr val="dk1"/>
                </a:solidFill>
              </a:defRPr>
            </a:lvl1pPr>
            <a:lvl2pPr>
              <a:spcBef>
                <a:spcPts val="0"/>
              </a:spcBef>
              <a:spcAft>
                <a:spcPts val="0"/>
              </a:spcAft>
              <a:buClr>
                <a:schemeClr val="dk1"/>
              </a:buClr>
              <a:buSzPts val="2800"/>
              <a:buNone/>
              <a:defRPr sz="2800">
                <a:solidFill>
                  <a:schemeClr val="dk1"/>
                </a:solidFill>
              </a:defRPr>
            </a:lvl2pPr>
            <a:lvl3pPr>
              <a:spcBef>
                <a:spcPts val="0"/>
              </a:spcBef>
              <a:spcAft>
                <a:spcPts val="0"/>
              </a:spcAft>
              <a:buClr>
                <a:schemeClr val="dk1"/>
              </a:buClr>
              <a:buSzPts val="2800"/>
              <a:buNone/>
              <a:defRPr sz="2800">
                <a:solidFill>
                  <a:schemeClr val="dk1"/>
                </a:solidFill>
              </a:defRPr>
            </a:lvl3pPr>
            <a:lvl4pPr>
              <a:spcBef>
                <a:spcPts val="0"/>
              </a:spcBef>
              <a:spcAft>
                <a:spcPts val="0"/>
              </a:spcAft>
              <a:buClr>
                <a:schemeClr val="dk1"/>
              </a:buClr>
              <a:buSzPts val="2800"/>
              <a:buNone/>
              <a:defRPr sz="2800">
                <a:solidFill>
                  <a:schemeClr val="dk1"/>
                </a:solidFill>
              </a:defRPr>
            </a:lvl4pPr>
            <a:lvl5pPr>
              <a:spcBef>
                <a:spcPts val="0"/>
              </a:spcBef>
              <a:spcAft>
                <a:spcPts val="0"/>
              </a:spcAft>
              <a:buClr>
                <a:schemeClr val="dk1"/>
              </a:buClr>
              <a:buSzPts val="2800"/>
              <a:buNone/>
              <a:defRPr sz="2800">
                <a:solidFill>
                  <a:schemeClr val="dk1"/>
                </a:solidFill>
              </a:defRPr>
            </a:lvl5pPr>
            <a:lvl6pPr>
              <a:spcBef>
                <a:spcPts val="0"/>
              </a:spcBef>
              <a:spcAft>
                <a:spcPts val="0"/>
              </a:spcAft>
              <a:buClr>
                <a:schemeClr val="dk1"/>
              </a:buClr>
              <a:buSzPts val="2800"/>
              <a:buNone/>
              <a:defRPr sz="2800">
                <a:solidFill>
                  <a:schemeClr val="dk1"/>
                </a:solidFill>
              </a:defRPr>
            </a:lvl6pPr>
            <a:lvl7pPr>
              <a:spcBef>
                <a:spcPts val="0"/>
              </a:spcBef>
              <a:spcAft>
                <a:spcPts val="0"/>
              </a:spcAft>
              <a:buClr>
                <a:schemeClr val="dk1"/>
              </a:buClr>
              <a:buSzPts val="2800"/>
              <a:buNone/>
              <a:defRPr sz="2800">
                <a:solidFill>
                  <a:schemeClr val="dk1"/>
                </a:solidFill>
              </a:defRPr>
            </a:lvl7pPr>
            <a:lvl8pPr>
              <a:spcBef>
                <a:spcPts val="0"/>
              </a:spcBef>
              <a:spcAft>
                <a:spcPts val="0"/>
              </a:spcAft>
              <a:buClr>
                <a:schemeClr val="dk1"/>
              </a:buClr>
              <a:buSzPts val="2800"/>
              <a:buNone/>
              <a:defRPr sz="2800">
                <a:solidFill>
                  <a:schemeClr val="dk1"/>
                </a:solidFill>
              </a:defRPr>
            </a:lvl8pPr>
            <a:lvl9pPr>
              <a:spcBef>
                <a:spcPts val="0"/>
              </a:spcBef>
              <a:spcAft>
                <a:spcPts val="0"/>
              </a:spcAft>
              <a:buClr>
                <a:schemeClr val="dk1"/>
              </a:buClr>
              <a:buSzPts val="2800"/>
              <a:buNone/>
              <a:defRPr sz="2800">
                <a:solidFill>
                  <a:schemeClr val="dk1"/>
                </a:solidFill>
              </a:defRPr>
            </a:lvl9pPr>
          </a:lstStyle>
          <a:p xmlns:a="http://schemas.openxmlformats.org/drawingml/2006/main"/>
        </p:txBody>
      </p:sp>
      <p:sp>
        <p:nvSpPr>
          <p:cNvPr id="7" name="Google Shape;7;p1">
            <a:extLst xmlns:a="http://schemas.openxmlformats.org/drawingml/2006/main">
              <a:ext uri="{FF2B5EF4-FFF2-40B4-BE49-F238E27FC236}">
                <a16:creationId xmlns:a16="http://schemas.microsoft.com/office/drawing/2014/main" id="{A0780717-8ECE-4B81-AD2B-DD93B494FF0F}"/>
              </a:ext>
            </a:extLst>
          </p:cNvPr>
          <p:cNvSpPr>
            <a:spLocks xmlns:a="http://schemas.openxmlformats.org/drawingml/2006/main" noGrp="1"/>
          </p:cNvSpPr>
          <p:nvPr>
            <p:ph type="body" idx="1"/>
          </p:nvPr>
        </p:nvSpPr>
        <p:spPr>
          <a:xfrm xmlns:a="http://schemas.openxmlformats.org/drawingml/2006/main">
            <a:off x="311700" y="1152475"/>
            <a:ext cx="8520600" cy="3416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rmAutofit/>
          </a:bodyPr>
          <a:lstStyle xmlns:a="http://schemas.openxmlformats.org/drawingml/2006/main">
            <a:lvl1pPr marL="457200" indent="-342900">
              <a:lnSpc>
                <a:spcPct val="115000"/>
              </a:lnSpc>
              <a:spcBef>
                <a:spcPts val="0"/>
              </a:spcBef>
              <a:spcAft>
                <a:spcPts val="0"/>
              </a:spcAft>
              <a:buClr>
                <a:schemeClr val="dk2"/>
              </a:buClr>
              <a:buSzPts val="1800"/>
              <a:buChar char="●"/>
              <a:defRPr sz="1800">
                <a:solidFill>
                  <a:schemeClr val="dk2"/>
                </a:solidFill>
              </a:defRPr>
            </a:lvl1pPr>
            <a:lvl2pPr marL="914400" indent="-317500">
              <a:lnSpc>
                <a:spcPct val="115000"/>
              </a:lnSpc>
              <a:spcBef>
                <a:spcPts val="0"/>
              </a:spcBef>
              <a:spcAft>
                <a:spcPts val="0"/>
              </a:spcAft>
              <a:buClr>
                <a:schemeClr val="dk2"/>
              </a:buClr>
              <a:buSzPts val="1400"/>
              <a:buChar char="○"/>
              <a:defRPr>
                <a:solidFill>
                  <a:schemeClr val="dk2"/>
                </a:solidFill>
              </a:defRPr>
            </a:lvl2pPr>
            <a:lvl3pPr marL="1371600" indent="-317500">
              <a:lnSpc>
                <a:spcPct val="115000"/>
              </a:lnSpc>
              <a:spcBef>
                <a:spcPts val="0"/>
              </a:spcBef>
              <a:spcAft>
                <a:spcPts val="0"/>
              </a:spcAft>
              <a:buClr>
                <a:schemeClr val="dk2"/>
              </a:buClr>
              <a:buSzPts val="1400"/>
              <a:buChar char="■"/>
              <a:defRPr>
                <a:solidFill>
                  <a:schemeClr val="dk2"/>
                </a:solidFill>
              </a:defRPr>
            </a:lvl3pPr>
            <a:lvl4pPr marL="1828800" indent="-317500">
              <a:lnSpc>
                <a:spcPct val="115000"/>
              </a:lnSpc>
              <a:spcBef>
                <a:spcPts val="0"/>
              </a:spcBef>
              <a:spcAft>
                <a:spcPts val="0"/>
              </a:spcAft>
              <a:buClr>
                <a:schemeClr val="dk2"/>
              </a:buClr>
              <a:buSzPts val="1400"/>
              <a:buChar char="●"/>
              <a:defRPr>
                <a:solidFill>
                  <a:schemeClr val="dk2"/>
                </a:solidFill>
              </a:defRPr>
            </a:lvl4pPr>
            <a:lvl5pPr marL="2286000" indent="-317500">
              <a:lnSpc>
                <a:spcPct val="115000"/>
              </a:lnSpc>
              <a:spcBef>
                <a:spcPts val="0"/>
              </a:spcBef>
              <a:spcAft>
                <a:spcPts val="0"/>
              </a:spcAft>
              <a:buClr>
                <a:schemeClr val="dk2"/>
              </a:buClr>
              <a:buSzPts val="1400"/>
              <a:buChar char="○"/>
              <a:defRPr>
                <a:solidFill>
                  <a:schemeClr val="dk2"/>
                </a:solidFill>
              </a:defRPr>
            </a:lvl5pPr>
            <a:lvl6pPr marL="2743200" indent="-317500">
              <a:lnSpc>
                <a:spcPct val="115000"/>
              </a:lnSpc>
              <a:spcBef>
                <a:spcPts val="0"/>
              </a:spcBef>
              <a:spcAft>
                <a:spcPts val="0"/>
              </a:spcAft>
              <a:buClr>
                <a:schemeClr val="dk2"/>
              </a:buClr>
              <a:buSzPts val="1400"/>
              <a:buChar char="■"/>
              <a:defRPr>
                <a:solidFill>
                  <a:schemeClr val="dk2"/>
                </a:solidFill>
              </a:defRPr>
            </a:lvl6pPr>
            <a:lvl7pPr marL="3200400" indent="-317500">
              <a:lnSpc>
                <a:spcPct val="115000"/>
              </a:lnSpc>
              <a:spcBef>
                <a:spcPts val="0"/>
              </a:spcBef>
              <a:spcAft>
                <a:spcPts val="0"/>
              </a:spcAft>
              <a:buClr>
                <a:schemeClr val="dk2"/>
              </a:buClr>
              <a:buSzPts val="1400"/>
              <a:buChar char="●"/>
              <a:defRPr>
                <a:solidFill>
                  <a:schemeClr val="dk2"/>
                </a:solidFill>
              </a:defRPr>
            </a:lvl7pPr>
            <a:lvl8pPr marL="3657600" indent="-317500">
              <a:lnSpc>
                <a:spcPct val="115000"/>
              </a:lnSpc>
              <a:spcBef>
                <a:spcPts val="0"/>
              </a:spcBef>
              <a:spcAft>
                <a:spcPts val="0"/>
              </a:spcAft>
              <a:buClr>
                <a:schemeClr val="dk2"/>
              </a:buClr>
              <a:buSzPts val="1400"/>
              <a:buChar char="○"/>
              <a:defRPr>
                <a:solidFill>
                  <a:schemeClr val="dk2"/>
                </a:solidFill>
              </a:defRPr>
            </a:lvl8pPr>
            <a:lvl9pPr marL="4114800" indent="-317500">
              <a:lnSpc>
                <a:spcPct val="115000"/>
              </a:lnSpc>
              <a:spcBef>
                <a:spcPts val="0"/>
              </a:spcBef>
              <a:spcAft>
                <a:spcPts val="0"/>
              </a:spcAft>
              <a:buClr>
                <a:schemeClr val="dk2"/>
              </a:buClr>
              <a:buSzPts val="1400"/>
              <a:buChar char="■"/>
              <a:defRPr>
                <a:solidFill>
                  <a:schemeClr val="dk2"/>
                </a:solidFill>
              </a:defRPr>
            </a:lvl9pPr>
          </a:lstStyle>
          <a:p xmlns:a="http://schemas.openxmlformats.org/drawingml/2006/main"/>
        </p:txBody>
      </p:sp>
      <p:sp>
        <p:nvSpPr>
          <p:cNvPr id="8" name="Google Shape;8;p1">
            <a:extLst xmlns:a="http://schemas.openxmlformats.org/drawingml/2006/main">
              <a:ext uri="{FF2B5EF4-FFF2-40B4-BE49-F238E27FC236}">
                <a16:creationId xmlns:a16="http://schemas.microsoft.com/office/drawing/2014/main" id="{D25FD48D-64B5-412D-AF69-FA5238A4D65E}"/>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rmAutofit/>
          </a:bodyPr>
          <a:lstStyle xmlns:a="http://schemas.openxmlformats.org/drawingml/2006/main">
            <a:lvl1pPr algn="r">
              <a:buNone/>
              <a:defRPr sz="1000">
                <a:solidFill>
                  <a:schemeClr val="dk2"/>
                </a:solidFill>
              </a:defRPr>
            </a:lvl1pPr>
            <a:lvl2pPr algn="r">
              <a:buNone/>
              <a:defRPr sz="1000">
                <a:solidFill>
                  <a:schemeClr val="dk2"/>
                </a:solidFill>
              </a:defRPr>
            </a:lvl2pPr>
            <a:lvl3pPr algn="r">
              <a:buNone/>
              <a:defRPr sz="1000">
                <a:solidFill>
                  <a:schemeClr val="dk2"/>
                </a:solidFill>
              </a:defRPr>
            </a:lvl3pPr>
            <a:lvl4pPr algn="r">
              <a:buNone/>
              <a:defRPr sz="1000">
                <a:solidFill>
                  <a:schemeClr val="dk2"/>
                </a:solidFill>
              </a:defRPr>
            </a:lvl4pPr>
            <a:lvl5pPr algn="r">
              <a:buNone/>
              <a:defRPr sz="1000">
                <a:solidFill>
                  <a:schemeClr val="dk2"/>
                </a:solidFill>
              </a:defRPr>
            </a:lvl5pPr>
            <a:lvl6pPr algn="r">
              <a:buNone/>
              <a:defRPr sz="1000">
                <a:solidFill>
                  <a:schemeClr val="dk2"/>
                </a:solidFill>
              </a:defRPr>
            </a:lvl6pPr>
            <a:lvl7pPr algn="r">
              <a:buNone/>
              <a:defRPr sz="1000">
                <a:solidFill>
                  <a:schemeClr val="dk2"/>
                </a:solidFill>
              </a:defRPr>
            </a:lvl7pPr>
            <a:lvl8pPr algn="r">
              <a:buNone/>
              <a:defRPr sz="1000">
                <a:solidFill>
                  <a:schemeClr val="dk2"/>
                </a:solidFill>
              </a:defRPr>
            </a:lvl8pPr>
            <a:lvl9pPr algn="r">
              <a:buNone/>
              <a:defRPr sz="1000">
                <a:solidFill>
                  <a:schemeClr val="dk2"/>
                </a:solidFill>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903267fce3224848"/>
    <p:sldLayoutId xmlns:r="http://schemas.openxmlformats.org/officeDocument/2006/relationships" id="2147483650" r:id="R9565726b043147ff"/>
    <p:sldLayoutId xmlns:r="http://schemas.openxmlformats.org/officeDocument/2006/relationships" id="2147483651" r:id="R4026b502f5374a95"/>
    <p:sldLayoutId xmlns:r="http://schemas.openxmlformats.org/officeDocument/2006/relationships" id="2147483652" r:id="R36227e9527494989"/>
    <p:sldLayoutId xmlns:r="http://schemas.openxmlformats.org/officeDocument/2006/relationships" id="2147483653" r:id="R15c93e57a5a640cd"/>
    <p:sldLayoutId xmlns:r="http://schemas.openxmlformats.org/officeDocument/2006/relationships" id="2147483654" r:id="R374be7eafb344507"/>
    <p:sldLayoutId xmlns:r="http://schemas.openxmlformats.org/officeDocument/2006/relationships" id="2147483655" r:id="R8577294423af43bb"/>
    <p:sldLayoutId xmlns:r="http://schemas.openxmlformats.org/officeDocument/2006/relationships" id="2147483656" r:id="Rd795c1f7b83f4bd3"/>
    <p:sldLayoutId xmlns:r="http://schemas.openxmlformats.org/officeDocument/2006/relationships" id="2147483657" r:id="R38b2aa4ea0f74ef7"/>
    <p:sldLayoutId xmlns:r="http://schemas.openxmlformats.org/officeDocument/2006/relationships" id="2147483658" r:id="R8e184def5b144075"/>
    <p:sldLayoutId xmlns:r="http://schemas.openxmlformats.org/officeDocument/2006/relationships" id="2147483659" r:id="Re9d8b25726164b2c"/>
    <p:sldLayoutId xmlns:r="http://schemas.openxmlformats.org/officeDocument/2006/relationships" id="2147483660" r:id="Rf70add6ab2d04508"/>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otherStyle>
  </p:txStyles>
</p:sldMaster>
</file>

<file path=ppt/slideMasters/slideMaster2.xml><?xml version="1.0" encoding="utf-8"?>
<p:sldMaster xmlns:p="http://schemas.openxmlformats.org/presentationml/2006/main">
  <p:cSld>
    <p:bg>
      <p:bgPr>
        <a:solidFill xmlns:a="http://schemas.openxmlformats.org/drawingml/2006/main">
          <a:schemeClr val="lt1"/>
        </a:solidFill>
      </p:bgPr>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62" r:id="R7045e06605f74a88"/>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hatGP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42dea0798aa4da7" /><Relationship Type="http://schemas.openxmlformats.org/officeDocument/2006/relationships/image" Target="/ppt/media/image.png" Id="R4856c5e067044fae" /><Relationship Type="http://schemas.openxmlformats.org/officeDocument/2006/relationships/notesSlide" Target="/ppt/notesSlides/notesSlide1.xml" Id="R5ac02dde15184f9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c4cc5a5a082e4d6e" /><Relationship Type="http://schemas.openxmlformats.org/officeDocument/2006/relationships/image" Target="/ppt/media/image.png" Id="R131ddba7fe4d4602" /><Relationship Type="http://schemas.openxmlformats.org/officeDocument/2006/relationships/notesSlide" Target="/ppt/notesSlides/notesSlide2.xml" Id="Rbb41e2c6a7cb46c8"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a0c6ea70d53417e" /><Relationship Type="http://schemas.openxmlformats.org/officeDocument/2006/relationships/image" Target="/ppt/media/image.png" Id="Rd8247b3d0c694b06" /><Relationship Type="http://schemas.openxmlformats.org/officeDocument/2006/relationships/notesSlide" Target="/ppt/notesSlides/notesSlide3.xml" Id="R5016d078231242ac"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6b34b2cfde4d4d61" /><Relationship Type="http://schemas.openxmlformats.org/officeDocument/2006/relationships/image" Target="/ppt/media/image.png" Id="R66e9717124da4973" /><Relationship Type="http://schemas.openxmlformats.org/officeDocument/2006/relationships/notesSlide" Target="/ppt/notesSlides/notesSlide4.xml" Id="R8546cdec06b14ac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b58351c324324fd2" /><Relationship Type="http://schemas.openxmlformats.org/officeDocument/2006/relationships/image" Target="/ppt/media/image.png" Id="R3c5868ba7d3a4f46" /><Relationship Type="http://schemas.openxmlformats.org/officeDocument/2006/relationships/notesSlide" Target="/ppt/notesSlides/notesSlide5.xml" Id="R4da8a5d6fc224b8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64c39a3d9304aaf" /><Relationship Type="http://schemas.openxmlformats.org/officeDocument/2006/relationships/image" Target="/ppt/media/image.png" Id="R60460b80174548e4" /><Relationship Type="http://schemas.openxmlformats.org/officeDocument/2006/relationships/notesSlide" Target="/ppt/notesSlides/notesSlide6.xml" Id="R8adc3f7121c8423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2147e1fa6bd4335" /><Relationship Type="http://schemas.openxmlformats.org/officeDocument/2006/relationships/image" Target="/ppt/media/image.png" Id="Rb6dfbb3458974940" /><Relationship Type="http://schemas.openxmlformats.org/officeDocument/2006/relationships/notesSlide" Target="/ppt/notesSlides/notesSlide7.xml" Id="Re8c291b3a52f4bd8"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d232418d11914d85" /><Relationship Type="http://schemas.openxmlformats.org/officeDocument/2006/relationships/image" Target="/ppt/media/image.png" Id="R1ad9e91d09c24a64" /><Relationship Type="http://schemas.openxmlformats.org/officeDocument/2006/relationships/notesSlide" Target="/ppt/notesSlides/notesSlide8.xml" Id="R56c8dfc6d34041c1"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59717da379904048" /><Relationship Type="http://schemas.openxmlformats.org/officeDocument/2006/relationships/image" Target="/ppt/media/image.png" Id="Rdfeb145412214df6" /><Relationship Type="http://schemas.openxmlformats.org/officeDocument/2006/relationships/notesSlide" Target="/ppt/notesSlides/notesSlide9.xml" Id="R580ee4a9eb024bb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2cd0a1262881499c" /><Relationship Type="http://schemas.openxmlformats.org/officeDocument/2006/relationships/image" Target="/ppt/media/image.png" Id="R81ecdfbcf15d44e7" /><Relationship Type="http://schemas.openxmlformats.org/officeDocument/2006/relationships/notesSlide" Target="/ppt/notesSlides/notesSlide10.xml" Id="R910ad075b842497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77f861b80a7141f7" /><Relationship Type="http://schemas.openxmlformats.org/officeDocument/2006/relationships/image" Target="/ppt/media/image.png" Id="R37a4271ef4b74d72" /><Relationship Type="http://schemas.openxmlformats.org/officeDocument/2006/relationships/notesSlide" Target="/ppt/notesSlides/notesSlide11.xml" Id="Recdae3df9bdf4ca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65bfec09891f469b" /><Relationship Type="http://schemas.openxmlformats.org/officeDocument/2006/relationships/image" Target="/ppt/media/image.png" Id="R99697c4bbb4f4abc" /><Relationship Type="http://schemas.openxmlformats.org/officeDocument/2006/relationships/notesSlide" Target="/ppt/notesSlides/notesSlide12.xml" Id="Ra95fea608d5c443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f48fd7d709ae4f43" /><Relationship Type="http://schemas.openxmlformats.org/officeDocument/2006/relationships/image" Target="/ppt/media/image.png" Id="Re5acb40a72df46ff" /><Relationship Type="http://schemas.openxmlformats.org/officeDocument/2006/relationships/notesSlide" Target="/ppt/notesSlides/notesSlide13.xml" Id="R2775612c21f049d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e163d767396e4214" /><Relationship Type="http://schemas.openxmlformats.org/officeDocument/2006/relationships/image" Target="/ppt/media/image.png" Id="R2cc2d5b2d46d44d2" /><Relationship Type="http://schemas.openxmlformats.org/officeDocument/2006/relationships/notesSlide" Target="/ppt/notesSlides/notesSlide14.xml" Id="R10b50643f939452e"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164" name="Google Shape;164;p18">
            <a:extLst xmlns:a="http://schemas.openxmlformats.org/drawingml/2006/main">
              <a:ext uri="{FF2B5EF4-FFF2-40B4-BE49-F238E27FC236}">
                <a16:creationId xmlns:a16="http://schemas.microsoft.com/office/drawing/2014/main" id="{0DE056B8-D730-4511-848E-5B377B40D5A6}"/>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5" name="Google Shape;165;p18">
            <a:extLst xmlns:a="http://schemas.openxmlformats.org/drawingml/2006/main">
              <a:ext uri="{FF2B5EF4-FFF2-40B4-BE49-F238E27FC236}">
                <a16:creationId xmlns:a16="http://schemas.microsoft.com/office/drawing/2014/main" id="{F4B0C67B-0239-46A8-981F-6F37BFB92ABC}"/>
              </a:ext>
            </a:extLst>
          </p:cNvPr>
          <p:cNvSpPr>
            <a:spLocks xmlns:a="http://schemas.openxmlformats.org/drawingml/2006/main" noGrp="1"/>
          </p:cNvSpPr>
          <p:nvPr/>
        </p:nvSpPr>
        <p:spPr>
          <a:xfrm xmlns:a="http://schemas.openxmlformats.org/drawingml/2006/main">
            <a:off x="0" y="0"/>
            <a:ext cx="152400" cy="51435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6" name="Google Shape;166;p18">
            <a:extLst xmlns:a="http://schemas.openxmlformats.org/drawingml/2006/main">
              <a:ext uri="{FF2B5EF4-FFF2-40B4-BE49-F238E27FC236}">
                <a16:creationId xmlns:a16="http://schemas.microsoft.com/office/drawing/2014/main" id="{6E568AF2-9DF2-479D-B55D-9D4F1DBC8A85}"/>
              </a:ext>
            </a:extLst>
          </p:cNvPr>
          <p:cNvSpPr>
            <a:spLocks xmlns:a="http://schemas.openxmlformats.org/drawingml/2006/main" noGrp="1"/>
          </p:cNvSpPr>
          <p:nvPr/>
        </p:nvSpPr>
        <p:spPr>
          <a:xfrm xmlns:a="http://schemas.openxmlformats.org/drawingml/2006/main">
            <a:off x="152400" y="4191000"/>
            <a:ext cx="952500" cy="9525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7" name="Google Shape;167;p18">
            <a:extLst xmlns:a="http://schemas.openxmlformats.org/drawingml/2006/main">
              <a:ext uri="{FF2B5EF4-FFF2-40B4-BE49-F238E27FC236}">
                <a16:creationId xmlns:a16="http://schemas.microsoft.com/office/drawing/2014/main" id="{D027E377-6ED6-4E09-902F-2C5AB077D364}"/>
              </a:ext>
            </a:extLst>
          </p:cNvPr>
          <p:cNvSpPr>
            <a:spLocks xmlns:a="http://schemas.openxmlformats.org/drawingml/2006/main" noGrp="1"/>
          </p:cNvSpPr>
          <p:nvPr/>
        </p:nvSpPr>
        <p:spPr>
          <a:xfrm xmlns:a="http://schemas.openxmlformats.org/drawingml/2006/main">
            <a:off x="6667500" y="-476250"/>
            <a:ext cx="2857500" cy="2857500"/>
          </a:xfrm>
          <a:prstGeom xmlns:a="http://schemas.openxmlformats.org/drawingml/2006/main" prst="ellipse">
            <a:avLst/>
          </a:prstGeom>
          <a:solidFill xmlns:a="http://schemas.openxmlformats.org/drawingml/2006/main">
            <a:srgbClr val="00E5FF">
              <a:alpha val="1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9" name="Google Shape;169;p18">
            <a:extLst xmlns:a="http://schemas.openxmlformats.org/drawingml/2006/main">
              <a:ext uri="{FF2B5EF4-FFF2-40B4-BE49-F238E27FC236}">
                <a16:creationId xmlns:a16="http://schemas.microsoft.com/office/drawing/2014/main" id="{DBCB817E-3340-43EB-A640-BA03D36E2D78}"/>
              </a:ext>
            </a:extLst>
          </p:cNvPr>
          <p:cNvSpPr>
            <a:spLocks xmlns:a="http://schemas.openxmlformats.org/drawingml/2006/main" noGrp="1"/>
          </p:cNvSpPr>
          <p:nvPr/>
        </p:nvSpPr>
        <p:spPr>
          <a:xfrm xmlns:a="http://schemas.openxmlformats.org/drawingml/2006/main" rot="0" flipH="0" flipV="0">
            <a:off x="7620000" y="38100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0" name="Google Shape;170;p18">
            <a:extLst xmlns:a="http://schemas.openxmlformats.org/drawingml/2006/main">
              <a:ext uri="{FF2B5EF4-FFF2-40B4-BE49-F238E27FC236}">
                <a16:creationId xmlns:a16="http://schemas.microsoft.com/office/drawing/2014/main" id="{846D5E5D-2DE7-43FC-8463-89F0A1EC1988}"/>
              </a:ext>
            </a:extLst>
          </p:cNvPr>
          <p:cNvSpPr>
            <a:spLocks xmlns:a="http://schemas.openxmlformats.org/drawingml/2006/main" noGrp="1"/>
          </p:cNvSpPr>
          <p:nvPr/>
        </p:nvSpPr>
        <p:spPr>
          <a:xfrm xmlns:a="http://schemas.openxmlformats.org/drawingml/2006/main" rot="0" flipH="0" flipV="0">
            <a:off x="7734300" y="38100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1" name="Google Shape;171;p18">
            <a:extLst xmlns:a="http://schemas.openxmlformats.org/drawingml/2006/main">
              <a:ext uri="{FF2B5EF4-FFF2-40B4-BE49-F238E27FC236}">
                <a16:creationId xmlns:a16="http://schemas.microsoft.com/office/drawing/2014/main" id="{8EC11F0F-9A7B-4F12-9E01-17CAC8D3DF77}"/>
              </a:ext>
            </a:extLst>
          </p:cNvPr>
          <p:cNvSpPr>
            <a:spLocks xmlns:a="http://schemas.openxmlformats.org/drawingml/2006/main" noGrp="1"/>
          </p:cNvSpPr>
          <p:nvPr/>
        </p:nvSpPr>
        <p:spPr>
          <a:xfrm xmlns:a="http://schemas.openxmlformats.org/drawingml/2006/main" rot="0" flipH="0" flipV="0">
            <a:off x="7848600" y="38100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2" name="Google Shape;172;p18">
            <a:extLst xmlns:a="http://schemas.openxmlformats.org/drawingml/2006/main">
              <a:ext uri="{FF2B5EF4-FFF2-40B4-BE49-F238E27FC236}">
                <a16:creationId xmlns:a16="http://schemas.microsoft.com/office/drawing/2014/main" id="{0B6796F8-8912-4B22-8BDF-CBC60F1C980C}"/>
              </a:ext>
            </a:extLst>
          </p:cNvPr>
          <p:cNvSpPr>
            <a:spLocks xmlns:a="http://schemas.openxmlformats.org/drawingml/2006/main" noGrp="1"/>
          </p:cNvSpPr>
          <p:nvPr/>
        </p:nvSpPr>
        <p:spPr>
          <a:xfrm xmlns:a="http://schemas.openxmlformats.org/drawingml/2006/main" rot="0" flipH="0" flipV="0">
            <a:off x="7962900" y="38100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3" name="Google Shape;173;p18">
            <a:extLst xmlns:a="http://schemas.openxmlformats.org/drawingml/2006/main">
              <a:ext uri="{FF2B5EF4-FFF2-40B4-BE49-F238E27FC236}">
                <a16:creationId xmlns:a16="http://schemas.microsoft.com/office/drawing/2014/main" id="{67EC2D93-D578-42DC-9834-1253F3915058}"/>
              </a:ext>
            </a:extLst>
          </p:cNvPr>
          <p:cNvSpPr>
            <a:spLocks xmlns:a="http://schemas.openxmlformats.org/drawingml/2006/main" noGrp="1"/>
          </p:cNvSpPr>
          <p:nvPr/>
        </p:nvSpPr>
        <p:spPr>
          <a:xfrm xmlns:a="http://schemas.openxmlformats.org/drawingml/2006/main" rot="0" flipH="0" flipV="0">
            <a:off x="7620000" y="3924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4" name="Google Shape;174;p18">
            <a:extLst xmlns:a="http://schemas.openxmlformats.org/drawingml/2006/main">
              <a:ext uri="{FF2B5EF4-FFF2-40B4-BE49-F238E27FC236}">
                <a16:creationId xmlns:a16="http://schemas.microsoft.com/office/drawing/2014/main" id="{81DB0D2C-54A9-4654-8D40-879437C4764E}"/>
              </a:ext>
            </a:extLst>
          </p:cNvPr>
          <p:cNvSpPr>
            <a:spLocks xmlns:a="http://schemas.openxmlformats.org/drawingml/2006/main" noGrp="1"/>
          </p:cNvSpPr>
          <p:nvPr/>
        </p:nvSpPr>
        <p:spPr>
          <a:xfrm xmlns:a="http://schemas.openxmlformats.org/drawingml/2006/main" rot="0" flipH="0" flipV="0">
            <a:off x="7734300" y="3924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5" name="Google Shape;175;p18">
            <a:extLst xmlns:a="http://schemas.openxmlformats.org/drawingml/2006/main">
              <a:ext uri="{FF2B5EF4-FFF2-40B4-BE49-F238E27FC236}">
                <a16:creationId xmlns:a16="http://schemas.microsoft.com/office/drawing/2014/main" id="{7FF5E12C-7527-4E16-B174-43D64216977E}"/>
              </a:ext>
            </a:extLst>
          </p:cNvPr>
          <p:cNvSpPr>
            <a:spLocks xmlns:a="http://schemas.openxmlformats.org/drawingml/2006/main" noGrp="1"/>
          </p:cNvSpPr>
          <p:nvPr/>
        </p:nvSpPr>
        <p:spPr>
          <a:xfrm xmlns:a="http://schemas.openxmlformats.org/drawingml/2006/main" rot="0" flipH="0" flipV="0">
            <a:off x="7848600" y="3924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6" name="Google Shape;176;p18">
            <a:extLst xmlns:a="http://schemas.openxmlformats.org/drawingml/2006/main">
              <a:ext uri="{FF2B5EF4-FFF2-40B4-BE49-F238E27FC236}">
                <a16:creationId xmlns:a16="http://schemas.microsoft.com/office/drawing/2014/main" id="{44D038AA-5BD2-453E-9E5A-820DDF77B688}"/>
              </a:ext>
            </a:extLst>
          </p:cNvPr>
          <p:cNvSpPr>
            <a:spLocks xmlns:a="http://schemas.openxmlformats.org/drawingml/2006/main" noGrp="1"/>
          </p:cNvSpPr>
          <p:nvPr/>
        </p:nvSpPr>
        <p:spPr>
          <a:xfrm xmlns:a="http://schemas.openxmlformats.org/drawingml/2006/main" rot="0" flipH="0" flipV="0">
            <a:off x="7962900" y="3924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210" name="Google Shape;177;p18"/>
          <p:cNvPicPr>
            <a:picLocks xmlns:a="http://schemas.openxmlformats.org/drawingml/2006/main" noChangeAspect="1"/>
          </p:cNvPicPr>
          <p:nvPr/>
        </p:nvPicPr>
        <p:blipFill rotWithShape="1">
          <a:blip xmlns:r="http://schemas.openxmlformats.org/officeDocument/2006/relationships" xmlns:a="http://schemas.openxmlformats.org/drawingml/2006/main" r:embed="R4856c5e067044fae">
            <a:alphaModFix/>
          </a:blip>
          <a:srcRect xmlns:a="http://schemas.openxmlformats.org/drawingml/2006/main" l="0" t="0" r="0" b="0"/>
          <a:stretch xmlns:a="http://schemas.openxmlformats.org/drawingml/2006/main"/>
        </p:blipFill>
        <p:spPr>
          <a:xfrm xmlns:a="http://schemas.openxmlformats.org/drawingml/2006/main" rot="0" flipH="0" flipV="0">
            <a:off x="7620000" y="4038600"/>
            <a:ext cx="38100" cy="38100"/>
          </a:xfrm>
          <a:prstGeom xmlns:a="http://schemas.openxmlformats.org/drawingml/2006/main" prst="rect">
            <a:avLst/>
          </a:prstGeom>
          <a:ln xmlns:a="http://schemas.openxmlformats.org/drawingml/2006/main">
            <a:noFill/>
          </a:ln>
        </p:spPr>
      </p:pic>
      <p:pic>
        <p:nvPicPr>
          <p:cNvPr id="211" name="Google Shape;178;p18"/>
          <p:cNvPicPr>
            <a:picLocks xmlns:a="http://schemas.openxmlformats.org/drawingml/2006/main" noChangeAspect="1"/>
          </p:cNvPicPr>
          <p:nvPr/>
        </p:nvPicPr>
        <p:blipFill rotWithShape="1">
          <a:blip xmlns:r="http://schemas.openxmlformats.org/officeDocument/2006/relationships" xmlns:a="http://schemas.openxmlformats.org/drawingml/2006/main" r:embed="R4856c5e067044fae">
            <a:alphaModFix/>
          </a:blip>
          <a:srcRect xmlns:a="http://schemas.openxmlformats.org/drawingml/2006/main" l="0" t="0" r="0" b="0"/>
          <a:stretch xmlns:a="http://schemas.openxmlformats.org/drawingml/2006/main"/>
        </p:blipFill>
        <p:spPr>
          <a:xfrm xmlns:a="http://schemas.openxmlformats.org/drawingml/2006/main" rot="0" flipH="0" flipV="0">
            <a:off x="7734300" y="4038600"/>
            <a:ext cx="38100" cy="38100"/>
          </a:xfrm>
          <a:prstGeom xmlns:a="http://schemas.openxmlformats.org/drawingml/2006/main" prst="rect">
            <a:avLst/>
          </a:prstGeom>
          <a:ln xmlns:a="http://schemas.openxmlformats.org/drawingml/2006/main">
            <a:noFill/>
          </a:ln>
        </p:spPr>
      </p:pic>
      <p:pic>
        <p:nvPicPr>
          <p:cNvPr id="212" name="Google Shape;179;p18"/>
          <p:cNvPicPr>
            <a:picLocks xmlns:a="http://schemas.openxmlformats.org/drawingml/2006/main" noChangeAspect="1"/>
          </p:cNvPicPr>
          <p:nvPr/>
        </p:nvPicPr>
        <p:blipFill rotWithShape="1">
          <a:blip xmlns:r="http://schemas.openxmlformats.org/officeDocument/2006/relationships" xmlns:a="http://schemas.openxmlformats.org/drawingml/2006/main" r:embed="R4856c5e067044fae">
            <a:alphaModFix/>
          </a:blip>
          <a:srcRect xmlns:a="http://schemas.openxmlformats.org/drawingml/2006/main" l="0" t="0" r="0" b="0"/>
          <a:stretch xmlns:a="http://schemas.openxmlformats.org/drawingml/2006/main"/>
        </p:blipFill>
        <p:spPr>
          <a:xfrm xmlns:a="http://schemas.openxmlformats.org/drawingml/2006/main" rot="0" flipH="0" flipV="0">
            <a:off x="7848600" y="4038600"/>
            <a:ext cx="38100" cy="38100"/>
          </a:xfrm>
          <a:prstGeom xmlns:a="http://schemas.openxmlformats.org/drawingml/2006/main" prst="rect">
            <a:avLst/>
          </a:prstGeom>
          <a:ln xmlns:a="http://schemas.openxmlformats.org/drawingml/2006/main">
            <a:noFill/>
          </a:ln>
        </p:spPr>
      </p:pic>
      <p:pic>
        <p:nvPicPr>
          <p:cNvPr id="213" name="Google Shape;180;p18"/>
          <p:cNvPicPr>
            <a:picLocks xmlns:a="http://schemas.openxmlformats.org/drawingml/2006/main" noChangeAspect="1"/>
          </p:cNvPicPr>
          <p:nvPr/>
        </p:nvPicPr>
        <p:blipFill rotWithShape="1">
          <a:blip xmlns:r="http://schemas.openxmlformats.org/officeDocument/2006/relationships" xmlns:a="http://schemas.openxmlformats.org/drawingml/2006/main" r:embed="R4856c5e067044fae">
            <a:alphaModFix/>
          </a:blip>
          <a:srcRect xmlns:a="http://schemas.openxmlformats.org/drawingml/2006/main" l="0" t="0" r="0" b="0"/>
          <a:stretch xmlns:a="http://schemas.openxmlformats.org/drawingml/2006/main"/>
        </p:blipFill>
        <p:spPr>
          <a:xfrm xmlns:a="http://schemas.openxmlformats.org/drawingml/2006/main" rot="0" flipH="0" flipV="0">
            <a:off x="7962900" y="4038600"/>
            <a:ext cx="38100" cy="38100"/>
          </a:xfrm>
          <a:prstGeom xmlns:a="http://schemas.openxmlformats.org/drawingml/2006/main" prst="rect">
            <a:avLst/>
          </a:prstGeom>
          <a:ln xmlns:a="http://schemas.openxmlformats.org/drawingml/2006/main">
            <a:noFill/>
          </a:ln>
        </p:spPr>
      </p:pic>
      <p:pic>
        <p:nvPicPr>
          <p:cNvPr id="214" name="Google Shape;181;p18"/>
          <p:cNvPicPr>
            <a:picLocks xmlns:a="http://schemas.openxmlformats.org/drawingml/2006/main" noChangeAspect="1"/>
          </p:cNvPicPr>
          <p:nvPr/>
        </p:nvPicPr>
        <p:blipFill rotWithShape="1">
          <a:blip xmlns:r="http://schemas.openxmlformats.org/officeDocument/2006/relationships" xmlns:a="http://schemas.openxmlformats.org/drawingml/2006/main" r:embed="R4856c5e067044fae">
            <a:alphaModFix/>
          </a:blip>
          <a:srcRect xmlns:a="http://schemas.openxmlformats.org/drawingml/2006/main" l="0" t="0" r="0" b="0"/>
          <a:stretch xmlns:a="http://schemas.openxmlformats.org/drawingml/2006/main"/>
        </p:blipFill>
        <p:spPr>
          <a:xfrm xmlns:a="http://schemas.openxmlformats.org/drawingml/2006/main" rot="0" flipH="0" flipV="0">
            <a:off x="7620000" y="4152900"/>
            <a:ext cx="38100" cy="38100"/>
          </a:xfrm>
          <a:prstGeom xmlns:a="http://schemas.openxmlformats.org/drawingml/2006/main" prst="rect">
            <a:avLst/>
          </a:prstGeom>
          <a:ln xmlns:a="http://schemas.openxmlformats.org/drawingml/2006/main">
            <a:noFill/>
          </a:ln>
        </p:spPr>
      </p:pic>
      <p:pic>
        <p:nvPicPr>
          <p:cNvPr id="215" name="Google Shape;182;p18"/>
          <p:cNvPicPr>
            <a:picLocks xmlns:a="http://schemas.openxmlformats.org/drawingml/2006/main" noChangeAspect="1"/>
          </p:cNvPicPr>
          <p:nvPr/>
        </p:nvPicPr>
        <p:blipFill rotWithShape="1">
          <a:blip xmlns:r="http://schemas.openxmlformats.org/officeDocument/2006/relationships" xmlns:a="http://schemas.openxmlformats.org/drawingml/2006/main" r:embed="R4856c5e067044fae">
            <a:alphaModFix/>
          </a:blip>
          <a:srcRect xmlns:a="http://schemas.openxmlformats.org/drawingml/2006/main" l="0" t="0" r="0" b="0"/>
          <a:stretch xmlns:a="http://schemas.openxmlformats.org/drawingml/2006/main"/>
        </p:blipFill>
        <p:spPr>
          <a:xfrm xmlns:a="http://schemas.openxmlformats.org/drawingml/2006/main" rot="0" flipH="0" flipV="0">
            <a:off x="7734300" y="4152900"/>
            <a:ext cx="38100" cy="38100"/>
          </a:xfrm>
          <a:prstGeom xmlns:a="http://schemas.openxmlformats.org/drawingml/2006/main" prst="rect">
            <a:avLst/>
          </a:prstGeom>
          <a:ln xmlns:a="http://schemas.openxmlformats.org/drawingml/2006/main">
            <a:noFill/>
          </a:ln>
        </p:spPr>
      </p:pic>
      <p:pic>
        <p:nvPicPr>
          <p:cNvPr id="216" name="Google Shape;183;p18"/>
          <p:cNvPicPr>
            <a:picLocks xmlns:a="http://schemas.openxmlformats.org/drawingml/2006/main" noChangeAspect="1"/>
          </p:cNvPicPr>
          <p:nvPr/>
        </p:nvPicPr>
        <p:blipFill rotWithShape="1">
          <a:blip xmlns:r="http://schemas.openxmlformats.org/officeDocument/2006/relationships" xmlns:a="http://schemas.openxmlformats.org/drawingml/2006/main" r:embed="R4856c5e067044fae">
            <a:alphaModFix/>
          </a:blip>
          <a:srcRect xmlns:a="http://schemas.openxmlformats.org/drawingml/2006/main" l="0" t="0" r="0" b="0"/>
          <a:stretch xmlns:a="http://schemas.openxmlformats.org/drawingml/2006/main"/>
        </p:blipFill>
        <p:spPr>
          <a:xfrm xmlns:a="http://schemas.openxmlformats.org/drawingml/2006/main" rot="0" flipH="0" flipV="0">
            <a:off x="7848600" y="4152900"/>
            <a:ext cx="38100" cy="38100"/>
          </a:xfrm>
          <a:prstGeom xmlns:a="http://schemas.openxmlformats.org/drawingml/2006/main" prst="rect">
            <a:avLst/>
          </a:prstGeom>
          <a:ln xmlns:a="http://schemas.openxmlformats.org/drawingml/2006/main">
            <a:noFill/>
          </a:ln>
        </p:spPr>
      </p:pic>
      <p:pic>
        <p:nvPicPr>
          <p:cNvPr id="217" name="Google Shape;184;p18"/>
          <p:cNvPicPr>
            <a:picLocks xmlns:a="http://schemas.openxmlformats.org/drawingml/2006/main" noChangeAspect="1"/>
          </p:cNvPicPr>
          <p:nvPr/>
        </p:nvPicPr>
        <p:blipFill rotWithShape="1">
          <a:blip xmlns:r="http://schemas.openxmlformats.org/officeDocument/2006/relationships" xmlns:a="http://schemas.openxmlformats.org/drawingml/2006/main" r:embed="R4856c5e067044fae">
            <a:alphaModFix/>
          </a:blip>
          <a:srcRect xmlns:a="http://schemas.openxmlformats.org/drawingml/2006/main" l="0" t="0" r="0" b="0"/>
          <a:stretch xmlns:a="http://schemas.openxmlformats.org/drawingml/2006/main"/>
        </p:blipFill>
        <p:spPr>
          <a:xfrm xmlns:a="http://schemas.openxmlformats.org/drawingml/2006/main" rot="0" flipH="0" flipV="0">
            <a:off x="7962900" y="4152900"/>
            <a:ext cx="38100" cy="38100"/>
          </a:xfrm>
          <a:prstGeom xmlns:a="http://schemas.openxmlformats.org/drawingml/2006/main" prst="rect">
            <a:avLst/>
          </a:prstGeom>
          <a:ln xmlns:a="http://schemas.openxmlformats.org/drawingml/2006/main">
            <a:noFill/>
          </a:ln>
        </p:spPr>
      </p:pic>
      <p:sp>
        <p:nvSpPr>
          <p:cNvPr id="186" name="Google Shape;186;p18">
            <a:extLst xmlns:a="http://schemas.openxmlformats.org/drawingml/2006/main">
              <a:ext uri="{FF2B5EF4-FFF2-40B4-BE49-F238E27FC236}">
                <a16:creationId xmlns:a16="http://schemas.microsoft.com/office/drawing/2014/main" id="{17AA0CF5-EF20-44C8-A567-10D0EE52A5DA}"/>
              </a:ext>
            </a:extLst>
          </p:cNvPr>
          <p:cNvSpPr>
            <a:spLocks xmlns:a="http://schemas.openxmlformats.org/drawingml/2006/main" noGrp="1"/>
          </p:cNvSpPr>
          <p:nvPr/>
        </p:nvSpPr>
        <p:spPr>
          <a:xfrm xmlns:a="http://schemas.openxmlformats.org/drawingml/2006/main" rot="0" flipH="0" flipV="0">
            <a:off x="8534400" y="304800"/>
            <a:ext cx="152400" cy="152400"/>
          </a:xfrm>
          <a:prstGeom xmlns:a="http://schemas.openxmlformats.org/drawingml/2006/main" prst="rect">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87" name="Google Shape;187;p18">
            <a:extLst xmlns:a="http://schemas.openxmlformats.org/drawingml/2006/main">
              <a:ext uri="{FF2B5EF4-FFF2-40B4-BE49-F238E27FC236}">
                <a16:creationId xmlns:a16="http://schemas.microsoft.com/office/drawing/2014/main" id="{D505B9D4-D241-4154-8C0B-A07A73AC634C}"/>
              </a:ext>
            </a:extLst>
          </p:cNvPr>
          <p:cNvSpPr>
            <a:spLocks xmlns:a="http://schemas.openxmlformats.org/drawingml/2006/main" noGrp="1"/>
          </p:cNvSpPr>
          <p:nvPr/>
        </p:nvSpPr>
        <p:spPr>
          <a:xfrm xmlns:a="http://schemas.openxmlformats.org/drawingml/2006/main" rot="0" flipH="0" flipV="0">
            <a:off x="8648700" y="4191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88" name="Google Shape;188;p18">
            <a:extLst xmlns:a="http://schemas.openxmlformats.org/drawingml/2006/main">
              <a:ext uri="{FF2B5EF4-FFF2-40B4-BE49-F238E27FC236}">
                <a16:creationId xmlns:a16="http://schemas.microsoft.com/office/drawing/2014/main" id="{1AA2AA82-67D5-4A9C-AAF1-D86E9A8C367B}"/>
              </a:ext>
            </a:extLst>
          </p:cNvPr>
          <p:cNvSpPr>
            <a:spLocks xmlns:a="http://schemas.openxmlformats.org/drawingml/2006/main" noGrp="1"/>
          </p:cNvSpPr>
          <p:nvPr/>
        </p:nvSpPr>
        <p:spPr>
          <a:xfrm xmlns:a="http://schemas.openxmlformats.org/drawingml/2006/main" rot="0" flipH="0" flipV="0">
            <a:off x="8763000" y="304800"/>
            <a:ext cx="152400" cy="1524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89" name="Google Shape;189;p18">
            <a:extLst xmlns:a="http://schemas.openxmlformats.org/drawingml/2006/main">
              <a:ext uri="{FF2B5EF4-FFF2-40B4-BE49-F238E27FC236}">
                <a16:creationId xmlns:a16="http://schemas.microsoft.com/office/drawing/2014/main" id="{35E75DEF-0A60-4D1C-83EB-DDD861167DA2}"/>
              </a:ext>
            </a:extLst>
          </p:cNvPr>
          <p:cNvSpPr>
            <a:spLocks xmlns:a="http://schemas.openxmlformats.org/drawingml/2006/main" noGrp="1"/>
          </p:cNvSpPr>
          <p:nvPr/>
        </p:nvSpPr>
        <p:spPr>
          <a:xfrm xmlns:a="http://schemas.openxmlformats.org/drawingml/2006/main">
            <a:off x="762000" y="1143000"/>
            <a:ext cx="7620000" cy="2857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ctr">
              <a:spcBef>
                <a:spcPts val="0"/>
              </a:spcBef>
              <a:spcAft>
                <a:spcPts val="0"/>
              </a:spcAft>
              <a:buNone/>
            </a:pPr>
            <a:r>
              <a:rPr sz="1500" b="0">
                <a:solidFill>
                  <a:srgbClr val="00E5FF"/>
                </a:solidFill>
                <a:latin typeface="Montserrat ExtraBold"/>
                <a:ea typeface="Montserrat ExtraBold"/>
                <a:cs typeface="Montserrat ExtraBold"/>
              </a:rPr>
              <a:t>Falco libs</a:t>
            </a:r>
            <a:endParaRPr sz="1500" b="0">
              <a:solidFill>
                <a:srgbClr val="00E5FF"/>
              </a:solidFill>
              <a:latin typeface="Montserrat ExtraBold"/>
              <a:ea typeface="Montserrat ExtraBold"/>
              <a:cs typeface="Montserrat ExtraBold"/>
            </a:endParaRPr>
          </a:p>
          <a:p xmlns:a="http://schemas.openxmlformats.org/drawingml/2006/main">
            <a:pPr marL="0" lvl="0" indent="0" algn="ctr">
              <a:spcBef>
                <a:spcPts val="1800"/>
              </a:spcBef>
              <a:spcAft>
                <a:spcPts val="0"/>
              </a:spcAft>
              <a:buNone/>
            </a:pPr>
            <a:r>
              <a:rPr sz="3600">
                <a:solidFill>
                  <a:srgbClr val="FFFFFF"/>
                </a:solidFill>
                <a:latin typeface="Montserrat Black"/>
                <a:ea typeface="Montserrat Black"/>
                <a:cs typeface="Montserrat Black"/>
              </a:rPr>
              <a:t>Building a syscall
monitoring agent with
libscap and libsinsp</a:t>
            </a:r>
            <a:endParaRPr sz="3600" b="0">
              <a:solidFill>
                <a:srgbClr val="FFFFFF"/>
              </a:solidFill>
              <a:latin typeface="Montserrat Black"/>
              <a:ea typeface="Montserrat Black"/>
              <a:cs typeface="Montserrat Black"/>
            </a:endParaRPr>
          </a:p>
        </p:txBody>
      </p:sp>
    </p:spTree>
    <p:extLst>
      <p:ext uri="{BB962C8B-B14F-4D97-AF65-F5344CB8AC3E}">
        <p14:creationId xmlns:p14="http://schemas.microsoft.com/office/powerpoint/2010/main" val="1838918316"/>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A collector, one step at a time</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Follow along or watch the presenter.</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Set up Ubuntu first. Then add one small piece and run it again.</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libscap captures syscalls. libsinsp provides event and process context.</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The workshop</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0  Attach and wait</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1  Read and count events</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2  Keep process executions</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3  Add process name and PID</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131ddba7fe4d4602">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131ddba7fe4d4602">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131ddba7fe4d4602">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131ddba7fe4d4602">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Mac setup</a:t>
            </a: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457200" y="1200150"/>
            <a:ext cx="8229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Following along? Open Terminal.</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04800" y="1657350"/>
            <a:ext cx="8534400" cy="30099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495300" y="180975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666750" y="180975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838200" y="180975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1123950" y="1762125"/>
            <a:ext cx="6667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Mac: clone, then run setup</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95300" y="2019300"/>
            <a:ext cx="8153400" cy="9525"/>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495300" y="2152650"/>
            <a:ext cx="8153400" cy="2400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git clone https://github.com/julianshalaby-perj/falco-libs-workshop.git</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cd falco-libs-workshop</a:t>
            </a:r>
          </a:p>
          <a:p xmlns:a="http://schemas.openxmlformats.org/drawingml/2006/main">
            <a:pPr marL="0" indent="0">
              <a:spcBef>
                <a:spcPts val="0"/>
              </a:spcBef>
              <a:spcAft>
                <a:spcPts val="0"/>
              </a:spcAft>
              <a:buNone/>
            </a:pPr>
            <a:r>
              <a:rPr sz="150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scripts/mac/setup.sh</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3"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d8247b3d0c694b06">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4"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d8247b3d0c694b06">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5"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d8247b3d0c694b06">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6"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d8247b3d0c694b06">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Windows setup</a:t>
            </a: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457200" y="1200150"/>
            <a:ext cx="8229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Following along? Open PowerShell.</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04800" y="1657350"/>
            <a:ext cx="8534400" cy="30099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495300" y="180975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666750" y="180975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838200" y="180975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1123950" y="1762125"/>
            <a:ext cx="6667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Windows: clone, then run setup</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95300" y="2019300"/>
            <a:ext cx="8153400" cy="9525"/>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495300" y="2152650"/>
            <a:ext cx="8153400" cy="2400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git clone https://github.com/julianshalaby-perj/falco-libs-workshop.git</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cd falco-libs-workshop</a:t>
            </a:r>
          </a:p>
          <a:p xmlns:a="http://schemas.openxmlformats.org/drawingml/2006/main">
            <a:pPr marL="0" indent="0">
              <a:spcBef>
                <a:spcPts val="0"/>
              </a:spcBef>
              <a:spcAft>
                <a:spcPts val="0"/>
              </a:spcAft>
              <a:buNone/>
            </a:pPr>
            <a:r>
              <a:rPr sz="150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scripts/windows/setup.ps1</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3"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66e9717124da4973">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4"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66e9717124da4973">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5"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66e9717124da4973">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6"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66e9717124da4973">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Two terminals</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A: keep your Mac or Windows terminal in the repo folder. Run your platform’s step scripts here.</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B: open a second terminal and enter Ubuntu. Run commands for the collector to observe.</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Terminal B: enter Ubuntu</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multipass shell falco-lab</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cd ~/falco-libs-workshop</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During each step’s capture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/usr/bin/id</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3c5868ba7d3a4f46">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3c5868ba7d3a4f46">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3c5868ba7d3a4f46">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3c5868ba7d3a4f46">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Step 0: Attach</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starter opens the modern eBPF engine through libsinsp and libscap.</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It attaches but does not read events yet.</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Run it in B, then press Enter to stop.</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src/main.cpp — already provided</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sinsp inspector;</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inspector.open_modern_bpf();</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inspector.start_capture();</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std::cout &lt;&lt; "Attached." &lt;&lt; std::endl;</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std::cin.get();</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inspector.stop_capture();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inspector.close();</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VM terminal B</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sudo ./build/bin/workshop-agent</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60460b80174548e4">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60460b80174548e4">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60460b80174548e4">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60460b80174548e4">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Mac steps</a:t>
            </a: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457200" y="1200150"/>
            <a:ext cx="8229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Terminal A: run each step when we reach it.</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04800" y="1657350"/>
            <a:ext cx="8534400" cy="30099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495300" y="180975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666750" y="180975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838200" y="180975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1123950" y="1762125"/>
            <a:ext cx="6667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Mac: Terminal in the repo folder</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95300" y="2019300"/>
            <a:ext cx="8153400" cy="9525"/>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495300" y="2152650"/>
            <a:ext cx="8153400" cy="2400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scripts/mac/step-1.sh</a:t>
            </a:r>
          </a:p>
          <a:p xmlns:a="http://schemas.openxmlformats.org/drawingml/2006/main">
            <a:pPr marL="0" indent="0">
              <a:spcBef>
                <a:spcPts val="0"/>
              </a:spcBef>
              <a:spcAft>
                <a:spcPts val="0"/>
              </a:spcAft>
              <a:buNone/>
            </a:pPr>
            <a:r>
              <a:rPr sz="150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scripts/mac/step-2.sh</a:t>
            </a:r>
          </a:p>
          <a:p xmlns:a="http://schemas.openxmlformats.org/drawingml/2006/main">
            <a:pPr marL="0" indent="0">
              <a:spcBef>
                <a:spcPts val="0"/>
              </a:spcBef>
              <a:spcAft>
                <a:spcPts val="0"/>
              </a:spcAft>
              <a:buNone/>
            </a:pPr>
            <a:r>
              <a:rPr sz="150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scripts/mac/step-3.sh</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3"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b6dfbb3458974940">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4"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b6dfbb3458974940">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5"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b6dfbb3458974940">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6"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b6dfbb3458974940">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Windows steps</a:t>
            </a: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457200" y="1200150"/>
            <a:ext cx="8229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Terminal A: run each step when we reach it.</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04800" y="1657350"/>
            <a:ext cx="8534400" cy="30099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495300" y="180975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666750" y="180975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838200" y="180975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1123950" y="1762125"/>
            <a:ext cx="6667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Windows: PowerShell in the repo folder</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95300" y="2019300"/>
            <a:ext cx="8153400" cy="9525"/>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495300" y="2152650"/>
            <a:ext cx="8153400" cy="2400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scripts/windows/step-1.ps1</a:t>
            </a:r>
          </a:p>
          <a:p xmlns:a="http://schemas.openxmlformats.org/drawingml/2006/main">
            <a:pPr marL="0" indent="0">
              <a:spcBef>
                <a:spcPts val="0"/>
              </a:spcBef>
              <a:spcAft>
                <a:spcPts val="0"/>
              </a:spcAft>
              <a:buNone/>
            </a:pPr>
            <a:r>
              <a:rPr sz="150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scripts/windows/step-2.ps1</a:t>
            </a:r>
          </a:p>
          <a:p xmlns:a="http://schemas.openxmlformats.org/drawingml/2006/main">
            <a:pPr marL="0" indent="0">
              <a:spcBef>
                <a:spcPts val="0"/>
              </a:spcBef>
              <a:spcAft>
                <a:spcPts val="0"/>
              </a:spcAft>
              <a:buNone/>
            </a:pPr>
            <a:r>
              <a:rPr sz="150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scripts/windows/step-3.ps1</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3"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1ad9e91d09c24a64">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4"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1ad9e91d09c24a64">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5"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1ad9e91d09c24a64">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6"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1ad9e91d09c24a64">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Step 1: Read events</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Run step 1 in terminal A.</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It adds the read loop and starts a ten-second capture.</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next() returns an event or a status.</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Step 1: generated main.cpp (first half)</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std::uint64_t received = 0;</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const auto until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std::chrono::steady_clock::now()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std::chrono::seconds(10);</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while(std::chrono::steady_clock::now()</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&lt; until)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sinsp_evt* event = nullptr;</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const auto result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inspector.next(&amp;event);</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dfeb145412214df6">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dfeb145412214df6">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dfeb145412214df6">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dfeb145412214df6">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Step 1: Count the returned events</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Skip timeouts and filtered events.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Report errors instead of treating them as events.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script prints the count when capture ends. It varies with VM activity.</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Step 1: generated main.cpp (continued)</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if(result == SCAP_TIMEOUT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result == SCAP_FILTERED_EVENT)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continue;</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if(result == SCAP_EOF) { break;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if(result != SCAP_SUCCESS)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throw std::runtime_error(</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inspector.getlasterr());</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++received;</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 STEP 3 goes here later.</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std::cout &lt;&lt; "Received " &lt;&lt; received</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&lt;&lt; " events." &lt;&lt; std::endl;</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81ecdfbcf15d44e7">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81ecdfbcf15d44e7">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81ecdfbcf15d44e7">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81ecdfbcf15d44e7">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Step 2: Keep process executions</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Run step 2 in terminal A.</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script adds this filter before opening capture. Run id in B.</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count now covers execution exit events.</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Step 2: filter added to main.cpp</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inspector.set_filter(</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"evt.type in (execve, execveat)"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 and evt.dir=&lt;");</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During capture, in VM terminal B</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/usr/bin/id</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37a4271ef4b74d72">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37a4271ef4b74d72">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37a4271ef4b74d72">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37a4271ef4b74d72">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Step 3: Add process context</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Run step 3 in terminal A.</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script adds process context to the read loop.</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Run id in B again during capture.</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Step 3: context added to main.cpp</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const auto* process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event-&gt;get_thread_info();</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if(process != nullptr)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std::cout &lt;&lt; event-&gt;get_name()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&lt;&lt; " pid=" &lt;&lt; process-&gt;m_pid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&lt;&lt; " name=" &lt;&lt; process-&gt;m_comm</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&lt;&lt; std::endl;</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99697c4bbb4f4abc">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99697c4bbb4f4abc">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99697c4bbb4f4abc">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99697c4bbb4f4abc">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The finished collector</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Attach. Read. Filter. Add context.</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One short line per process execution.</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It stops after ten seconds.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Step 3 installs the complete collector.</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Example output; PID and count will vary</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Attached to the Ubuntu kernel.</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execve pid=1234 name=id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Received 1 events.</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Capture stopped.</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Inspect its code in VM terminal B</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cat src/main.cpp</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e5acb40a72df46ff">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e5acb40a72df46ff">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e5acb40a72df46ff">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e5acb40a72df46ff">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After the workshop</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collector monitors the Ubuntu VM.</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libscap handles capture. libsinsp adds context.</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Stop the VM when you are done.</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Host terminal</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multipass stop falco-lab</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Next time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multipass start falco-lab</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multipass shell falco-lab</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2cc2d5b2d46d44d2">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2cc2d5b2d46d44d2">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2cc2d5b2d46d44d2">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2cc2d5b2d46d44d2">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2026-10-01T22:43:18.3010000Z</dcterms:created>
  <dcterms:modified xsi:type="dcterms:W3CDTF">2026-10-01T22:43:18.3010000Z</dcterms:modified>
</coreProperties>
</file>