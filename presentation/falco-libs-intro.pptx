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06ed32eb0fa4cd3" /><Relationship Type="http://schemas.openxmlformats.org/officeDocument/2006/relationships/extended-properties" Target="/docProps/app.xml" Id="R5371d34e5fe045be" /><Relationship Type="http://schemas.openxmlformats.org/officeDocument/2006/relationships/officeDocument" Target="/ppt/presentation.xml" Id="R8bf99f141cfa4240"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d85cd16d91f14c55"/>
    <p:sldMasterId xmlns:r="http://schemas.openxmlformats.org/officeDocument/2006/relationships" id="2147483661" r:id="R0d11a653496d47d3"/>
  </p:sldMasterIdLst>
  <p:notesMasterIdLst>
    <p:notesMasterId xmlns:r="http://schemas.openxmlformats.org/officeDocument/2006/relationships" r:id="R4b8a3ccd23344cf8"/>
  </p:notesMasterIdLst>
  <p:sldIdLst>
    <p:sldId xmlns:r="http://schemas.openxmlformats.org/officeDocument/2006/relationships" id="256" r:id="Rb0b47d9ef90e4170"/>
    <p:sldId xmlns:r="http://schemas.openxmlformats.org/officeDocument/2006/relationships" id="257" r:id="R1be6fe2d45fb427e"/>
    <p:sldId xmlns:r="http://schemas.openxmlformats.org/officeDocument/2006/relationships" id="258" r:id="R59880a81ab3444f8"/>
    <p:sldId xmlns:r="http://schemas.openxmlformats.org/officeDocument/2006/relationships" id="259" r:id="Rfe07b76f99034a1f"/>
    <p:sldId xmlns:r="http://schemas.openxmlformats.org/officeDocument/2006/relationships" id="260" r:id="Rff2de941d79847ea"/>
    <p:sldId xmlns:r="http://schemas.openxmlformats.org/officeDocument/2006/relationships" id="261" r:id="Reab64a419eee4339"/>
    <p:sldId xmlns:r="http://schemas.openxmlformats.org/officeDocument/2006/relationships" id="262" r:id="R1e2064110b3c40bc"/>
    <p:sldId xmlns:r="http://schemas.openxmlformats.org/officeDocument/2006/relationships" id="263" r:id="Rb922d8afbd9848bc"/>
    <p:sldId xmlns:r="http://schemas.openxmlformats.org/officeDocument/2006/relationships" id="264" r:id="Ref54e281e5d74b71"/>
    <p:sldId xmlns:r="http://schemas.openxmlformats.org/officeDocument/2006/relationships" id="265" r:id="R4a1f63489d7240ff"/>
    <p:sldId xmlns:r="http://schemas.openxmlformats.org/officeDocument/2006/relationships" id="266" r:id="Rd6da56e5d90840b4"/>
    <p:sldId xmlns:r="http://schemas.openxmlformats.org/officeDocument/2006/relationships" id="267" r:id="R010f647577bd4174"/>
    <p:sldId xmlns:r="http://schemas.openxmlformats.org/officeDocument/2006/relationships" id="268" r:id="R1dc9809c155e4951"/>
    <p:sldId xmlns:r="http://schemas.openxmlformats.org/officeDocument/2006/relationships" id="269" r:id="R07c86e6f4b9a4e90"/>
  </p:sldIdLst>
  <p:sldSz cx="9144000" cy="5143500"/>
  <p:notesSz cx="6858000" cy="9144000"/>
  <p:embeddedFontLst>
    <p:embeddedFont>
      <p:font typeface="Roboto Mono Medium"/>
      <p:regular xmlns:r="http://schemas.openxmlformats.org/officeDocument/2006/relationships" r:id="Re09040c686f042f1"/>
      <p:bold xmlns:r="http://schemas.openxmlformats.org/officeDocument/2006/relationships" r:id="R0960b0c89f4340e8"/>
      <p:italic xmlns:r="http://schemas.openxmlformats.org/officeDocument/2006/relationships" r:id="Rf27f2a5031f54034"/>
      <p:boldItalic xmlns:r="http://schemas.openxmlformats.org/officeDocument/2006/relationships" r:id="R3ece3d2a58974aec"/>
    </p:embeddedFont>
    <p:embeddedFont>
      <p:font typeface="Inter SemiBold"/>
      <p:regular xmlns:r="http://schemas.openxmlformats.org/officeDocument/2006/relationships" r:id="R4c9f8d2352344e67"/>
      <p:bold xmlns:r="http://schemas.openxmlformats.org/officeDocument/2006/relationships" r:id="R68b6dc238ced4dcb"/>
      <p:italic xmlns:r="http://schemas.openxmlformats.org/officeDocument/2006/relationships" r:id="R011034475262435a"/>
      <p:boldItalic xmlns:r="http://schemas.openxmlformats.org/officeDocument/2006/relationships" r:id="R0e6c2be2ee204c72"/>
    </p:embeddedFont>
    <p:embeddedFont>
      <p:font typeface="Montserrat Black"/>
      <p:bold xmlns:r="http://schemas.openxmlformats.org/officeDocument/2006/relationships" r:id="Rd3b426f8e1c847e7"/>
      <p:boldItalic xmlns:r="http://schemas.openxmlformats.org/officeDocument/2006/relationships" r:id="R369dcff0a2ae4a76"/>
    </p:embeddedFont>
    <p:embeddedFont>
      <p:font typeface="Montserrat"/>
      <p:bold xmlns:r="http://schemas.openxmlformats.org/officeDocument/2006/relationships" r:id="Re8b8f48dcea64ee4"/>
      <p:boldItalic xmlns:r="http://schemas.openxmlformats.org/officeDocument/2006/relationships" r:id="Re698ef650f5045eb"/>
    </p:embeddedFont>
    <p:embeddedFont>
      <p:font typeface="Inter"/>
      <p:regular xmlns:r="http://schemas.openxmlformats.org/officeDocument/2006/relationships" r:id="Rb6ae8508a10444d8"/>
      <p:bold xmlns:r="http://schemas.openxmlformats.org/officeDocument/2006/relationships" r:id="R9c5110cc03f24d53"/>
      <p:italic xmlns:r="http://schemas.openxmlformats.org/officeDocument/2006/relationships" r:id="Re7c7a11c2268481e"/>
      <p:boldItalic xmlns:r="http://schemas.openxmlformats.org/officeDocument/2006/relationships" r:id="Rfa7a3b0fd0a74084"/>
    </p:embeddedFont>
    <p:embeddedFont>
      <p:font typeface="Montserrat ExtraBold"/>
      <p:bold xmlns:r="http://schemas.openxmlformats.org/officeDocument/2006/relationships" r:id="R8cad0c3452014342"/>
      <p:boldItalic xmlns:r="http://schemas.openxmlformats.org/officeDocument/2006/relationships" r:id="Rdbf1b5a140bd41d9"/>
    </p:embeddedFont>
    <p:embeddedFont>
      <p:font typeface="Roboto Mono"/>
      <p:bold xmlns:r="http://schemas.openxmlformats.org/officeDocument/2006/relationships" r:id="R687e21569cbe4b1f"/>
      <p:boldItalic xmlns:r="http://schemas.openxmlformats.org/officeDocument/2006/relationships" r:id="R3fb55581869245fd"/>
    </p:embeddedFont>
    <p:embeddedFont>
      <p:font typeface="Inter Medium"/>
      <p:regular xmlns:r="http://schemas.openxmlformats.org/officeDocument/2006/relationships" r:id="Rce996f5bfad94027"/>
      <p:bold xmlns:r="http://schemas.openxmlformats.org/officeDocument/2006/relationships" r:id="R62d1214259a44dd1"/>
      <p:italic xmlns:r="http://schemas.openxmlformats.org/officeDocument/2006/relationships" r:id="R98ef55768df9498f"/>
      <p:boldItalic xmlns:r="http://schemas.openxmlformats.org/officeDocument/2006/relationships" r:id="R29f00211f75e4240"/>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06bdcc9cd3e44888" /><Relationship Type="http://schemas.openxmlformats.org/officeDocument/2006/relationships/slideMaster" Target="/ppt/slideMasters/slideMaster1.xml" Id="Rd85cd16d91f14c55" /><Relationship Type="http://schemas.openxmlformats.org/officeDocument/2006/relationships/slideMaster" Target="/ppt/slideMasters/slideMaster2.xml" Id="R0d11a653496d47d3" /><Relationship Type="http://schemas.openxmlformats.org/officeDocument/2006/relationships/notesMaster" Target="/ppt/notesMasters/notesMaster1.xml" Id="R4b8a3ccd23344cf8" /><Relationship Type="http://schemas.openxmlformats.org/officeDocument/2006/relationships/presProps" Target="/ppt/presProps.xml" Id="R5d4754586070492e" /><Relationship Type="http://schemas.openxmlformats.org/officeDocument/2006/relationships/viewProps" Target="/ppt/viewProps.xml" Id="Rb9ca2a664f3e47f9" /><Relationship Type="http://schemas.openxmlformats.org/officeDocument/2006/relationships/tableStyles" Target="/ppt/tableStyles.xml" Id="R67c1877a422448f5" /><Relationship Type="http://schemas.openxmlformats.org/officeDocument/2006/relationships/font" Target="/ppt/fonts/font.dat" Id="Re09040c686f042f1" /><Relationship Type="http://schemas.openxmlformats.org/officeDocument/2006/relationships/font" Target="/ppt/fonts/font2.dat" Id="R0960b0c89f4340e8" /><Relationship Type="http://schemas.openxmlformats.org/officeDocument/2006/relationships/font" Target="/ppt/fonts/font3.dat" Id="Rf27f2a5031f54034" /><Relationship Type="http://schemas.openxmlformats.org/officeDocument/2006/relationships/font" Target="/ppt/fonts/font4.dat" Id="R3ece3d2a58974aec" /><Relationship Type="http://schemas.openxmlformats.org/officeDocument/2006/relationships/font" Target="/ppt/fonts/font5.dat" Id="R4c9f8d2352344e67" /><Relationship Type="http://schemas.openxmlformats.org/officeDocument/2006/relationships/font" Target="/ppt/fonts/font6.dat" Id="R68b6dc238ced4dcb" /><Relationship Type="http://schemas.openxmlformats.org/officeDocument/2006/relationships/font" Target="/ppt/fonts/font7.dat" Id="R011034475262435a" /><Relationship Type="http://schemas.openxmlformats.org/officeDocument/2006/relationships/font" Target="/ppt/fonts/font8.dat" Id="R0e6c2be2ee204c72" /><Relationship Type="http://schemas.openxmlformats.org/officeDocument/2006/relationships/font" Target="/ppt/fonts/font9.dat" Id="Rd3b426f8e1c847e7" /><Relationship Type="http://schemas.openxmlformats.org/officeDocument/2006/relationships/font" Target="/ppt/fonts/font10.dat" Id="R369dcff0a2ae4a76" /><Relationship Type="http://schemas.openxmlformats.org/officeDocument/2006/relationships/font" Target="/ppt/fonts/font11.dat" Id="Re8b8f48dcea64ee4" /><Relationship Type="http://schemas.openxmlformats.org/officeDocument/2006/relationships/font" Target="/ppt/fonts/font12.dat" Id="Re698ef650f5045eb" /><Relationship Type="http://schemas.openxmlformats.org/officeDocument/2006/relationships/font" Target="/ppt/fonts/font13.dat" Id="Rb6ae8508a10444d8" /><Relationship Type="http://schemas.openxmlformats.org/officeDocument/2006/relationships/font" Target="/ppt/fonts/font14.dat" Id="R9c5110cc03f24d53" /><Relationship Type="http://schemas.openxmlformats.org/officeDocument/2006/relationships/font" Target="/ppt/fonts/font15.dat" Id="Re7c7a11c2268481e" /><Relationship Type="http://schemas.openxmlformats.org/officeDocument/2006/relationships/font" Target="/ppt/fonts/font16.dat" Id="Rfa7a3b0fd0a74084" /><Relationship Type="http://schemas.openxmlformats.org/officeDocument/2006/relationships/font" Target="/ppt/fonts/font17.dat" Id="R8cad0c3452014342" /><Relationship Type="http://schemas.openxmlformats.org/officeDocument/2006/relationships/font" Target="/ppt/fonts/font18.dat" Id="Rdbf1b5a140bd41d9" /><Relationship Type="http://schemas.openxmlformats.org/officeDocument/2006/relationships/font" Target="/ppt/fonts/font19.dat" Id="R687e21569cbe4b1f" /><Relationship Type="http://schemas.openxmlformats.org/officeDocument/2006/relationships/font" Target="/ppt/fonts/font20.dat" Id="R3fb55581869245fd" /><Relationship Type="http://schemas.openxmlformats.org/officeDocument/2006/relationships/font" Target="/ppt/fonts/font21.dat" Id="Rce996f5bfad94027" /><Relationship Type="http://schemas.openxmlformats.org/officeDocument/2006/relationships/font" Target="/ppt/fonts/font22.dat" Id="R62d1214259a44dd1" /><Relationship Type="http://schemas.openxmlformats.org/officeDocument/2006/relationships/font" Target="/ppt/fonts/font23.dat" Id="R98ef55768df9498f" /><Relationship Type="http://schemas.openxmlformats.org/officeDocument/2006/relationships/font" Target="/ppt/fonts/font24.dat" Id="R29f00211f75e4240" /><Relationship Type="http://schemas.openxmlformats.org/officeDocument/2006/relationships/slide" Target="/ppt/slides/slide1.xml" Id="Rb0b47d9ef90e4170" /><Relationship Type="http://schemas.openxmlformats.org/officeDocument/2006/relationships/slide" Target="/ppt/slides/slide2.xml" Id="R1be6fe2d45fb427e" /><Relationship Type="http://schemas.openxmlformats.org/officeDocument/2006/relationships/slide" Target="/ppt/slides/slide3.xml" Id="R59880a81ab3444f8" /><Relationship Type="http://schemas.openxmlformats.org/officeDocument/2006/relationships/slide" Target="/ppt/slides/slide4.xml" Id="Rfe07b76f99034a1f" /><Relationship Type="http://schemas.openxmlformats.org/officeDocument/2006/relationships/slide" Target="/ppt/slides/slide5.xml" Id="Rff2de941d79847ea" /><Relationship Type="http://schemas.openxmlformats.org/officeDocument/2006/relationships/slide" Target="/ppt/slides/slide6.xml" Id="Reab64a419eee4339" /><Relationship Type="http://schemas.openxmlformats.org/officeDocument/2006/relationships/slide" Target="/ppt/slides/slide7.xml" Id="R1e2064110b3c40bc" /><Relationship Type="http://schemas.openxmlformats.org/officeDocument/2006/relationships/slide" Target="/ppt/slides/slide8.xml" Id="Rb922d8afbd9848bc" /><Relationship Type="http://schemas.openxmlformats.org/officeDocument/2006/relationships/slide" Target="/ppt/slides/slide9.xml" Id="Ref54e281e5d74b71" /><Relationship Type="http://schemas.openxmlformats.org/officeDocument/2006/relationships/slide" Target="/ppt/slides/slide10.xml" Id="R4a1f63489d7240ff" /><Relationship Type="http://schemas.openxmlformats.org/officeDocument/2006/relationships/slide" Target="/ppt/slides/slide11.xml" Id="Rd6da56e5d90840b4" /><Relationship Type="http://schemas.openxmlformats.org/officeDocument/2006/relationships/slide" Target="/ppt/slides/slide12.xml" Id="R010f647577bd4174" /><Relationship Type="http://schemas.openxmlformats.org/officeDocument/2006/relationships/slide" Target="/ppt/slides/slide13.xml" Id="R1dc9809c155e4951" /><Relationship Type="http://schemas.openxmlformats.org/officeDocument/2006/relationships/slide" Target="/ppt/slides/slide14.xml" Id="R07c86e6f4b9a4e9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d062383a506a445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4cd78ee56ad4c9c" /><Relationship Type="http://schemas.openxmlformats.org/officeDocument/2006/relationships/notesMaster" Target="/ppt/notesMasters/notesMaster1.xml" Id="Rd98c26568f52498f" /></Relationships>
</file>

<file path=ppt/notesSlides/_rels/notesSlide2.xml.rels>&#65279;<?xml version="1.0" encoding="utf-8"?><Relationships xmlns="http://schemas.openxmlformats.org/package/2006/relationships"><Relationship Type="http://schemas.openxmlformats.org/officeDocument/2006/relationships/slide" Target="/ppt/slides/slide2.xml" Id="Rda15d507753741a4" /><Relationship Type="http://schemas.openxmlformats.org/officeDocument/2006/relationships/notesMaster" Target="/ppt/notesMasters/notesMaster1.xml" Id="R7c1f26f337cb479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f3891519e53421c" /><Relationship Type="http://schemas.openxmlformats.org/officeDocument/2006/relationships/notesMaster" Target="/ppt/notesMasters/notesMaster1.xml" Id="Ree1e38f3174c480b" /></Relationships>
</file>

<file path=ppt/notesSlides/_rels/notesSlide4.xml.rels>&#65279;<?xml version="1.0" encoding="utf-8"?><Relationships xmlns="http://schemas.openxmlformats.org/package/2006/relationships"><Relationship Type="http://schemas.openxmlformats.org/officeDocument/2006/relationships/slide" Target="/ppt/slides/slide4.xml" Id="R1eda4e0b30194589" /><Relationship Type="http://schemas.openxmlformats.org/officeDocument/2006/relationships/notesMaster" Target="/ppt/notesMasters/notesMaster1.xml" Id="Rc1b8954c6eb24c9e" /></Relationships>
</file>

<file path=ppt/notesSlides/_rels/notesSlide5.xml.rels>&#65279;<?xml version="1.0" encoding="utf-8"?><Relationships xmlns="http://schemas.openxmlformats.org/package/2006/relationships"><Relationship Type="http://schemas.openxmlformats.org/officeDocument/2006/relationships/slide" Target="/ppt/slides/slide5.xml" Id="Rad8d94fd83d4457f" /><Relationship Type="http://schemas.openxmlformats.org/officeDocument/2006/relationships/notesMaster" Target="/ppt/notesMasters/notesMaster1.xml" Id="R2ef7cc94d01d4342" /></Relationships>
</file>

<file path=ppt/notesSlides/_rels/notesSlide6.xml.rels>&#65279;<?xml version="1.0" encoding="utf-8"?><Relationships xmlns="http://schemas.openxmlformats.org/package/2006/relationships"><Relationship Type="http://schemas.openxmlformats.org/officeDocument/2006/relationships/slide" Target="/ppt/slides/slide6.xml" Id="R140ed39fc13f4a0c" /><Relationship Type="http://schemas.openxmlformats.org/officeDocument/2006/relationships/notesMaster" Target="/ppt/notesMasters/notesMaster1.xml" Id="R10c39f71642648c2" /></Relationships>
</file>

<file path=ppt/notesSlides/_rels/notesSlide7.xml.rels>&#65279;<?xml version="1.0" encoding="utf-8"?><Relationships xmlns="http://schemas.openxmlformats.org/package/2006/relationships"><Relationship Type="http://schemas.openxmlformats.org/officeDocument/2006/relationships/slide" Target="/ppt/slides/slide7.xml" Id="Rb2d9d64d15f44e68" /><Relationship Type="http://schemas.openxmlformats.org/officeDocument/2006/relationships/notesMaster" Target="/ppt/notesMasters/notesMaster1.xml" Id="R6d1729036f9842cd" /></Relationships>
</file>

<file path=ppt/notesSlides/_rels/notesSlide8.xml.rels>&#65279;<?xml version="1.0" encoding="utf-8"?><Relationships xmlns="http://schemas.openxmlformats.org/package/2006/relationships"><Relationship Type="http://schemas.openxmlformats.org/officeDocument/2006/relationships/slide" Target="/ppt/slides/slide8.xml" Id="Rcea72cc9baf940dd" /><Relationship Type="http://schemas.openxmlformats.org/officeDocument/2006/relationships/notesMaster" Target="/ppt/notesMasters/notesMaster1.xml" Id="R36c7aab23ae14f08" /></Relationships>
</file>

<file path=ppt/notesSlides/_rels/notesSlide9.xml.rels>&#65279;<?xml version="1.0" encoding="utf-8"?><Relationships xmlns="http://schemas.openxmlformats.org/package/2006/relationships"><Relationship Type="http://schemas.openxmlformats.org/officeDocument/2006/relationships/slide" Target="/ppt/slides/slide9.xml" Id="R700508f3447945e8" /><Relationship Type="http://schemas.openxmlformats.org/officeDocument/2006/relationships/notesMaster" Target="/ppt/notesMasters/notesMaster1.xml" Id="Rf353c8476dcc40b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32dd49bfc364ce0" /><Relationship Type="http://schemas.openxmlformats.org/officeDocument/2006/relationships/notesMaster" Target="/ppt/notesMasters/notesMaster1.xml" Id="Re8c42c8baaca439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c0a0aaf28594a6b" /><Relationship Type="http://schemas.openxmlformats.org/officeDocument/2006/relationships/notesMaster" Target="/ppt/notesMasters/notesMaster1.xml" Id="Rc1f1531fc64441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1f39bedb9244be4" /><Relationship Type="http://schemas.openxmlformats.org/officeDocument/2006/relationships/notesMaster" Target="/ppt/notesMasters/notesMaster1.xml" Id="R947667b9c37043c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148b86cf29546e8" /><Relationship Type="http://schemas.openxmlformats.org/officeDocument/2006/relationships/notesMaster" Target="/ppt/notesMasters/notesMaster1.xml" Id="R50ca7984f61f420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5d14d4114c94857" /><Relationship Type="http://schemas.openxmlformats.org/officeDocument/2006/relationships/notesMaster" Target="/ppt/notesMasters/notesMaster1.xml" Id="R5ef8d7e7bf33409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Build a barebones libscap/libsinsp collector in small steps. Following along is optional. Set up Ubuntu first, then demonstrate attachment, event reading, filtering, and process context.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Following along is optional. Demonstrate each stage from the VM. The final collector prints minimal process execution records. There are no detection rules, JSON formatting, or production deployment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Mac setup. Run only your platform’s setup script. It offers to install Multipass, creates Ubuntu 24.04, installs dependencies, and builds the Falco libraries. It creates no collector source files. Step 1 creates them. Approve the installer administrator prompt.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Windows setup. Run only your platform’s setup script. It offers to install Multipass, creates Ubuntu 24.04, installs dependencies, and builds the Falco libraries. It creates no collector source files. Step 1 creates them. Approve the installer administrator prompt. If Windows requests a restart, reboot and rerun the command.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 VM shell or second terminal is needed. Run starts or reuses the VM, copies source, rebuilds, and starts the collector. After the collector reports attachment, the runner executes /usr/bin/id inside Ubuntu automatically. It waits for capture to finish, then prints and saves the output. Successful build output is hidden; build failures are displayed. The VM stays available for the next run.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Mac repo folder in the same host terminal, one step at a time. Each step script writes src/main.cpp and src/CMakeLists.txt locally. Run copies them to Ubuntu, rebuilds, starts a fresh ten-second agent run, generates example activity, then displays output and saves logs/latest.log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Windows repo folder in the same host terminal, one step at a time. Each step script writes src/main.cpp and src/CMakeLists.txt locally. Run copies them to Ubuntu, rebuilds, starts a fresh ten-second agent run, generates example activity, then displays output and saves logs/latest.log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repository begins without collector source files. Step 1 creates the source directory and both files locally. Run copies them into Ubuntu and rebuilds. The full CMake file also sets C++17 and the output directory. The full main function handles exceptions and prints Attached to the Ubuntu kernel, then Capture stopped. No Enter key or manual editing is needed. The separate run script starts the collector. This initial stage waits ten seconds without draining events; the next stage adds the read loop.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step script installs this code automatically. The next slide shows the rest of the loop. The deadline expression is split for readability. next() uses an inspector-owned event pointer. Consume its contents before calling next() again.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continues the code installed by step 2. The count is events delivered successfully to this application, not a count of all syscalls on the machine. This first unfiltered run sees background activity. The runner automatically executes /usr/bin/id after attachment. The generated agent also explains that individual events are not printed yet. This slide abbreviates the summary string to fit. SCAP_EOF is included for correct status handling; a live stream normally ends because the ten-second deadline expires.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&lt; direction is a syscall exit event, not process termination. Filtering chooses which events next() returns to the application. The default driver syscall set is unchanged, so libsinsp can still maintain its process and file state. Do not promise exactly one event; other processes may execute during the window.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thread record is possible, so check for nullptr. Process names are short command names, not full executable paths or command lines. Use the event and thread data immediately; the inspector maintains their lifetime. Sources: https://github.com/falcosecurity/libs/blob/e72873882967cdd86b8753eca09ea3e9f91ccd4a/userspace/libsinsp/event.h and https://github.com/falcosecurity/libs/blob/e72873882967cdd86b8753eca09ea3e9f91ccd4a/userspace/libsinsp/threadinfo.h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output is illustrative, not a promise of one event. Step 4 includes all previous additions and works without running steps 1 and 2 first. Step scripts overwrite main.cpp and CMakeLists.txt locally. Run then rebuilds and captures, saving output to logs/latest.log. Process execution exit events can include failed calls; this workshop does not add success-only conditions or detection logic.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run script handles sudo inside Ubuntu automatically. Setup prepares the libraries. The numbered scripts create the collector source. Run builds and starts it. Before source exists, run prints No agent yet. Run step 1. If Multipass commands are missing immediately after installation, reopen the host terminal. Setup waits for the Ubuntu image catalog before launch. Windows PowerShell parsing and source generation have passed native checks. The full Windows Multipass workflow still needs a rehearsal. Code and step scripts: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d1395c08ca54a6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769e0bca248452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34e010b96b94ea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33679800dfb42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1893fbac34e4cf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7f6448a94b64404"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4c6563727d454c24"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497a096fd7547da"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76de42efdc64465c"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edc28776a748477c"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b685642c49b04a9e"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6d8249b258b54085"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f4145470569f4a71"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4a2ee99544242f0" /><Relationship Type="http://schemas.openxmlformats.org/officeDocument/2006/relationships/slideLayout" Target="/ppt/slideLayouts/slideLayout1.xml" Id="Ra616ffce37244e1b" /><Relationship Type="http://schemas.openxmlformats.org/officeDocument/2006/relationships/slideLayout" Target="/ppt/slideLayouts/slideLayout2.xml" Id="R2a514a03a9824031" /><Relationship Type="http://schemas.openxmlformats.org/officeDocument/2006/relationships/slideLayout" Target="/ppt/slideLayouts/slideLayout3.xml" Id="Ra7db9a43b147454d" /><Relationship Type="http://schemas.openxmlformats.org/officeDocument/2006/relationships/slideLayout" Target="/ppt/slideLayouts/slideLayout4.xml" Id="R8ddcb0953c874eef" /><Relationship Type="http://schemas.openxmlformats.org/officeDocument/2006/relationships/slideLayout" Target="/ppt/slideLayouts/slideLayout5.xml" Id="R383f74551a804eab" /><Relationship Type="http://schemas.openxmlformats.org/officeDocument/2006/relationships/slideLayout" Target="/ppt/slideLayouts/slideLayout6.xml" Id="Re4add2688e784cea" /><Relationship Type="http://schemas.openxmlformats.org/officeDocument/2006/relationships/slideLayout" Target="/ppt/slideLayouts/slideLayout7.xml" Id="R301c9059649c45c4" /><Relationship Type="http://schemas.openxmlformats.org/officeDocument/2006/relationships/slideLayout" Target="/ppt/slideLayouts/slideLayout8.xml" Id="Re8e84c9b78c14be9" /><Relationship Type="http://schemas.openxmlformats.org/officeDocument/2006/relationships/slideLayout" Target="/ppt/slideLayouts/slideLayout9.xml" Id="R7a6eb87855584b05" /><Relationship Type="http://schemas.openxmlformats.org/officeDocument/2006/relationships/slideLayout" Target="/ppt/slideLayouts/slideLayout10.xml" Id="Rdb1a6bc8c807424b" /><Relationship Type="http://schemas.openxmlformats.org/officeDocument/2006/relationships/slideLayout" Target="/ppt/slideLayouts/slideLayout11.xml" Id="R6a6d504dce4c4bab" /><Relationship Type="http://schemas.openxmlformats.org/officeDocument/2006/relationships/slideLayout" Target="/ppt/slideLayouts/slideLayout12.xml" Id="R386de4c90e3c4090"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33b23b0ffbfe4014" /><Relationship Type="http://schemas.openxmlformats.org/officeDocument/2006/relationships/slideLayout" Target="/ppt/slideLayouts/slideLayout13.xml" Id="R12f422d90ebb4a68"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a616ffce37244e1b"/>
    <p:sldLayoutId xmlns:r="http://schemas.openxmlformats.org/officeDocument/2006/relationships" id="2147483650" r:id="R2a514a03a9824031"/>
    <p:sldLayoutId xmlns:r="http://schemas.openxmlformats.org/officeDocument/2006/relationships" id="2147483651" r:id="Ra7db9a43b147454d"/>
    <p:sldLayoutId xmlns:r="http://schemas.openxmlformats.org/officeDocument/2006/relationships" id="2147483652" r:id="R8ddcb0953c874eef"/>
    <p:sldLayoutId xmlns:r="http://schemas.openxmlformats.org/officeDocument/2006/relationships" id="2147483653" r:id="R383f74551a804eab"/>
    <p:sldLayoutId xmlns:r="http://schemas.openxmlformats.org/officeDocument/2006/relationships" id="2147483654" r:id="Re4add2688e784cea"/>
    <p:sldLayoutId xmlns:r="http://schemas.openxmlformats.org/officeDocument/2006/relationships" id="2147483655" r:id="R301c9059649c45c4"/>
    <p:sldLayoutId xmlns:r="http://schemas.openxmlformats.org/officeDocument/2006/relationships" id="2147483656" r:id="Re8e84c9b78c14be9"/>
    <p:sldLayoutId xmlns:r="http://schemas.openxmlformats.org/officeDocument/2006/relationships" id="2147483657" r:id="R7a6eb87855584b05"/>
    <p:sldLayoutId xmlns:r="http://schemas.openxmlformats.org/officeDocument/2006/relationships" id="2147483658" r:id="Rdb1a6bc8c807424b"/>
    <p:sldLayoutId xmlns:r="http://schemas.openxmlformats.org/officeDocument/2006/relationships" id="2147483659" r:id="R6a6d504dce4c4bab"/>
    <p:sldLayoutId xmlns:r="http://schemas.openxmlformats.org/officeDocument/2006/relationships" id="2147483660" r:id="R386de4c90e3c4090"/>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12f422d90ebb4a68"/>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ec89215fcdc41ee" /><Relationship Type="http://schemas.openxmlformats.org/officeDocument/2006/relationships/image" Target="/ppt/media/image.png" Id="R21981d91f6bd4191" /><Relationship Type="http://schemas.openxmlformats.org/officeDocument/2006/relationships/notesSlide" Target="/ppt/notesSlides/notesSlide1.xml" Id="R7291047372014fa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e09191d84024ee8" /><Relationship Type="http://schemas.openxmlformats.org/officeDocument/2006/relationships/image" Target="/ppt/media/image.png" Id="R3935b39f8ea14c5b" /><Relationship Type="http://schemas.openxmlformats.org/officeDocument/2006/relationships/notesSlide" Target="/ppt/notesSlides/notesSlide2.xml" Id="R6afd9df61e4445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84d6f508c1f4f2b" /><Relationship Type="http://schemas.openxmlformats.org/officeDocument/2006/relationships/image" Target="/ppt/media/image.png" Id="Racd6ce8735d943ed" /><Relationship Type="http://schemas.openxmlformats.org/officeDocument/2006/relationships/notesSlide" Target="/ppt/notesSlides/notesSlide3.xml" Id="R7c5a16af7e93464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4fa298fa42546cb" /><Relationship Type="http://schemas.openxmlformats.org/officeDocument/2006/relationships/image" Target="/ppt/media/image.png" Id="R22c76fe324b447f9" /><Relationship Type="http://schemas.openxmlformats.org/officeDocument/2006/relationships/notesSlide" Target="/ppt/notesSlides/notesSlide4.xml" Id="R12208e949d29498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de09b6e8e23414d" /><Relationship Type="http://schemas.openxmlformats.org/officeDocument/2006/relationships/image" Target="/ppt/media/image.png" Id="R922725c62fc34ad2" /><Relationship Type="http://schemas.openxmlformats.org/officeDocument/2006/relationships/notesSlide" Target="/ppt/notesSlides/notesSlide5.xml" Id="Rcfb3b919c4d5452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971236140e34538" /><Relationship Type="http://schemas.openxmlformats.org/officeDocument/2006/relationships/image" Target="/ppt/media/image.png" Id="R16f604880191416a" /><Relationship Type="http://schemas.openxmlformats.org/officeDocument/2006/relationships/notesSlide" Target="/ppt/notesSlides/notesSlide6.xml" Id="Raa89a6e690be468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00fffc871ba4d39" /><Relationship Type="http://schemas.openxmlformats.org/officeDocument/2006/relationships/image" Target="/ppt/media/image.png" Id="Ra65a966efd6f41b4" /><Relationship Type="http://schemas.openxmlformats.org/officeDocument/2006/relationships/notesSlide" Target="/ppt/notesSlides/notesSlide7.xml" Id="Rc86a9dfca100470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e7270f7709b42ba" /><Relationship Type="http://schemas.openxmlformats.org/officeDocument/2006/relationships/image" Target="/ppt/media/image.png" Id="R73909c2681a5438d" /><Relationship Type="http://schemas.openxmlformats.org/officeDocument/2006/relationships/notesSlide" Target="/ppt/notesSlides/notesSlide8.xml" Id="R4d75734fcc95446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7f6193bc16943ec" /><Relationship Type="http://schemas.openxmlformats.org/officeDocument/2006/relationships/image" Target="/ppt/media/image.png" Id="Rbf390aaed5564de1" /><Relationship Type="http://schemas.openxmlformats.org/officeDocument/2006/relationships/notesSlide" Target="/ppt/notesSlides/notesSlide9.xml" Id="Ra81d5f1c36e6420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bef3d0989474176" /><Relationship Type="http://schemas.openxmlformats.org/officeDocument/2006/relationships/image" Target="/ppt/media/image.png" Id="R1a5093503f3946c1" /><Relationship Type="http://schemas.openxmlformats.org/officeDocument/2006/relationships/notesSlide" Target="/ppt/notesSlides/notesSlide10.xml" Id="Rf4c0e00107324bd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b1892d114484cc5" /><Relationship Type="http://schemas.openxmlformats.org/officeDocument/2006/relationships/image" Target="/ppt/media/image.png" Id="R075c5b9751044f64" /><Relationship Type="http://schemas.openxmlformats.org/officeDocument/2006/relationships/notesSlide" Target="/ppt/notesSlides/notesSlide11.xml" Id="Refc357411f9d4e0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816dc3c22e54f6b" /><Relationship Type="http://schemas.openxmlformats.org/officeDocument/2006/relationships/image" Target="/ppt/media/image.png" Id="R0c423fc47597443e" /><Relationship Type="http://schemas.openxmlformats.org/officeDocument/2006/relationships/notesSlide" Target="/ppt/notesSlides/notesSlide12.xml" Id="R16fdc965156d4dd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00a48b4d6794c1d" /><Relationship Type="http://schemas.openxmlformats.org/officeDocument/2006/relationships/image" Target="/ppt/media/image.png" Id="R29e197c21410438d" /><Relationship Type="http://schemas.openxmlformats.org/officeDocument/2006/relationships/notesSlide" Target="/ppt/notesSlides/notesSlide13.xml" Id="Refdb44e8fab54ae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2ab72f2f67d49bc" /><Relationship Type="http://schemas.openxmlformats.org/officeDocument/2006/relationships/image" Target="/ppt/media/image.png" Id="Re3d7ef4c27834462" /><Relationship Type="http://schemas.openxmlformats.org/officeDocument/2006/relationships/notesSlide" Target="/ppt/notesSlides/notesSlide14.xml" Id="R8888be28258c48f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21981d91f6bd4191">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21981d91f6bd4191">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21981d91f6bd4191">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21981d91f6bd4191">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21981d91f6bd4191">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21981d91f6bd4191">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21981d91f6bd4191">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21981d91f6bd4191">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 collector, one step at a time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 along or watch the presenter.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Set up Ubuntu first. Then add one small piece and run it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captures syscalls. libsinsp provides event and process context.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workshop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1  Create the barebones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2  Read and count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3  Keep process executions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4  Add process name and PID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935b39f8ea14c5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935b39f8ea14c5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935b39f8ea14c5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935b39f8ea14c5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Terminal.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cd6ce8735d943e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cd6ce8735d943e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cd6ce8735d943e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cd6ce8735d943e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PowerShell.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scripts/windows/setup.ps1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2c76fe324b447f9">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2c76fe324b447f9">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2c76fe324b447f9">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2c76fe324b447f9">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One terminal</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Stay in your Mac terminal or Windows PowerShell.</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Apply a step,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scripts handle Ubuntu and generate example activity automatically.</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Every run</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Rebuild the current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Run for ten seconds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Show the result and stop the agent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Save output to logs/latest.log</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22725c62fc34ad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22725c62fc34ad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22725c62fc34ad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22725c62fc34ad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Terminal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scripts/mac/step-1.sh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scripts/mac/step-2.sh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scripts/mac/step-3.sh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scripts/mac/step-4.sh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6f604880191416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6f604880191416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6f604880191416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6f604880191416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PowerShell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scripts/windows/step-1.ps1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scripts/windows/step-2.ps1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scripts/windows/step-3.ps1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scripts/windows/step-4.ps1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65a966efd6f41b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65a966efd6f41b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65a966efd6f41b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65a966efd6f41b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Create the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1,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1 creates src/main.cpp and src/CMakeLists.txt locally. The run script builds them in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attaches for ten seconds, then stops. It does not read events yet.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two new files (excerpts)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src/CMakeLists.txt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add_executable(workshop-agent main.cpp)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target_link_libraries(workshop-agent sinsp)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src/main.cpp, inside main()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"Attached."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std::this_thread::sleep_for(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inspector.close();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3909c2681a5438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3909c2681a5438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3909c2681a5438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3909c2681a5438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Read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2,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2 adds the read loop. Run starts a ten-second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next() returns an event or a status.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(first half)</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std::uint64_t received =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std::chrono::steady_clock::now()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while(std::chrono::steady_clock::now()</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sinsp_evt* event = nullptr;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const auto result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bf390aaed5564de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bf390aaed5564de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bf390aaed5564de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bf390aaed5564de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Count the returned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Skip timeouts and filtered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Report errors instead of treating them as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Events reach user space. This step prints only their count, not each event.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SCAP_TIMEOUT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result == SCAP_FILTERED_EVENT)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continue;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SCAP_EOF) { break;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SCAP_SUCCESS)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throw std::runtime_error(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inspector.getlasterr());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 STEP 4 goes here later.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std::cout &lt;&lt; "Read " &lt;&lt;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 events into user space."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std::endl;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a5093503f3946c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a5093503f3946c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a5093503f3946c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a5093503f3946c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3: Keep process executions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3,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this filter before capture. Example activity runs automatically.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count now covers execution exit events.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3: filter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inspector.set_filter(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(execve, execveat)"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and evt.dir=&lt;");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The runner generates activity</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inside Ubuntu automatically.</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75c5b9751044f6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75c5b9751044f6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75c5b9751044f6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75c5b9751044f6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4: Add process context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4,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process context to the read loop.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Look for an execution with name=id.</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4: context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process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event-&gt;get_thread_info();</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if(process != nullptr)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std::cout &lt;&lt; event-&gt;get_name()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pid=" &lt;&lt; process-&gt;m_pid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name=" &lt;&lt; process-&gt;m_comm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c423fc47597443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c423fc47597443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c423fc47597443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c423fc47597443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finished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Attach. Read. Filter. Add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short line per process execution.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stops after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4 writes the complete collector. Run rebuilds and captures.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Example output; PID and count will vary</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Attached to the Ubuntu kernel.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execve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Read 1 process-execution events.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stopped.</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Saved on your laptop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logs/latest.log</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9e197c21410438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9e197c21410438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9e197c21410438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9e197c21410438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collector monitors the Ubuntu VM.</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handles capture. libsinsp adds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when you are done.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time, use your run script.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It starts the VM automatically.</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3d7ef4c2783446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3d7ef4c2783446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3d7ef4c2783446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3d7ef4c2783446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2026-10-01T23:11:03.6820000Z</dcterms:created>
  <dcterms:modified xsi:type="dcterms:W3CDTF">2026-10-01T23:11:03.6820000Z</dcterms:modified>
</coreProperties>
</file>