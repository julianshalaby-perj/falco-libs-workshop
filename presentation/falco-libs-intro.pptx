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Masters/slideMaster2.xml" ContentType="application/vnd.openxmlformats-officedocument.presentationml.slideMaster+xml"/>
  <Override PartName="/ppt/slideMasters/theme/theme3.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Masters/notesMaster1.xml" ContentType="application/vnd.openxmlformats-officedocument.presentationml.notesMaster+xml"/>
  <Override PartName="/ppt/notesMasters/theme/theme4.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6abae2423bf41cc" /><Relationship Type="http://schemas.openxmlformats.org/officeDocument/2006/relationships/extended-properties" Target="/docProps/app.xml" Id="Re24540913aa04613" /><Relationship Type="http://schemas.openxmlformats.org/officeDocument/2006/relationships/officeDocument" Target="/ppt/presentation.xml" Id="Rad5c201eb8d6489b"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89bf47920ba04ecc"/>
    <p:sldMasterId xmlns:r="http://schemas.openxmlformats.org/officeDocument/2006/relationships" id="2147483661" r:id="R1c08685ca4304205"/>
  </p:sldMasterIdLst>
  <p:notesMasterIdLst>
    <p:notesMasterId xmlns:r="http://schemas.openxmlformats.org/officeDocument/2006/relationships" r:id="Rd5e5ae9dc49a4937"/>
  </p:notesMasterIdLst>
  <p:sldIdLst>
    <p:sldId xmlns:r="http://schemas.openxmlformats.org/officeDocument/2006/relationships" id="256" r:id="Rb16733143f1e461a"/>
    <p:sldId xmlns:r="http://schemas.openxmlformats.org/officeDocument/2006/relationships" id="257" r:id="R35868a4084f44ce5"/>
    <p:sldId xmlns:r="http://schemas.openxmlformats.org/officeDocument/2006/relationships" id="258" r:id="Read174f2338449e3"/>
    <p:sldId xmlns:r="http://schemas.openxmlformats.org/officeDocument/2006/relationships" id="259" r:id="R8ce9940c060c4e2f"/>
    <p:sldId xmlns:r="http://schemas.openxmlformats.org/officeDocument/2006/relationships" id="260" r:id="R2d013fed72de4a4f"/>
    <p:sldId xmlns:r="http://schemas.openxmlformats.org/officeDocument/2006/relationships" id="261" r:id="R9ed9038ce66a4f6d"/>
    <p:sldId xmlns:r="http://schemas.openxmlformats.org/officeDocument/2006/relationships" id="262" r:id="Rf13a68e5bfa140a9"/>
    <p:sldId xmlns:r="http://schemas.openxmlformats.org/officeDocument/2006/relationships" id="263" r:id="Rf5d36e3896bb49eb"/>
    <p:sldId xmlns:r="http://schemas.openxmlformats.org/officeDocument/2006/relationships" id="264" r:id="R9365bbb05f934968"/>
    <p:sldId xmlns:r="http://schemas.openxmlformats.org/officeDocument/2006/relationships" id="265" r:id="Rb970fd47762c419b"/>
    <p:sldId xmlns:r="http://schemas.openxmlformats.org/officeDocument/2006/relationships" id="266" r:id="Rc60886d035f345b5"/>
    <p:sldId xmlns:r="http://schemas.openxmlformats.org/officeDocument/2006/relationships" id="267" r:id="Ra3e320dfd6084268"/>
    <p:sldId xmlns:r="http://schemas.openxmlformats.org/officeDocument/2006/relationships" id="268" r:id="R24402e5980484f61"/>
    <p:sldId xmlns:r="http://schemas.openxmlformats.org/officeDocument/2006/relationships" id="269" r:id="R23b8193c20854265"/>
    <p:sldId xmlns:r="http://schemas.openxmlformats.org/officeDocument/2006/relationships" id="270" r:id="R20de4c20c9184353"/>
    <p:sldId xmlns:r="http://schemas.openxmlformats.org/officeDocument/2006/relationships" id="271" r:id="R559640d325734ae3"/>
    <p:sldId xmlns:r="http://schemas.openxmlformats.org/officeDocument/2006/relationships" id="272" r:id="Rfb2db6c1b03c4754"/>
    <p:sldId xmlns:r="http://schemas.openxmlformats.org/officeDocument/2006/relationships" id="273" r:id="R434283c5cde249a7"/>
    <p:sldId xmlns:r="http://schemas.openxmlformats.org/officeDocument/2006/relationships" id="274" r:id="R7ce866083bd84ad3"/>
    <p:sldId xmlns:r="http://schemas.openxmlformats.org/officeDocument/2006/relationships" id="275" r:id="R69156ad2b1974651"/>
    <p:sldId xmlns:r="http://schemas.openxmlformats.org/officeDocument/2006/relationships" id="276" r:id="Re675a8f20da04a33"/>
    <p:sldId xmlns:r="http://schemas.openxmlformats.org/officeDocument/2006/relationships" id="277" r:id="Ra7e927a04cf548a8"/>
    <p:sldId xmlns:r="http://schemas.openxmlformats.org/officeDocument/2006/relationships" id="278" r:id="R1cd0610cbd4045fa"/>
    <p:sldId xmlns:r="http://schemas.openxmlformats.org/officeDocument/2006/relationships" id="279" r:id="Rca4d24234fee4690"/>
    <p:sldId xmlns:r="http://schemas.openxmlformats.org/officeDocument/2006/relationships" id="280" r:id="R72fee1623d3d4cba"/>
    <p:sldId xmlns:r="http://schemas.openxmlformats.org/officeDocument/2006/relationships" id="281" r:id="R3e77cebdfe9e44ba"/>
    <p:sldId xmlns:r="http://schemas.openxmlformats.org/officeDocument/2006/relationships" id="282" r:id="Reeb19464effa436f"/>
  </p:sldIdLst>
  <p:sldSz cx="9144000" cy="5143500"/>
  <p:notesSz cx="6858000" cy="9144000"/>
  <p:embeddedFontLst>
    <p:embeddedFont>
      <p:font typeface="Roboto Mono Medium"/>
      <p:regular xmlns:r="http://schemas.openxmlformats.org/officeDocument/2006/relationships" r:id="R3a3dd72fbd9c4fbc"/>
      <p:bold xmlns:r="http://schemas.openxmlformats.org/officeDocument/2006/relationships" r:id="R870b945399f54583"/>
      <p:italic xmlns:r="http://schemas.openxmlformats.org/officeDocument/2006/relationships" r:id="R5b11cc361d374f12"/>
      <p:boldItalic xmlns:r="http://schemas.openxmlformats.org/officeDocument/2006/relationships" r:id="R1ef092a2ccf645e3"/>
    </p:embeddedFont>
    <p:embeddedFont>
      <p:font typeface="Inter SemiBold"/>
      <p:regular xmlns:r="http://schemas.openxmlformats.org/officeDocument/2006/relationships" r:id="R568f1c5ebc9a43b9"/>
      <p:bold xmlns:r="http://schemas.openxmlformats.org/officeDocument/2006/relationships" r:id="Rb6654ade39444081"/>
      <p:italic xmlns:r="http://schemas.openxmlformats.org/officeDocument/2006/relationships" r:id="R8f15f0aa7bd94b3c"/>
      <p:boldItalic xmlns:r="http://schemas.openxmlformats.org/officeDocument/2006/relationships" r:id="Rdcaa15e0fb0f49d8"/>
    </p:embeddedFont>
    <p:embeddedFont>
      <p:font typeface="Montserrat Black"/>
      <p:bold xmlns:r="http://schemas.openxmlformats.org/officeDocument/2006/relationships" r:id="R61788e1d4376471f"/>
      <p:boldItalic xmlns:r="http://schemas.openxmlformats.org/officeDocument/2006/relationships" r:id="Rcb38c61898ff44ce"/>
    </p:embeddedFont>
    <p:embeddedFont>
      <p:font typeface="Montserrat"/>
      <p:bold xmlns:r="http://schemas.openxmlformats.org/officeDocument/2006/relationships" r:id="Rc1ed10b308e1431a"/>
      <p:boldItalic xmlns:r="http://schemas.openxmlformats.org/officeDocument/2006/relationships" r:id="R38ef97b4f881412c"/>
    </p:embeddedFont>
    <p:embeddedFont>
      <p:font typeface="Inter"/>
      <p:regular xmlns:r="http://schemas.openxmlformats.org/officeDocument/2006/relationships" r:id="R9a5b451b3c7844f8"/>
      <p:bold xmlns:r="http://schemas.openxmlformats.org/officeDocument/2006/relationships" r:id="Rdd6c2103ad2849af"/>
      <p:italic xmlns:r="http://schemas.openxmlformats.org/officeDocument/2006/relationships" r:id="R9e034cc9e4e44e73"/>
      <p:boldItalic xmlns:r="http://schemas.openxmlformats.org/officeDocument/2006/relationships" r:id="R38e509850dd04675"/>
    </p:embeddedFont>
    <p:embeddedFont>
      <p:font typeface="Montserrat ExtraBold"/>
      <p:bold xmlns:r="http://schemas.openxmlformats.org/officeDocument/2006/relationships" r:id="Rc948dbb9fe55468d"/>
      <p:boldItalic xmlns:r="http://schemas.openxmlformats.org/officeDocument/2006/relationships" r:id="R5a3b4a3ee81c4e85"/>
    </p:embeddedFont>
    <p:embeddedFont>
      <p:font typeface="Roboto Mono"/>
      <p:bold xmlns:r="http://schemas.openxmlformats.org/officeDocument/2006/relationships" r:id="Re834837569e24754"/>
      <p:boldItalic xmlns:r="http://schemas.openxmlformats.org/officeDocument/2006/relationships" r:id="Ree689956d7cc475c"/>
    </p:embeddedFont>
    <p:embeddedFont>
      <p:font typeface="Inter Medium"/>
      <p:regular xmlns:r="http://schemas.openxmlformats.org/officeDocument/2006/relationships" r:id="Rd77baa4126374e6e"/>
      <p:bold xmlns:r="http://schemas.openxmlformats.org/officeDocument/2006/relationships" r:id="Rf54b5835c5284692"/>
      <p:italic xmlns:r="http://schemas.openxmlformats.org/officeDocument/2006/relationships" r:id="Rf1df811538364c8f"/>
      <p:boldItalic xmlns:r="http://schemas.openxmlformats.org/officeDocument/2006/relationships" r:id="Re4e27cf7ce544de8"/>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viewPr>
</file>

<file path=ppt/_rels/presentation.xml.rels>&#65279;<?xml version="1.0" encoding="utf-8"?><Relationships xmlns="http://schemas.openxmlformats.org/package/2006/relationships"><Relationship Type="http://schemas.openxmlformats.org/officeDocument/2006/relationships/theme" Target="/ppt/theme/theme1.xml" Id="R26363b2336724845" /><Relationship Type="http://schemas.openxmlformats.org/officeDocument/2006/relationships/slideMaster" Target="/ppt/slideMasters/slideMaster1.xml" Id="R89bf47920ba04ecc" /><Relationship Type="http://schemas.openxmlformats.org/officeDocument/2006/relationships/slideMaster" Target="/ppt/slideMasters/slideMaster2.xml" Id="R1c08685ca4304205" /><Relationship Type="http://schemas.openxmlformats.org/officeDocument/2006/relationships/notesMaster" Target="/ppt/notesMasters/notesMaster1.xml" Id="Rd5e5ae9dc49a4937" /><Relationship Type="http://schemas.openxmlformats.org/officeDocument/2006/relationships/presProps" Target="/ppt/presProps.xml" Id="R753dc3b0376a4bb0" /><Relationship Type="http://schemas.openxmlformats.org/officeDocument/2006/relationships/viewProps" Target="/ppt/viewProps.xml" Id="Re875c4022aff4061" /><Relationship Type="http://schemas.openxmlformats.org/officeDocument/2006/relationships/tableStyles" Target="/ppt/tableStyles.xml" Id="R5a8956e8747f42fc" /><Relationship Type="http://schemas.openxmlformats.org/officeDocument/2006/relationships/font" Target="/ppt/fonts/font.dat" Id="R3a3dd72fbd9c4fbc" /><Relationship Type="http://schemas.openxmlformats.org/officeDocument/2006/relationships/font" Target="/ppt/fonts/font2.dat" Id="R870b945399f54583" /><Relationship Type="http://schemas.openxmlformats.org/officeDocument/2006/relationships/font" Target="/ppt/fonts/font3.dat" Id="R5b11cc361d374f12" /><Relationship Type="http://schemas.openxmlformats.org/officeDocument/2006/relationships/font" Target="/ppt/fonts/font4.dat" Id="R1ef092a2ccf645e3" /><Relationship Type="http://schemas.openxmlformats.org/officeDocument/2006/relationships/font" Target="/ppt/fonts/font5.dat" Id="R568f1c5ebc9a43b9" /><Relationship Type="http://schemas.openxmlformats.org/officeDocument/2006/relationships/font" Target="/ppt/fonts/font6.dat" Id="Rb6654ade39444081" /><Relationship Type="http://schemas.openxmlformats.org/officeDocument/2006/relationships/font" Target="/ppt/fonts/font7.dat" Id="R8f15f0aa7bd94b3c" /><Relationship Type="http://schemas.openxmlformats.org/officeDocument/2006/relationships/font" Target="/ppt/fonts/font8.dat" Id="Rdcaa15e0fb0f49d8" /><Relationship Type="http://schemas.openxmlformats.org/officeDocument/2006/relationships/font" Target="/ppt/fonts/font9.dat" Id="R61788e1d4376471f" /><Relationship Type="http://schemas.openxmlformats.org/officeDocument/2006/relationships/font" Target="/ppt/fonts/font10.dat" Id="Rcb38c61898ff44ce" /><Relationship Type="http://schemas.openxmlformats.org/officeDocument/2006/relationships/font" Target="/ppt/fonts/font11.dat" Id="Rc1ed10b308e1431a" /><Relationship Type="http://schemas.openxmlformats.org/officeDocument/2006/relationships/font" Target="/ppt/fonts/font12.dat" Id="R38ef97b4f881412c" /><Relationship Type="http://schemas.openxmlformats.org/officeDocument/2006/relationships/font" Target="/ppt/fonts/font13.dat" Id="R9a5b451b3c7844f8" /><Relationship Type="http://schemas.openxmlformats.org/officeDocument/2006/relationships/font" Target="/ppt/fonts/font14.dat" Id="Rdd6c2103ad2849af" /><Relationship Type="http://schemas.openxmlformats.org/officeDocument/2006/relationships/font" Target="/ppt/fonts/font15.dat" Id="R9e034cc9e4e44e73" /><Relationship Type="http://schemas.openxmlformats.org/officeDocument/2006/relationships/font" Target="/ppt/fonts/font16.dat" Id="R38e509850dd04675" /><Relationship Type="http://schemas.openxmlformats.org/officeDocument/2006/relationships/font" Target="/ppt/fonts/font17.dat" Id="Rc948dbb9fe55468d" /><Relationship Type="http://schemas.openxmlformats.org/officeDocument/2006/relationships/font" Target="/ppt/fonts/font18.dat" Id="R5a3b4a3ee81c4e85" /><Relationship Type="http://schemas.openxmlformats.org/officeDocument/2006/relationships/font" Target="/ppt/fonts/font19.dat" Id="Re834837569e24754" /><Relationship Type="http://schemas.openxmlformats.org/officeDocument/2006/relationships/font" Target="/ppt/fonts/font20.dat" Id="Ree689956d7cc475c" /><Relationship Type="http://schemas.openxmlformats.org/officeDocument/2006/relationships/font" Target="/ppt/fonts/font21.dat" Id="Rd77baa4126374e6e" /><Relationship Type="http://schemas.openxmlformats.org/officeDocument/2006/relationships/font" Target="/ppt/fonts/font22.dat" Id="Rf54b5835c5284692" /><Relationship Type="http://schemas.openxmlformats.org/officeDocument/2006/relationships/font" Target="/ppt/fonts/font23.dat" Id="Rf1df811538364c8f" /><Relationship Type="http://schemas.openxmlformats.org/officeDocument/2006/relationships/font" Target="/ppt/fonts/font24.dat" Id="Re4e27cf7ce544de8" /><Relationship Type="http://schemas.openxmlformats.org/officeDocument/2006/relationships/slide" Target="/ppt/slides/slide1.xml" Id="Rb16733143f1e461a" /><Relationship Type="http://schemas.openxmlformats.org/officeDocument/2006/relationships/slide" Target="/ppt/slides/slide2.xml" Id="R35868a4084f44ce5" /><Relationship Type="http://schemas.openxmlformats.org/officeDocument/2006/relationships/slide" Target="/ppt/slides/slide3.xml" Id="Read174f2338449e3" /><Relationship Type="http://schemas.openxmlformats.org/officeDocument/2006/relationships/slide" Target="/ppt/slides/slide4.xml" Id="R8ce9940c060c4e2f" /><Relationship Type="http://schemas.openxmlformats.org/officeDocument/2006/relationships/slide" Target="/ppt/slides/slide5.xml" Id="R2d013fed72de4a4f" /><Relationship Type="http://schemas.openxmlformats.org/officeDocument/2006/relationships/slide" Target="/ppt/slides/slide6.xml" Id="R9ed9038ce66a4f6d" /><Relationship Type="http://schemas.openxmlformats.org/officeDocument/2006/relationships/slide" Target="/ppt/slides/slide7.xml" Id="Rf13a68e5bfa140a9" /><Relationship Type="http://schemas.openxmlformats.org/officeDocument/2006/relationships/slide" Target="/ppt/slides/slide8.xml" Id="Rf5d36e3896bb49eb" /><Relationship Type="http://schemas.openxmlformats.org/officeDocument/2006/relationships/slide" Target="/ppt/slides/slide9.xml" Id="R9365bbb05f934968" /><Relationship Type="http://schemas.openxmlformats.org/officeDocument/2006/relationships/slide" Target="/ppt/slides/slide10.xml" Id="Rb970fd47762c419b" /><Relationship Type="http://schemas.openxmlformats.org/officeDocument/2006/relationships/slide" Target="/ppt/slides/slide11.xml" Id="Rc60886d035f345b5" /><Relationship Type="http://schemas.openxmlformats.org/officeDocument/2006/relationships/slide" Target="/ppt/slides/slide12.xml" Id="Ra3e320dfd6084268" /><Relationship Type="http://schemas.openxmlformats.org/officeDocument/2006/relationships/slide" Target="/ppt/slides/slide13.xml" Id="R24402e5980484f61" /><Relationship Type="http://schemas.openxmlformats.org/officeDocument/2006/relationships/slide" Target="/ppt/slides/slide14.xml" Id="R23b8193c20854265" /><Relationship Type="http://schemas.openxmlformats.org/officeDocument/2006/relationships/slide" Target="/ppt/slides/slide15.xml" Id="R20de4c20c9184353" /><Relationship Type="http://schemas.openxmlformats.org/officeDocument/2006/relationships/slide" Target="/ppt/slides/slide16.xml" Id="R559640d325734ae3" /><Relationship Type="http://schemas.openxmlformats.org/officeDocument/2006/relationships/slide" Target="/ppt/slides/slide17.xml" Id="Rfb2db6c1b03c4754" /><Relationship Type="http://schemas.openxmlformats.org/officeDocument/2006/relationships/slide" Target="/ppt/slides/slide18.xml" Id="R434283c5cde249a7" /><Relationship Type="http://schemas.openxmlformats.org/officeDocument/2006/relationships/slide" Target="/ppt/slides/slide19.xml" Id="R7ce866083bd84ad3" /><Relationship Type="http://schemas.openxmlformats.org/officeDocument/2006/relationships/slide" Target="/ppt/slides/slide20.xml" Id="R69156ad2b1974651" /><Relationship Type="http://schemas.openxmlformats.org/officeDocument/2006/relationships/slide" Target="/ppt/slides/slide21.xml" Id="Re675a8f20da04a33" /><Relationship Type="http://schemas.openxmlformats.org/officeDocument/2006/relationships/slide" Target="/ppt/slides/slide22.xml" Id="Ra7e927a04cf548a8" /><Relationship Type="http://schemas.openxmlformats.org/officeDocument/2006/relationships/slide" Target="/ppt/slides/slide23.xml" Id="R1cd0610cbd4045fa" /><Relationship Type="http://schemas.openxmlformats.org/officeDocument/2006/relationships/slide" Target="/ppt/slides/slide24.xml" Id="Rca4d24234fee4690" /><Relationship Type="http://schemas.openxmlformats.org/officeDocument/2006/relationships/slide" Target="/ppt/slides/slide25.xml" Id="R72fee1623d3d4cba" /><Relationship Type="http://schemas.openxmlformats.org/officeDocument/2006/relationships/slide" Target="/ppt/slides/slide26.xml" Id="R3e77cebdfe9e44ba" /><Relationship Type="http://schemas.openxmlformats.org/officeDocument/2006/relationships/slide" Target="/ppt/slides/slide27.xml" Id="Reeb19464effa436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4.xml" Id="R7cd8f3cb1494439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4.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58e545760e24a66" /><Relationship Type="http://schemas.openxmlformats.org/officeDocument/2006/relationships/notesMaster" Target="/ppt/notesMasters/notesMaster1.xml" Id="R478d2049166245ff" /></Relationships>
</file>

<file path=ppt/notesSlides/_rels/notesSlide2.xml.rels>&#65279;<?xml version="1.0" encoding="utf-8"?><Relationships xmlns="http://schemas.openxmlformats.org/package/2006/relationships"><Relationship Type="http://schemas.openxmlformats.org/officeDocument/2006/relationships/slide" Target="/ppt/slides/slide2.xml" Id="R72104b4bedc34d9e" /><Relationship Type="http://schemas.openxmlformats.org/officeDocument/2006/relationships/notesMaster" Target="/ppt/notesMasters/notesMaster1.xml" Id="Rda15e516ef0c4f52" /></Relationships>
</file>

<file path=ppt/notesSlides/_rels/notesSlide3.xml.rels>&#65279;<?xml version="1.0" encoding="utf-8"?><Relationships xmlns="http://schemas.openxmlformats.org/package/2006/relationships"><Relationship Type="http://schemas.openxmlformats.org/officeDocument/2006/relationships/slide" Target="/ppt/slides/slide3.xml" Id="R4ae67c65d7504ff1" /><Relationship Type="http://schemas.openxmlformats.org/officeDocument/2006/relationships/notesMaster" Target="/ppt/notesMasters/notesMaster1.xml" Id="R427ddadc58f24944" /></Relationships>
</file>

<file path=ppt/notesSlides/_rels/notesSlide4.xml.rels>&#65279;<?xml version="1.0" encoding="utf-8"?><Relationships xmlns="http://schemas.openxmlformats.org/package/2006/relationships"><Relationship Type="http://schemas.openxmlformats.org/officeDocument/2006/relationships/slide" Target="/ppt/slides/slide4.xml" Id="R284b38ca51eb4c29" /><Relationship Type="http://schemas.openxmlformats.org/officeDocument/2006/relationships/notesMaster" Target="/ppt/notesMasters/notesMaster1.xml" Id="R6813fd6937754508" /></Relationships>
</file>

<file path=ppt/notesSlides/_rels/notesSlide5.xml.rels>&#65279;<?xml version="1.0" encoding="utf-8"?><Relationships xmlns="http://schemas.openxmlformats.org/package/2006/relationships"><Relationship Type="http://schemas.openxmlformats.org/officeDocument/2006/relationships/slide" Target="/ppt/slides/slide5.xml" Id="R33b743ac9ec34075" /><Relationship Type="http://schemas.openxmlformats.org/officeDocument/2006/relationships/notesMaster" Target="/ppt/notesMasters/notesMaster1.xml" Id="R3d7a93e29c95482a" /></Relationships>
</file>

<file path=ppt/notesSlides/_rels/notesSlide6.xml.rels>&#65279;<?xml version="1.0" encoding="utf-8"?><Relationships xmlns="http://schemas.openxmlformats.org/package/2006/relationships"><Relationship Type="http://schemas.openxmlformats.org/officeDocument/2006/relationships/slide" Target="/ppt/slides/slide6.xml" Id="R0de4692e9a274e4b" /><Relationship Type="http://schemas.openxmlformats.org/officeDocument/2006/relationships/notesMaster" Target="/ppt/notesMasters/notesMaster1.xml" Id="R7c857980cbb34827" /></Relationships>
</file>

<file path=ppt/notesSlides/_rels/notesSlide7.xml.rels>&#65279;<?xml version="1.0" encoding="utf-8"?><Relationships xmlns="http://schemas.openxmlformats.org/package/2006/relationships"><Relationship Type="http://schemas.openxmlformats.org/officeDocument/2006/relationships/slide" Target="/ppt/slides/slide7.xml" Id="R3cd55edbd39247fe" /><Relationship Type="http://schemas.openxmlformats.org/officeDocument/2006/relationships/notesMaster" Target="/ppt/notesMasters/notesMaster1.xml" Id="Rd31c36d40d8148ad" /></Relationships>
</file>

<file path=ppt/notesSlides/_rels/notesSlide8.xml.rels>&#65279;<?xml version="1.0" encoding="utf-8"?><Relationships xmlns="http://schemas.openxmlformats.org/package/2006/relationships"><Relationship Type="http://schemas.openxmlformats.org/officeDocument/2006/relationships/slide" Target="/ppt/slides/slide8.xml" Id="R4f0596716b1d46e2" /><Relationship Type="http://schemas.openxmlformats.org/officeDocument/2006/relationships/notesMaster" Target="/ppt/notesMasters/notesMaster1.xml" Id="R80d2eacf6bf24197" /></Relationships>
</file>

<file path=ppt/notesSlides/_rels/notesSlide9.xml.rels>&#65279;<?xml version="1.0" encoding="utf-8"?><Relationships xmlns="http://schemas.openxmlformats.org/package/2006/relationships"><Relationship Type="http://schemas.openxmlformats.org/officeDocument/2006/relationships/slide" Target="/ppt/slides/slide9.xml" Id="Reb4b076bcfe44d24" /><Relationship Type="http://schemas.openxmlformats.org/officeDocument/2006/relationships/notesMaster" Target="/ppt/notesMasters/notesMaster1.xml" Id="Rb0971b0fa574416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211cf582c374b28" /><Relationship Type="http://schemas.openxmlformats.org/officeDocument/2006/relationships/notesMaster" Target="/ppt/notesMasters/notesMaster1.xml" Id="Rea2fb678d56b4d6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7a67843f5a14b48" /><Relationship Type="http://schemas.openxmlformats.org/officeDocument/2006/relationships/notesMaster" Target="/ppt/notesMasters/notesMaster1.xml" Id="R5b1aefecf5af450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5a86d9fbf874fb1" /><Relationship Type="http://schemas.openxmlformats.org/officeDocument/2006/relationships/notesMaster" Target="/ppt/notesMasters/notesMaster1.xml" Id="Rd649b5e05b10472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e6f29e368db4106" /><Relationship Type="http://schemas.openxmlformats.org/officeDocument/2006/relationships/notesMaster" Target="/ppt/notesMasters/notesMaster1.xml" Id="R815ed280adc34fd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4ae3c8a089b4e35" /><Relationship Type="http://schemas.openxmlformats.org/officeDocument/2006/relationships/notesMaster" Target="/ppt/notesMasters/notesMaster1.xml" Id="Re221da903da644e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30daf21581c4557" /><Relationship Type="http://schemas.openxmlformats.org/officeDocument/2006/relationships/notesMaster" Target="/ppt/notesMasters/notesMaster1.xml" Id="Re3ccf8fea05f4ac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841e70a945846d6" /><Relationship Type="http://schemas.openxmlformats.org/officeDocument/2006/relationships/notesMaster" Target="/ppt/notesMasters/notesMaster1.xml" Id="R4631a693446e43b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e7b18d443a44a45" /><Relationship Type="http://schemas.openxmlformats.org/officeDocument/2006/relationships/notesMaster" Target="/ppt/notesMasters/notesMaster1.xml" Id="Rf992778884a64db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396d4d4e8834fc3" /><Relationship Type="http://schemas.openxmlformats.org/officeDocument/2006/relationships/notesMaster" Target="/ppt/notesMasters/notesMaster1.xml" Id="Rb32fd2de9e9c4ed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8213288b46d4651" /><Relationship Type="http://schemas.openxmlformats.org/officeDocument/2006/relationships/notesMaster" Target="/ppt/notesMasters/notesMaster1.xml" Id="R456d0e333c52411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06a5907c8dd4ddb" /><Relationship Type="http://schemas.openxmlformats.org/officeDocument/2006/relationships/notesMaster" Target="/ppt/notesMasters/notesMaster1.xml" Id="R9dea4a6a59974f0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71b95a87f1c441c" /><Relationship Type="http://schemas.openxmlformats.org/officeDocument/2006/relationships/notesMaster" Target="/ppt/notesMasters/notesMaster1.xml" Id="R4747fca44d3d48b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ef5228764f6463a" /><Relationship Type="http://schemas.openxmlformats.org/officeDocument/2006/relationships/notesMaster" Target="/ppt/notesMasters/notesMaster1.xml" Id="Raaff3da76340498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b750ec1f0364b86" /><Relationship Type="http://schemas.openxmlformats.org/officeDocument/2006/relationships/notesMaster" Target="/ppt/notesMasters/notesMaster1.xml" Id="R1e2a6dbbcaa84f6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aa011ea915f444a" /><Relationship Type="http://schemas.openxmlformats.org/officeDocument/2006/relationships/notesMaster" Target="/ppt/notesMasters/notesMaster1.xml" Id="R4793f778a79c4a2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bc2e1d0a8154cb6" /><Relationship Type="http://schemas.openxmlformats.org/officeDocument/2006/relationships/notesMaster" Target="/ppt/notesMasters/notesMaster1.xml" Id="R6747d13d2b3444c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27e5044dfc34ace" /><Relationship Type="http://schemas.openxmlformats.org/officeDocument/2006/relationships/notesMaster" Target="/ppt/notesMasters/notesMaster1.xml" Id="R8bc012b4d87b4f79"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cc8f2ef074d466e" /><Relationship Type="http://schemas.openxmlformats.org/officeDocument/2006/relationships/notesMaster" Target="/ppt/notesMasters/notesMaster1.xml" Id="R185f00c4c74a4f0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Welcome to the BSides Atlanta workshop. We will use a small C++ program, based on the capture patterns in node-agent, to observe real Linux syscalls. The lab assumes the Ubuntu VM and first build are already complete. Plan roughly 10 minutes of introduction and 45 minutes of hands-on work. Pre-setup occupies slides 2–9. Begin the live teaching session at slide 10. Exercises occupy slides 13–22. Troubleshooting and cleanup follow the wrap-up.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VM uses 4 CPUs, 8 GB RAM, and a 30 GB disk. These are our workshop choices, not minimum Falco requirements. Complete setup and a live capture before the event. The first C++ build downloads sources and may take a substantial part of a workshop session. Reuse .deps and build afterward. This deck is the attendee guide; the code archive contains the program and scripts.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Download using the clickable installer link. After installation, reopen Terminal if multipass is not found. If the daemon is unavailable, restart the computer and check again. Source: https://canonical.com/multipass/docs/latest/how-to-guides/install-multipass/.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Canonical lists Windows 10/11 Home, Pro, and Enterprise, with Windows 10 version 1809 or newer. If hardware virtualization is disabled in firmware, use the linked Microsoft instructions for the computer manufacturer or ask IT. Sources: https://canonical.com/multipass/docs/latest/how-to-guides/install-multipass/ and https://support.microsoft.com/en-us/windows/experience/enable-virtualization-on-windows.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backslash continues a command in Mac Terminal; the backtick does so in PowerShell. Do not run both launch commands. The VM name must be unused. If an existing falco-lab is already configured, use multipass start falco-lab. Source: https://canonical.com/multipass/docs/latest/reference/command-line-interface/launch/.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Code: https://github.com/julianshalaby-perj/falco-libs-workshop. Mac: double-click the ZIP. Windows: right-click and select Extract All. GitHub names the extracted folder falco-libs-workshop-main. Rename the actual folder containing src and scripts to falco-libs-workshop, and put it in Downloads. Some extractors add an outer folder. The transfer command copies the project into the VM user home. Source: https://canonical.com/multipass/docs/latest/reference/command-line-interface/transfer/.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setup.sh installs build-essential (GCC/G++, Make, headers), ca-certificates, clang, cmake, git, pkg-config, libelf-dev, zlib1g-dev, linux-tools-common and the tools for the running kernel, jq, and nano. Ubuntu supplies Bash, sudo, and core utilities. build.sh pins Falco libs via FALCO_LIBS_REF and enables modern eBPF. No standalone Falco installation is needed. Internet is required for the first build. Leave BUILD_JOBS=1 for predictable memory use. Keep .deps/ and build/.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doctor script checks preliminary prerequisites. A successful BPF load and observed demo events are the actual compatibility check. The demo creates only dummy files in a fresh private temporary directory and removes them afterward. Ctrl-C should print emitted/captured/dropped counts and exit.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Only edit the copy inside the VM. Copying with multipass transfer does not set up automatic sync from the host. Rebuild source changes using bash scripts/build.sh without sudo. If a VM cannot be made to work before the event, use another Ubuntu 24.04 VM for the CPU architecture or arrange to pair with a working attendee. VM setup is prework; the live course is designed for about 45–60 minutes.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Read the table from top to bottom. The driver observes the kernel. libscap brings those events into userspace. libsinsp reconstructs useful process and file context. Our application prints JSON and will add a detection. This workshop uses the libraries directly and does not load Falco YAML rules. Sources: https://github.com/falcosecurity/libs/tree/e72873882967cdd86b8753eca09ea3e9f91ccd4a and https://falco.org/docs/concepts/event-sources/kernel/.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Open src/main.cpp after showing this slide. Explain that next updates state and returns events that survive filtering. Timeout and filtered results are normal. The event pointer belongs to the inspector and must not be retained across subsequent next calls. The agent sends events to stdout and diagnostics to stderr. Source: src/main.cpp, and https://github.com/falcosecurity/libs/tree/e72873882967cdd86b8753eca09ea3e9f91ccd4a/userspace/libsinsp/sinsp.h.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what FD 3 means without the corresponding open history. The inspector needs relevant process and FD lifecycle events even if the application only prints file opens. node-agent repairs its capture set using the same library function as this project. State can be incomplete, including after event loss. Sources: src/main.cpp, node-agent/src/producer/collector/capture_set.cpp, https://github.com/falcosecurity/libs/tree/e72873882967cdd86b8753eca09ea3e9f91ccd4a/userspace/libsinsp/events/sinsp_events.h.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Switch to the live VM. Have attendees locate evt.type, evt.dir, evt.rawres, proc.name, proc.cmdline, and fd.name. The &lt; marker denotes exit. A successful open returns a nonnegative FD, and a negative result indicates failure. The dummy secret has no real credentials. A successful open does not prove that bytes were read or exfiltrated. Sources: the exercise slides and scripts/demo.sh.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default filter selects exit events so their result is available. PID values, timestamps, and exact syscall variants vary. File context may be null. The checkpoint is identifying which process opened the dummy secret and whether it succeeded. Read src/main.cpp from sinsp inspector to next(), then follow extraction into Json::writeString. The inspector owns the event pointer.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the exact commands in the exercise slides. First filter successful opens in the demo directory. Then filter failed opens by cat. Re-run the demo for each capture. The failure filter deliberately avoids fd.name, since a failed open may not populate FD state. Inspect evt.args for missing.txt. Source: the exercise slides and the pinned inspector/capture-set implementation at https://github.com/falcosecurity/libs/tree/e72873882967cdd86b8753eca09ea3e9f91ccd4a.</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failed result is negative, and other failed cat opens may appear. The prior successful-open filter uses fd.name because valid FD state is more likely on success. Driver syscall selection and inspector filtering are different controls. An output filter cannot enable a syscall that was not captured. State repair preserves process and FD lifecycle context. Ask why capturing only file opens might leave process attribution incomplete.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Stop capture before rebuilding. The build reuses the Falco dependency build, so this change only needs an incremental rebuild. Restart the agent and rerun the demo. Missing field values are possible when context is unavailable. An unknown field should fail at startup. Sources: src/main.cpp and the exercise slides. This slide shows a vector fragment followed by a shell command, not a single executable code block.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These are illustrative fragments, not captured evidence. On the stock Ubuntu VM proc.exepath is normally /usr/bin/cat. Actual command lines and paths depend on the demo directory. No extra function is needed. The named-field validation runs at startup.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Insert the detection at the LAB 4 comment. Check syscall type, exit direction, numeric successful result, the workshop path prefix, secret.txt suffix, and process name cat. This makes the condition independent of the output filter. Build, rerun the demo, and inspect events.jsonl with jq. Provide the solution slides if needed. This observes an open and does not block it. Sources: the exercise slides, the solution slides, scripts/demo.sh.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is the first half of one insertion. Leave it inside the existing event loop immediately before JSON output. The next slide continues in the same scope. The explicit direction/type/result tests make the detection independent of the CLI output filter. JsonCpp null string fields become empty strings, while the numeric guard prevents missing results from becoming successes.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Check the path length before subtracting the suffix length. The demo should alert for cat opening secret.txt but not cat opening hello.txt, head opening secret.txt, a failed missing.txt open, or shell file creation. This teaching detection can miss activity performed by a different executable name and does not establish intent or exfiltration.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jq uses map-style keys for fields containing dots, for example .["proc.name"]. Inspect the full file if needed. Only successful cat opens of the demo secret should carry the alert. Emitted events still include the negative cases under the default filter. Do not use a custom filter that hides those cases during this verification.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Refer to the source map in these speaker notes. The library commit matches node-agent exactly. We intentionally kept one source file and omitted deployment and backend concerns to teach the reusable capture path. Sources: node-agent/src/producer/Dockerfile, collector/capture_set.cpp, collector/engine.cpp, filters_and_enrichment/field_extractor.cpp, helpers/helpers.cpp.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attendees to explain the pipeline in their own words. On shutdown the agent reports emitted, captured, and dropped counts. Captured is broader than emitted because state events and output filtering exist. Zero drops in this short demo is not a production performance result. The beginner detection can miss a differently named executable. Sources: src/main.cpp and the exercise slides.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 missing linux-tools package for the running kernel can occur if the image kernel is older than repository packages. Installing the generic kernel/tools and rebooting aligns them. If compilation is killed, retain one build job, close competing VM work, check memory and rerun. If downloads fail, fix guest connectivity and retry without deleting caches. If probe loading still fails as root, save the full verifier/error output for the presenter. Check virtualization/IT policies if the VM itself cannot start.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Not all event types carry a file descriptor. Failed opens are a common reason for missing file state. Zero drops in a short demonstration does not establish production performance. If a script complains about carriage returns, use the original LF files from the ZIP and run with Bash.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In Windows PowerShell use the source-copy command on one line, or replace line-continuation backslashes with backticks. The relative source path is under the Ubuntu user home. VM deletion is optional. Source: https://canonical.com/multipass/docs/latest/reference/command-line-interface/transfer/.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0f4bc43339d455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bf332d440df4d0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d02d8f10078466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393681aa2c841f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56a49a94dd04a1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fc81f7d6afe4602"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a8463e3537ed4ddd"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539a2235cad4491b"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bf3fb805c0334892"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50b9d39879e846c5"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3914bcf8df1f4bba"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26c0f6674a23488a"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2.xml" Id="Rd81e88cd3f5d48b2" /></Relationships>
</file>

<file path=ppt/slideLayouts/slideLayout1.xml><?xml version="1.0" encoding="utf-8"?>
<p:sldLayout xmlns:p="http://schemas.openxmlformats.org/presentationml/2006/main" matchingName="Generated (g3fae562e023_13_0)">
  <p:cSld name="Generated (g3fae562e023_13_0)">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
        <p:nvSpPr>
          <p:cNvPr id="11" name="Google Shape;11;p3">
            <a:extLst xmlns:a="http://schemas.openxmlformats.org/drawingml/2006/main">
              <a:ext uri="{FF2B5EF4-FFF2-40B4-BE49-F238E27FC236}">
                <a16:creationId xmlns:a16="http://schemas.microsoft.com/office/drawing/2014/main" id="{586C192D-233A-4CD9-96F0-F141F0B22DFA}"/>
              </a:ext>
            </a:extLst>
          </p:cNvPr>
          <p:cNvSpPr>
            <a:spLocks xmlns:a="http://schemas.openxmlformats.org/drawingml/2006/main" noGrp="1"/>
          </p:cNvSpPr>
          <p:nvPr>
            <p:ph type="ctrTitle" idx="0"/>
          </p:nvPr>
        </p:nvSpPr>
        <p:spPr>
          <a:xfrm xmlns:a="http://schemas.openxmlformats.org/drawingml/2006/main">
            <a:off x="311708" y="744575"/>
            <a:ext cx="8520600" cy="20526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5200"/>
              <a:buNone/>
              <a:defRPr sz="5200"/>
            </a:lvl1pPr>
            <a:lvl2pPr algn="ctr">
              <a:spcBef>
                <a:spcPts val="0"/>
              </a:spcBef>
              <a:spcAft>
                <a:spcPts val="0"/>
              </a:spcAft>
              <a:buSzPts val="5200"/>
              <a:buNone/>
              <a:defRPr sz="5200"/>
            </a:lvl2pPr>
            <a:lvl3pPr algn="ctr">
              <a:spcBef>
                <a:spcPts val="0"/>
              </a:spcBef>
              <a:spcAft>
                <a:spcPts val="0"/>
              </a:spcAft>
              <a:buSzPts val="5200"/>
              <a:buNone/>
              <a:defRPr sz="5200"/>
            </a:lvl3pPr>
            <a:lvl4pPr algn="ctr">
              <a:spcBef>
                <a:spcPts val="0"/>
              </a:spcBef>
              <a:spcAft>
                <a:spcPts val="0"/>
              </a:spcAft>
              <a:buSzPts val="5200"/>
              <a:buNone/>
              <a:defRPr sz="5200"/>
            </a:lvl4pPr>
            <a:lvl5pPr algn="ctr">
              <a:spcBef>
                <a:spcPts val="0"/>
              </a:spcBef>
              <a:spcAft>
                <a:spcPts val="0"/>
              </a:spcAft>
              <a:buSzPts val="5200"/>
              <a:buNone/>
              <a:defRPr sz="5200"/>
            </a:lvl5pPr>
            <a:lvl6pPr algn="ctr">
              <a:spcBef>
                <a:spcPts val="0"/>
              </a:spcBef>
              <a:spcAft>
                <a:spcPts val="0"/>
              </a:spcAft>
              <a:buSzPts val="5200"/>
              <a:buNone/>
              <a:defRPr sz="5200"/>
            </a:lvl6pPr>
            <a:lvl7pPr algn="ctr">
              <a:spcBef>
                <a:spcPts val="0"/>
              </a:spcBef>
              <a:spcAft>
                <a:spcPts val="0"/>
              </a:spcAft>
              <a:buSzPts val="5200"/>
              <a:buNone/>
              <a:defRPr sz="5200"/>
            </a:lvl7pPr>
            <a:lvl8pPr algn="ctr">
              <a:spcBef>
                <a:spcPts val="0"/>
              </a:spcBef>
              <a:spcAft>
                <a:spcPts val="0"/>
              </a:spcAft>
              <a:buSzPts val="5200"/>
              <a:buNone/>
              <a:defRPr sz="5200"/>
            </a:lvl8pPr>
            <a:lvl9pPr algn="ctr">
              <a:spcBef>
                <a:spcPts val="0"/>
              </a:spcBef>
              <a:spcAft>
                <a:spcPts val="0"/>
              </a:spcAft>
              <a:buSzPts val="5200"/>
              <a:buNone/>
              <a:defRPr sz="5200"/>
            </a:lvl9pPr>
          </a:lstStyle>
          <a:p xmlns:a="http://schemas.openxmlformats.org/drawingml/2006/main"/>
        </p:txBody>
      </p:sp>
      <p:sp>
        <p:nvSpPr>
          <p:cNvPr id="12" name="Google Shape;12;p3">
            <a:extLst xmlns:a="http://schemas.openxmlformats.org/drawingml/2006/main">
              <a:ext uri="{FF2B5EF4-FFF2-40B4-BE49-F238E27FC236}">
                <a16:creationId xmlns:a16="http://schemas.microsoft.com/office/drawing/2014/main" id="{BA657E44-9D04-4CDB-A546-ED37985F7A8A}"/>
              </a:ext>
            </a:extLst>
          </p:cNvPr>
          <p:cNvSpPr>
            <a:spLocks xmlns:a="http://schemas.openxmlformats.org/drawingml/2006/main" noGrp="1"/>
          </p:cNvSpPr>
          <p:nvPr>
            <p:ph type="subTitle" idx="1"/>
          </p:nvPr>
        </p:nvSpPr>
        <p:spPr>
          <a:xfrm xmlns:a="http://schemas.openxmlformats.org/drawingml/2006/main">
            <a:off x="311700" y="2834125"/>
            <a:ext cx="8520600" cy="7926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800"/>
              <a:buNone/>
              <a:defRPr sz="2800"/>
            </a:lvl1pPr>
            <a:lvl2pPr algn="ctr">
              <a:lnSpc>
                <a:spcPct val="100000"/>
              </a:lnSpc>
              <a:spcBef>
                <a:spcPts val="0"/>
              </a:spcBef>
              <a:spcAft>
                <a:spcPts val="0"/>
              </a:spcAft>
              <a:buSzPts val="2800"/>
              <a:buNone/>
              <a:defRPr sz="2800"/>
            </a:lvl2pPr>
            <a:lvl3pPr algn="ctr">
              <a:lnSpc>
                <a:spcPct val="100000"/>
              </a:lnSpc>
              <a:spcBef>
                <a:spcPts val="0"/>
              </a:spcBef>
              <a:spcAft>
                <a:spcPts val="0"/>
              </a:spcAft>
              <a:buSzPts val="2800"/>
              <a:buNone/>
              <a:defRPr sz="2800"/>
            </a:lvl3pPr>
            <a:lvl4pPr algn="ctr">
              <a:lnSpc>
                <a:spcPct val="100000"/>
              </a:lnSpc>
              <a:spcBef>
                <a:spcPts val="0"/>
              </a:spcBef>
              <a:spcAft>
                <a:spcPts val="0"/>
              </a:spcAft>
              <a:buSzPts val="2800"/>
              <a:buNone/>
              <a:defRPr sz="2800"/>
            </a:lvl4pPr>
            <a:lvl5pPr algn="ctr">
              <a:lnSpc>
                <a:spcPct val="100000"/>
              </a:lnSpc>
              <a:spcBef>
                <a:spcPts val="0"/>
              </a:spcBef>
              <a:spcAft>
                <a:spcPts val="0"/>
              </a:spcAft>
              <a:buSzPts val="2800"/>
              <a:buNone/>
              <a:defRPr sz="2800"/>
            </a:lvl5pPr>
            <a:lvl6pPr algn="ctr">
              <a:lnSpc>
                <a:spcPct val="100000"/>
              </a:lnSpc>
              <a:spcBef>
                <a:spcPts val="0"/>
              </a:spcBef>
              <a:spcAft>
                <a:spcPts val="0"/>
              </a:spcAft>
              <a:buSzPts val="2800"/>
              <a:buNone/>
              <a:defRPr sz="2800"/>
            </a:lvl6pPr>
            <a:lvl7pPr algn="ctr">
              <a:lnSpc>
                <a:spcPct val="100000"/>
              </a:lnSpc>
              <a:spcBef>
                <a:spcPts val="0"/>
              </a:spcBef>
              <a:spcAft>
                <a:spcPts val="0"/>
              </a:spcAft>
              <a:buSzPts val="2800"/>
              <a:buNone/>
              <a:defRPr sz="2800"/>
            </a:lvl7pPr>
            <a:lvl8pPr algn="ctr">
              <a:lnSpc>
                <a:spcPct val="100000"/>
              </a:lnSpc>
              <a:spcBef>
                <a:spcPts val="0"/>
              </a:spcBef>
              <a:spcAft>
                <a:spcPts val="0"/>
              </a:spcAft>
              <a:buSzPts val="2800"/>
              <a:buNone/>
              <a:defRPr sz="2800"/>
            </a:lvl8pPr>
            <a:lvl9pPr algn="ctr">
              <a:lnSpc>
                <a:spcPct val="100000"/>
              </a:lnSpc>
              <a:spcBef>
                <a:spcPts val="0"/>
              </a:spcBef>
              <a:spcAft>
                <a:spcPts val="0"/>
              </a:spcAft>
              <a:buSzPts val="2800"/>
              <a:buNone/>
              <a:defRPr sz="2800"/>
            </a:lvl9pPr>
          </a:lstStyle>
          <a:p xmlns:a="http://schemas.openxmlformats.org/drawingml/2006/main"/>
        </p:txBody>
      </p:sp>
      <p:sp>
        <p:nvSpPr>
          <p:cNvPr id="13" name="Google Shape;13;p3">
            <a:extLst xmlns:a="http://schemas.openxmlformats.org/drawingml/2006/main">
              <a:ext uri="{FF2B5EF4-FFF2-40B4-BE49-F238E27FC236}">
                <a16:creationId xmlns:a16="http://schemas.microsoft.com/office/drawing/2014/main" id="{67409D4B-B57F-44A3-8C73-F5B087FC6BF8}"/>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Section header" type="secHead">
  <p:cSld name="SECTION_HEADER">
    <p:spTree>
      <p:nvGrpSpPr>
        <p:cNvPr id="1" name=""/>
        <p:cNvGrpSpPr/>
        <p:nvPr/>
      </p:nvGrpSpPr>
      <p:grpSpPr>
        <a:xfrm xmlns:a="http://schemas.openxmlformats.org/drawingml/2006/main"/>
      </p:grpSpPr>
      <p:sp>
        <p:nvSpPr>
          <p:cNvPr id="15" name="Google Shape;15;p4">
            <a:extLst xmlns:a="http://schemas.openxmlformats.org/drawingml/2006/main">
              <a:ext uri="{FF2B5EF4-FFF2-40B4-BE49-F238E27FC236}">
                <a16:creationId xmlns:a16="http://schemas.microsoft.com/office/drawing/2014/main" id="{504D0A4C-DA58-4567-B743-2A8496906CE0}"/>
              </a:ext>
            </a:extLst>
          </p:cNvPr>
          <p:cNvSpPr>
            <a:spLocks xmlns:a="http://schemas.openxmlformats.org/drawingml/2006/main" noGrp="1"/>
          </p:cNvSpPr>
          <p:nvPr>
            <p:ph type="title" idx="0"/>
          </p:nvPr>
        </p:nvSpPr>
        <p:spPr>
          <a:xfrm xmlns:a="http://schemas.openxmlformats.org/drawingml/2006/main">
            <a:off x="311700" y="2150850"/>
            <a:ext cx="8520600" cy="841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lgn="ctr">
              <a:spcBef>
                <a:spcPts val="0"/>
              </a:spcBef>
              <a:spcAft>
                <a:spcPts val="0"/>
              </a:spcAft>
              <a:buSzPts val="3600"/>
              <a:buNone/>
              <a:defRPr sz="3600"/>
            </a:lvl1pPr>
            <a:lvl2pPr algn="ctr">
              <a:spcBef>
                <a:spcPts val="0"/>
              </a:spcBef>
              <a:spcAft>
                <a:spcPts val="0"/>
              </a:spcAft>
              <a:buSzPts val="3600"/>
              <a:buNone/>
              <a:defRPr sz="3600"/>
            </a:lvl2pPr>
            <a:lvl3pPr algn="ctr">
              <a:spcBef>
                <a:spcPts val="0"/>
              </a:spcBef>
              <a:spcAft>
                <a:spcPts val="0"/>
              </a:spcAft>
              <a:buSzPts val="3600"/>
              <a:buNone/>
              <a:defRPr sz="3600"/>
            </a:lvl3pPr>
            <a:lvl4pPr algn="ctr">
              <a:spcBef>
                <a:spcPts val="0"/>
              </a:spcBef>
              <a:spcAft>
                <a:spcPts val="0"/>
              </a:spcAft>
              <a:buSzPts val="3600"/>
              <a:buNone/>
              <a:defRPr sz="3600"/>
            </a:lvl4pPr>
            <a:lvl5pPr algn="ctr">
              <a:spcBef>
                <a:spcPts val="0"/>
              </a:spcBef>
              <a:spcAft>
                <a:spcPts val="0"/>
              </a:spcAft>
              <a:buSzPts val="3600"/>
              <a:buNone/>
              <a:defRPr sz="3600"/>
            </a:lvl5pPr>
            <a:lvl6pPr algn="ctr">
              <a:spcBef>
                <a:spcPts val="0"/>
              </a:spcBef>
              <a:spcAft>
                <a:spcPts val="0"/>
              </a:spcAft>
              <a:buSzPts val="3600"/>
              <a:buNone/>
              <a:defRPr sz="3600"/>
            </a:lvl6pPr>
            <a:lvl7pPr algn="ctr">
              <a:spcBef>
                <a:spcPts val="0"/>
              </a:spcBef>
              <a:spcAft>
                <a:spcPts val="0"/>
              </a:spcAft>
              <a:buSzPts val="3600"/>
              <a:buNone/>
              <a:defRPr sz="3600"/>
            </a:lvl7pPr>
            <a:lvl8pPr algn="ctr">
              <a:spcBef>
                <a:spcPts val="0"/>
              </a:spcBef>
              <a:spcAft>
                <a:spcPts val="0"/>
              </a:spcAft>
              <a:buSzPts val="3600"/>
              <a:buNone/>
              <a:defRPr sz="3600"/>
            </a:lvl8pPr>
            <a:lvl9pPr algn="ctr">
              <a:spcBef>
                <a:spcPts val="0"/>
              </a:spcBef>
              <a:spcAft>
                <a:spcPts val="0"/>
              </a:spcAft>
              <a:buSzPts val="3600"/>
              <a:buNone/>
              <a:defRPr sz="3600"/>
            </a:lvl9pPr>
          </a:lstStyle>
          <a:p xmlns:a="http://schemas.openxmlformats.org/drawingml/2006/main"/>
        </p:txBody>
      </p:sp>
      <p:sp>
        <p:nvSpPr>
          <p:cNvPr id="16" name="Google Shape;16;p4">
            <a:extLst xmlns:a="http://schemas.openxmlformats.org/drawingml/2006/main">
              <a:ext uri="{FF2B5EF4-FFF2-40B4-BE49-F238E27FC236}">
                <a16:creationId xmlns:a16="http://schemas.microsoft.com/office/drawing/2014/main" id="{6604BEDB-EF29-49B8-ABD6-694A65F0660C}"/>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Title and body">
  <p:cSld name="TITLE_AND_BODY">
    <p:spTree>
      <p:nvGrpSpPr>
        <p:cNvPr id="1" name=""/>
        <p:cNvGrpSpPr/>
        <p:nvPr/>
      </p:nvGrpSpPr>
      <p:grpSpPr>
        <a:xfrm xmlns:a="http://schemas.openxmlformats.org/drawingml/2006/main"/>
      </p:grpSpPr>
      <p:sp>
        <p:nvSpPr>
          <p:cNvPr id="18" name="Google Shape;18;p5">
            <a:extLst xmlns:a="http://schemas.openxmlformats.org/drawingml/2006/main">
              <a:ext uri="{FF2B5EF4-FFF2-40B4-BE49-F238E27FC236}">
                <a16:creationId xmlns:a16="http://schemas.microsoft.com/office/drawing/2014/main" id="{89D66C64-B6C8-4CA6-9A8D-73BD7B3B9D04}"/>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19" name="Google Shape;19;p5">
            <a:extLst xmlns:a="http://schemas.openxmlformats.org/drawingml/2006/main">
              <a:ext uri="{FF2B5EF4-FFF2-40B4-BE49-F238E27FC236}">
                <a16:creationId xmlns:a16="http://schemas.microsoft.com/office/drawing/2014/main" id="{2808FA39-F58F-445C-B36D-C45F277CCDAE}"/>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20" name="Google Shape;20;p5">
            <a:extLst xmlns:a="http://schemas.openxmlformats.org/drawingml/2006/main">
              <a:ext uri="{FF2B5EF4-FFF2-40B4-BE49-F238E27FC236}">
                <a16:creationId xmlns:a16="http://schemas.microsoft.com/office/drawing/2014/main" id="{C1853C1C-8C67-478B-BDFC-0C7554D58A5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Title and two columns">
  <p:cSld name="TITLE_AND_TWO_COLUMNS">
    <p:spTree>
      <p:nvGrpSpPr>
        <p:cNvPr id="1" name=""/>
        <p:cNvGrpSpPr/>
        <p:nvPr/>
      </p:nvGrpSpPr>
      <p:grpSpPr>
        <a:xfrm xmlns:a="http://schemas.openxmlformats.org/drawingml/2006/main"/>
      </p:grpSpPr>
      <p:sp>
        <p:nvSpPr>
          <p:cNvPr id="22" name="Google Shape;22;p6">
            <a:extLst xmlns:a="http://schemas.openxmlformats.org/drawingml/2006/main">
              <a:ext uri="{FF2B5EF4-FFF2-40B4-BE49-F238E27FC236}">
                <a16:creationId xmlns:a16="http://schemas.microsoft.com/office/drawing/2014/main" id="{D77EEFC9-C72D-4769-BCE0-D95C82F8ED9D}"/>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3" name="Google Shape;23;p6">
            <a:extLst xmlns:a="http://schemas.openxmlformats.org/drawingml/2006/main">
              <a:ext uri="{FF2B5EF4-FFF2-40B4-BE49-F238E27FC236}">
                <a16:creationId xmlns:a16="http://schemas.microsoft.com/office/drawing/2014/main" id="{E041F5F1-3627-4E60-81A6-729B947E5228}"/>
              </a:ext>
            </a:extLst>
          </p:cNvPr>
          <p:cNvSpPr>
            <a:spLocks xmlns:a="http://schemas.openxmlformats.org/drawingml/2006/main" noGrp="1"/>
          </p:cNvSpPr>
          <p:nvPr>
            <p:ph type="body" idx="1"/>
          </p:nvPr>
        </p:nvSpPr>
        <p:spPr>
          <a:xfrm xmlns:a="http://schemas.openxmlformats.org/drawingml/2006/main">
            <a:off x="3117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4" name="Google Shape;24;p6">
            <a:extLst xmlns:a="http://schemas.openxmlformats.org/drawingml/2006/main">
              <a:ext uri="{FF2B5EF4-FFF2-40B4-BE49-F238E27FC236}">
                <a16:creationId xmlns:a16="http://schemas.microsoft.com/office/drawing/2014/main" id="{21CA697E-16EE-4EC0-9756-2BBF5097DA73}"/>
              </a:ext>
            </a:extLst>
          </p:cNvPr>
          <p:cNvSpPr>
            <a:spLocks xmlns:a="http://schemas.openxmlformats.org/drawingml/2006/main" noGrp="1"/>
          </p:cNvSpPr>
          <p:nvPr>
            <p:ph type="body" idx="2"/>
          </p:nvPr>
        </p:nvSpPr>
        <p:spPr>
          <a:xfrm xmlns:a="http://schemas.openxmlformats.org/drawingml/2006/main">
            <a:off x="48324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5" name="Google Shape;25;p6">
            <a:extLst xmlns:a="http://schemas.openxmlformats.org/drawingml/2006/main">
              <a:ext uri="{FF2B5EF4-FFF2-40B4-BE49-F238E27FC236}">
                <a16:creationId xmlns:a16="http://schemas.microsoft.com/office/drawing/2014/main" id="{255C5BA4-E087-4443-9E1C-CC7EE1AAE9E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6.xml><?xml version="1.0" encoding="utf-8"?>
<p:sldLayout xmlns:p="http://schemas.openxmlformats.org/presentationml/2006/main" matchingName="Title only" type="titleOnly">
  <p:cSld name="TITLE_ONLY">
    <p:spTree>
      <p:nvGrpSpPr>
        <p:cNvPr id="1" name=""/>
        <p:cNvGrpSpPr/>
        <p:nvPr/>
      </p:nvGrpSpPr>
      <p:grpSpPr>
        <a:xfrm xmlns:a="http://schemas.openxmlformats.org/drawingml/2006/main"/>
      </p:grpSpPr>
      <p:sp>
        <p:nvSpPr>
          <p:cNvPr id="27" name="Google Shape;27;p7">
            <a:extLst xmlns:a="http://schemas.openxmlformats.org/drawingml/2006/main">
              <a:ext uri="{FF2B5EF4-FFF2-40B4-BE49-F238E27FC236}">
                <a16:creationId xmlns:a16="http://schemas.microsoft.com/office/drawing/2014/main" id="{0A9F9183-28D3-45C6-9ADE-EDE49C2399E5}"/>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8" name="Google Shape;28;p7">
            <a:extLst xmlns:a="http://schemas.openxmlformats.org/drawingml/2006/main">
              <a:ext uri="{FF2B5EF4-FFF2-40B4-BE49-F238E27FC236}">
                <a16:creationId xmlns:a16="http://schemas.microsoft.com/office/drawing/2014/main" id="{110C5491-99F8-473A-8B00-E00548F4CF5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7.xml><?xml version="1.0" encoding="utf-8"?>
<p:sldLayout xmlns:p="http://schemas.openxmlformats.org/presentationml/2006/main" matchingName="One column text">
  <p:cSld name="ONE_COLUMN_TEXT">
    <p:spTree>
      <p:nvGrpSpPr>
        <p:cNvPr id="1" name=""/>
        <p:cNvGrpSpPr/>
        <p:nvPr/>
      </p:nvGrpSpPr>
      <p:grpSpPr>
        <a:xfrm xmlns:a="http://schemas.openxmlformats.org/drawingml/2006/main"/>
      </p:grpSpPr>
      <p:sp>
        <p:nvSpPr>
          <p:cNvPr id="30" name="Google Shape;30;p8">
            <a:extLst xmlns:a="http://schemas.openxmlformats.org/drawingml/2006/main">
              <a:ext uri="{FF2B5EF4-FFF2-40B4-BE49-F238E27FC236}">
                <a16:creationId xmlns:a16="http://schemas.microsoft.com/office/drawing/2014/main" id="{5E905A46-E3DF-4BFA-9F59-6234472AFA29}"/>
              </a:ext>
            </a:extLst>
          </p:cNvPr>
          <p:cNvSpPr>
            <a:spLocks xmlns:a="http://schemas.openxmlformats.org/drawingml/2006/main" noGrp="1"/>
          </p:cNvSpPr>
          <p:nvPr>
            <p:ph type="title" idx="0"/>
          </p:nvPr>
        </p:nvSpPr>
        <p:spPr>
          <a:xfrm xmlns:a="http://schemas.openxmlformats.org/drawingml/2006/main">
            <a:off x="311700" y="555600"/>
            <a:ext cx="2808000" cy="7557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xmlns:a="http://schemas.openxmlformats.org/drawingml/2006/main"/>
        </p:txBody>
      </p:sp>
      <p:sp>
        <p:nvSpPr>
          <p:cNvPr id="31" name="Google Shape;31;p8">
            <a:extLst xmlns:a="http://schemas.openxmlformats.org/drawingml/2006/main">
              <a:ext uri="{FF2B5EF4-FFF2-40B4-BE49-F238E27FC236}">
                <a16:creationId xmlns:a16="http://schemas.microsoft.com/office/drawing/2014/main" id="{9301B87B-515D-48DA-AF17-E6B500518B02}"/>
              </a:ext>
            </a:extLst>
          </p:cNvPr>
          <p:cNvSpPr>
            <a:spLocks xmlns:a="http://schemas.openxmlformats.org/drawingml/2006/main" noGrp="1"/>
          </p:cNvSpPr>
          <p:nvPr>
            <p:ph type="body" idx="1"/>
          </p:nvPr>
        </p:nvSpPr>
        <p:spPr>
          <a:xfrm xmlns:a="http://schemas.openxmlformats.org/drawingml/2006/main">
            <a:off x="311700" y="1389600"/>
            <a:ext cx="2808000" cy="3179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04800">
              <a:spcBef>
                <a:spcPts val="0"/>
              </a:spcBef>
              <a:spcAft>
                <a:spcPts val="0"/>
              </a:spcAft>
              <a:buSzPts val="1200"/>
              <a:buChar char="●"/>
              <a:defRPr sz="12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32" name="Google Shape;32;p8">
            <a:extLst xmlns:a="http://schemas.openxmlformats.org/drawingml/2006/main">
              <a:ext uri="{FF2B5EF4-FFF2-40B4-BE49-F238E27FC236}">
                <a16:creationId xmlns:a16="http://schemas.microsoft.com/office/drawing/2014/main" id="{EE733B16-175B-4548-898F-2ACCEFCD654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8.xml><?xml version="1.0" encoding="utf-8"?>
<p:sldLayout xmlns:p="http://schemas.openxmlformats.org/presentationml/2006/main" matchingName="Main point">
  <p:cSld name="MAIN_POINT">
    <p:spTree>
      <p:nvGrpSpPr>
        <p:cNvPr id="1" name=""/>
        <p:cNvGrpSpPr/>
        <p:nvPr/>
      </p:nvGrpSpPr>
      <p:grpSpPr>
        <a:xfrm xmlns:a="http://schemas.openxmlformats.org/drawingml/2006/main"/>
      </p:grpSpPr>
      <p:sp>
        <p:nvSpPr>
          <p:cNvPr id="34" name="Google Shape;34;p9">
            <a:extLst xmlns:a="http://schemas.openxmlformats.org/drawingml/2006/main">
              <a:ext uri="{FF2B5EF4-FFF2-40B4-BE49-F238E27FC236}">
                <a16:creationId xmlns:a16="http://schemas.microsoft.com/office/drawing/2014/main" id="{58F30EF6-5090-468A-83C1-D87E097A3246}"/>
              </a:ext>
            </a:extLst>
          </p:cNvPr>
          <p:cNvSpPr>
            <a:spLocks xmlns:a="http://schemas.openxmlformats.org/drawingml/2006/main" noGrp="1"/>
          </p:cNvSpPr>
          <p:nvPr>
            <p:ph type="title" idx="0"/>
          </p:nvPr>
        </p:nvSpPr>
        <p:spPr>
          <a:xfrm xmlns:a="http://schemas.openxmlformats.org/drawingml/2006/main">
            <a:off x="490250" y="450150"/>
            <a:ext cx="6367800" cy="4090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spcBef>
                <a:spcPts val="0"/>
              </a:spcBef>
              <a:spcAft>
                <a:spcPts val="0"/>
              </a:spcAft>
              <a:buSzPts val="4800"/>
              <a:buNone/>
              <a:defRPr sz="4800"/>
            </a:lvl1pPr>
            <a:lvl2pPr>
              <a:spcBef>
                <a:spcPts val="0"/>
              </a:spcBef>
              <a:spcAft>
                <a:spcPts val="0"/>
              </a:spcAft>
              <a:buSzPts val="4800"/>
              <a:buNone/>
              <a:defRPr sz="4800"/>
            </a:lvl2pPr>
            <a:lvl3pPr>
              <a:spcBef>
                <a:spcPts val="0"/>
              </a:spcBef>
              <a:spcAft>
                <a:spcPts val="0"/>
              </a:spcAft>
              <a:buSzPts val="4800"/>
              <a:buNone/>
              <a:defRPr sz="4800"/>
            </a:lvl3pPr>
            <a:lvl4pPr>
              <a:spcBef>
                <a:spcPts val="0"/>
              </a:spcBef>
              <a:spcAft>
                <a:spcPts val="0"/>
              </a:spcAft>
              <a:buSzPts val="4800"/>
              <a:buNone/>
              <a:defRPr sz="4800"/>
            </a:lvl4pPr>
            <a:lvl5pPr>
              <a:spcBef>
                <a:spcPts val="0"/>
              </a:spcBef>
              <a:spcAft>
                <a:spcPts val="0"/>
              </a:spcAft>
              <a:buSzPts val="4800"/>
              <a:buNone/>
              <a:defRPr sz="4800"/>
            </a:lvl5pPr>
            <a:lvl6pPr>
              <a:spcBef>
                <a:spcPts val="0"/>
              </a:spcBef>
              <a:spcAft>
                <a:spcPts val="0"/>
              </a:spcAft>
              <a:buSzPts val="4800"/>
              <a:buNone/>
              <a:defRPr sz="4800"/>
            </a:lvl6pPr>
            <a:lvl7pPr>
              <a:spcBef>
                <a:spcPts val="0"/>
              </a:spcBef>
              <a:spcAft>
                <a:spcPts val="0"/>
              </a:spcAft>
              <a:buSzPts val="4800"/>
              <a:buNone/>
              <a:defRPr sz="4800"/>
            </a:lvl7pPr>
            <a:lvl8pPr>
              <a:spcBef>
                <a:spcPts val="0"/>
              </a:spcBef>
              <a:spcAft>
                <a:spcPts val="0"/>
              </a:spcAft>
              <a:buSzPts val="4800"/>
              <a:buNone/>
              <a:defRPr sz="4800"/>
            </a:lvl8pPr>
            <a:lvl9pPr>
              <a:spcBef>
                <a:spcPts val="0"/>
              </a:spcBef>
              <a:spcAft>
                <a:spcPts val="0"/>
              </a:spcAft>
              <a:buSzPts val="4800"/>
              <a:buNone/>
              <a:defRPr sz="4800"/>
            </a:lvl9pPr>
          </a:lstStyle>
          <a:p xmlns:a="http://schemas.openxmlformats.org/drawingml/2006/main"/>
        </p:txBody>
      </p:sp>
      <p:sp>
        <p:nvSpPr>
          <p:cNvPr id="35" name="Google Shape;35;p9">
            <a:extLst xmlns:a="http://schemas.openxmlformats.org/drawingml/2006/main">
              <a:ext uri="{FF2B5EF4-FFF2-40B4-BE49-F238E27FC236}">
                <a16:creationId xmlns:a16="http://schemas.microsoft.com/office/drawing/2014/main" id="{1C7B0BFA-763F-47D1-BABC-6BA5E17ABD1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9.xml><?xml version="1.0" encoding="utf-8"?>
<p:sldLayout xmlns:p="http://schemas.openxmlformats.org/presentationml/2006/main" matchingName="Section title and description">
  <p:cSld name="SECTION_TITLE_AND_DESCRIPTION">
    <p:spTree>
      <p:nvGrpSpPr>
        <p:cNvPr id="1" name=""/>
        <p:cNvGrpSpPr/>
        <p:nvPr/>
      </p:nvGrpSpPr>
      <p:grpSpPr>
        <a:xfrm xmlns:a="http://schemas.openxmlformats.org/drawingml/2006/main"/>
      </p:grpSpPr>
      <p:sp>
        <p:nvSpPr>
          <p:cNvPr id="37" name="Google Shape;37;p10">
            <a:extLst xmlns:a="http://schemas.openxmlformats.org/drawingml/2006/main">
              <a:ext uri="{FF2B5EF4-FFF2-40B4-BE49-F238E27FC236}">
                <a16:creationId xmlns:a16="http://schemas.microsoft.com/office/drawing/2014/main" id="{80A0F435-7769-478F-A559-EFD142D32589}"/>
              </a:ext>
            </a:extLst>
          </p:cNvPr>
          <p:cNvSpPr>
            <a:spLocks xmlns:a="http://schemas.openxmlformats.org/drawingml/2006/main" noGrp="1"/>
          </p:cNvSpPr>
          <p:nvPr/>
        </p:nvSpPr>
        <p:spPr>
          <a:xfrm xmlns:a="http://schemas.openxmlformats.org/drawingml/2006/main">
            <a:off x="4572000" y="-125"/>
            <a:ext cx="4572000" cy="5143500"/>
          </a:xfrm>
          <a:prstGeom xmlns:a="http://schemas.openxmlformats.org/drawingml/2006/main" prst="rect">
            <a:avLst/>
          </a:prstGeom>
          <a:solidFill xmlns:a="http://schemas.openxmlformats.org/drawingml/2006/main">
            <a:schemeClr val="l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8" name="Google Shape;38;p10">
            <a:extLst xmlns:a="http://schemas.openxmlformats.org/drawingml/2006/main">
              <a:ext uri="{FF2B5EF4-FFF2-40B4-BE49-F238E27FC236}">
                <a16:creationId xmlns:a16="http://schemas.microsoft.com/office/drawing/2014/main" id="{31B33C7E-184C-43E8-BBAC-DE75A0F7EC4B}"/>
              </a:ext>
            </a:extLst>
          </p:cNvPr>
          <p:cNvSpPr>
            <a:spLocks xmlns:a="http://schemas.openxmlformats.org/drawingml/2006/main" noGrp="1"/>
          </p:cNvSpPr>
          <p:nvPr>
            <p:ph type="title" idx="0"/>
          </p:nvPr>
        </p:nvSpPr>
        <p:spPr>
          <a:xfrm xmlns:a="http://schemas.openxmlformats.org/drawingml/2006/main">
            <a:off x="265500" y="1233175"/>
            <a:ext cx="4045200" cy="14823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4200"/>
              <a:buNone/>
              <a:defRPr sz="4200"/>
            </a:lvl1pPr>
            <a:lvl2pPr algn="ctr">
              <a:spcBef>
                <a:spcPts val="0"/>
              </a:spcBef>
              <a:spcAft>
                <a:spcPts val="0"/>
              </a:spcAft>
              <a:buSzPts val="4200"/>
              <a:buNone/>
              <a:defRPr sz="4200"/>
            </a:lvl2pPr>
            <a:lvl3pPr algn="ctr">
              <a:spcBef>
                <a:spcPts val="0"/>
              </a:spcBef>
              <a:spcAft>
                <a:spcPts val="0"/>
              </a:spcAft>
              <a:buSzPts val="4200"/>
              <a:buNone/>
              <a:defRPr sz="4200"/>
            </a:lvl3pPr>
            <a:lvl4pPr algn="ctr">
              <a:spcBef>
                <a:spcPts val="0"/>
              </a:spcBef>
              <a:spcAft>
                <a:spcPts val="0"/>
              </a:spcAft>
              <a:buSzPts val="4200"/>
              <a:buNone/>
              <a:defRPr sz="4200"/>
            </a:lvl4pPr>
            <a:lvl5pPr algn="ctr">
              <a:spcBef>
                <a:spcPts val="0"/>
              </a:spcBef>
              <a:spcAft>
                <a:spcPts val="0"/>
              </a:spcAft>
              <a:buSzPts val="4200"/>
              <a:buNone/>
              <a:defRPr sz="4200"/>
            </a:lvl5pPr>
            <a:lvl6pPr algn="ctr">
              <a:spcBef>
                <a:spcPts val="0"/>
              </a:spcBef>
              <a:spcAft>
                <a:spcPts val="0"/>
              </a:spcAft>
              <a:buSzPts val="4200"/>
              <a:buNone/>
              <a:defRPr sz="4200"/>
            </a:lvl6pPr>
            <a:lvl7pPr algn="ctr">
              <a:spcBef>
                <a:spcPts val="0"/>
              </a:spcBef>
              <a:spcAft>
                <a:spcPts val="0"/>
              </a:spcAft>
              <a:buSzPts val="4200"/>
              <a:buNone/>
              <a:defRPr sz="4200"/>
            </a:lvl7pPr>
            <a:lvl8pPr algn="ctr">
              <a:spcBef>
                <a:spcPts val="0"/>
              </a:spcBef>
              <a:spcAft>
                <a:spcPts val="0"/>
              </a:spcAft>
              <a:buSzPts val="4200"/>
              <a:buNone/>
              <a:defRPr sz="4200"/>
            </a:lvl8pPr>
            <a:lvl9pPr algn="ctr">
              <a:spcBef>
                <a:spcPts val="0"/>
              </a:spcBef>
              <a:spcAft>
                <a:spcPts val="0"/>
              </a:spcAft>
              <a:buSzPts val="4200"/>
              <a:buNone/>
              <a:defRPr sz="4200"/>
            </a:lvl9pPr>
          </a:lstStyle>
          <a:p xmlns:a="http://schemas.openxmlformats.org/drawingml/2006/main"/>
        </p:txBody>
      </p:sp>
      <p:sp>
        <p:nvSpPr>
          <p:cNvPr id="39" name="Google Shape;39;p10">
            <a:extLst xmlns:a="http://schemas.openxmlformats.org/drawingml/2006/main">
              <a:ext uri="{FF2B5EF4-FFF2-40B4-BE49-F238E27FC236}">
                <a16:creationId xmlns:a16="http://schemas.microsoft.com/office/drawing/2014/main" id="{5C36214D-5D34-4D95-B7C4-F703F8E17146}"/>
              </a:ext>
            </a:extLst>
          </p:cNvPr>
          <p:cNvSpPr>
            <a:spLocks xmlns:a="http://schemas.openxmlformats.org/drawingml/2006/main" noGrp="1"/>
          </p:cNvSpPr>
          <p:nvPr>
            <p:ph type="subTitle" idx="1"/>
          </p:nvPr>
        </p:nvSpPr>
        <p:spPr>
          <a:xfrm xmlns:a="http://schemas.openxmlformats.org/drawingml/2006/main">
            <a:off x="265500" y="2803075"/>
            <a:ext cx="4045200" cy="12351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100"/>
              <a:buNone/>
              <a:defRPr sz="2100"/>
            </a:lvl1pPr>
            <a:lvl2pPr algn="ctr">
              <a:lnSpc>
                <a:spcPct val="100000"/>
              </a:lnSpc>
              <a:spcBef>
                <a:spcPts val="0"/>
              </a:spcBef>
              <a:spcAft>
                <a:spcPts val="0"/>
              </a:spcAft>
              <a:buSzPts val="2100"/>
              <a:buNone/>
              <a:defRPr sz="2100"/>
            </a:lvl2pPr>
            <a:lvl3pPr algn="ctr">
              <a:lnSpc>
                <a:spcPct val="100000"/>
              </a:lnSpc>
              <a:spcBef>
                <a:spcPts val="0"/>
              </a:spcBef>
              <a:spcAft>
                <a:spcPts val="0"/>
              </a:spcAft>
              <a:buSzPts val="2100"/>
              <a:buNone/>
              <a:defRPr sz="2100"/>
            </a:lvl3pPr>
            <a:lvl4pPr algn="ctr">
              <a:lnSpc>
                <a:spcPct val="100000"/>
              </a:lnSpc>
              <a:spcBef>
                <a:spcPts val="0"/>
              </a:spcBef>
              <a:spcAft>
                <a:spcPts val="0"/>
              </a:spcAft>
              <a:buSzPts val="2100"/>
              <a:buNone/>
              <a:defRPr sz="2100"/>
            </a:lvl4pPr>
            <a:lvl5pPr algn="ctr">
              <a:lnSpc>
                <a:spcPct val="100000"/>
              </a:lnSpc>
              <a:spcBef>
                <a:spcPts val="0"/>
              </a:spcBef>
              <a:spcAft>
                <a:spcPts val="0"/>
              </a:spcAft>
              <a:buSzPts val="2100"/>
              <a:buNone/>
              <a:defRPr sz="2100"/>
            </a:lvl5pPr>
            <a:lvl6pPr algn="ctr">
              <a:lnSpc>
                <a:spcPct val="100000"/>
              </a:lnSpc>
              <a:spcBef>
                <a:spcPts val="0"/>
              </a:spcBef>
              <a:spcAft>
                <a:spcPts val="0"/>
              </a:spcAft>
              <a:buSzPts val="2100"/>
              <a:buNone/>
              <a:defRPr sz="2100"/>
            </a:lvl6pPr>
            <a:lvl7pPr algn="ctr">
              <a:lnSpc>
                <a:spcPct val="100000"/>
              </a:lnSpc>
              <a:spcBef>
                <a:spcPts val="0"/>
              </a:spcBef>
              <a:spcAft>
                <a:spcPts val="0"/>
              </a:spcAft>
              <a:buSzPts val="2100"/>
              <a:buNone/>
              <a:defRPr sz="2100"/>
            </a:lvl7pPr>
            <a:lvl8pPr algn="ctr">
              <a:lnSpc>
                <a:spcPct val="100000"/>
              </a:lnSpc>
              <a:spcBef>
                <a:spcPts val="0"/>
              </a:spcBef>
              <a:spcAft>
                <a:spcPts val="0"/>
              </a:spcAft>
              <a:buSzPts val="2100"/>
              <a:buNone/>
              <a:defRPr sz="2100"/>
            </a:lvl8pPr>
            <a:lvl9pPr algn="ctr">
              <a:lnSpc>
                <a:spcPct val="100000"/>
              </a:lnSpc>
              <a:spcBef>
                <a:spcPts val="0"/>
              </a:spcBef>
              <a:spcAft>
                <a:spcPts val="0"/>
              </a:spcAft>
              <a:buSzPts val="2100"/>
              <a:buNone/>
              <a:defRPr sz="2100"/>
            </a:lvl9pPr>
          </a:lstStyle>
          <a:p xmlns:a="http://schemas.openxmlformats.org/drawingml/2006/main"/>
        </p:txBody>
      </p:sp>
      <p:sp>
        <p:nvSpPr>
          <p:cNvPr id="40" name="Google Shape;40;p10">
            <a:extLst xmlns:a="http://schemas.openxmlformats.org/drawingml/2006/main">
              <a:ext uri="{FF2B5EF4-FFF2-40B4-BE49-F238E27FC236}">
                <a16:creationId xmlns:a16="http://schemas.microsoft.com/office/drawing/2014/main" id="{21BF9CA2-FE0C-4DA0-9699-BA9D6661F001}"/>
              </a:ext>
            </a:extLst>
          </p:cNvPr>
          <p:cNvSpPr>
            <a:spLocks xmlns:a="http://schemas.openxmlformats.org/drawingml/2006/main" noGrp="1"/>
          </p:cNvSpPr>
          <p:nvPr>
            <p:ph type="body" idx="2"/>
          </p:nvPr>
        </p:nvSpPr>
        <p:spPr>
          <a:xfrm xmlns:a="http://schemas.openxmlformats.org/drawingml/2006/main">
            <a:off x="4939500" y="724075"/>
            <a:ext cx="3837000" cy="369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41" name="Google Shape;41;p10">
            <a:extLst xmlns:a="http://schemas.openxmlformats.org/drawingml/2006/main">
              <a:ext uri="{FF2B5EF4-FFF2-40B4-BE49-F238E27FC236}">
                <a16:creationId xmlns:a16="http://schemas.microsoft.com/office/drawing/2014/main" id="{93076F3D-A67D-4B6B-9690-5EC1B676900B}"/>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0.xml><?xml version="1.0" encoding="utf-8"?>
<p:sldLayout xmlns:p="http://schemas.openxmlformats.org/presentationml/2006/main" matchingName="Caption">
  <p:cSld name="CAPTION_ONLY">
    <p:spTree>
      <p:nvGrpSpPr>
        <p:cNvPr id="1" name=""/>
        <p:cNvGrpSpPr/>
        <p:nvPr/>
      </p:nvGrpSpPr>
      <p:grpSpPr>
        <a:xfrm xmlns:a="http://schemas.openxmlformats.org/drawingml/2006/main"/>
      </p:grpSpPr>
      <p:sp>
        <p:nvSpPr>
          <p:cNvPr id="43" name="Google Shape;43;p11">
            <a:extLst xmlns:a="http://schemas.openxmlformats.org/drawingml/2006/main">
              <a:ext uri="{FF2B5EF4-FFF2-40B4-BE49-F238E27FC236}">
                <a16:creationId xmlns:a16="http://schemas.microsoft.com/office/drawing/2014/main" id="{A58B9BD8-4E4E-4554-96F1-596D9040FCE9}"/>
              </a:ext>
            </a:extLst>
          </p:cNvPr>
          <p:cNvSpPr>
            <a:spLocks xmlns:a="http://schemas.openxmlformats.org/drawingml/2006/main" noGrp="1"/>
          </p:cNvSpPr>
          <p:nvPr>
            <p:ph type="body" idx="1"/>
          </p:nvPr>
        </p:nvSpPr>
        <p:spPr>
          <a:xfrm xmlns:a="http://schemas.openxmlformats.org/drawingml/2006/main">
            <a:off x="311700" y="4230575"/>
            <a:ext cx="5998800" cy="60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228600">
              <a:lnSpc>
                <a:spcPct val="100000"/>
              </a:lnSpc>
              <a:spcBef>
                <a:spcPts val="0"/>
              </a:spcBef>
              <a:spcAft>
                <a:spcPts val="0"/>
              </a:spcAft>
              <a:buSzPts val="1800"/>
              <a:buNone/>
              <a:defRPr/>
            </a:lvl1pPr>
          </a:lstStyle>
          <a:p xmlns:a="http://schemas.openxmlformats.org/drawingml/2006/main"/>
        </p:txBody>
      </p:sp>
      <p:sp>
        <p:nvSpPr>
          <p:cNvPr id="44" name="Google Shape;44;p11">
            <a:extLst xmlns:a="http://schemas.openxmlformats.org/drawingml/2006/main">
              <a:ext uri="{FF2B5EF4-FFF2-40B4-BE49-F238E27FC236}">
                <a16:creationId xmlns:a16="http://schemas.microsoft.com/office/drawing/2014/main" id="{2BE685DE-8A10-455B-9673-557B92D43C2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1.xml><?xml version="1.0" encoding="utf-8"?>
<p:sldLayout xmlns:p="http://schemas.openxmlformats.org/presentationml/2006/main" matchingName="Big number">
  <p:cSld name="BIG_NUMBER">
    <p:spTree>
      <p:nvGrpSpPr>
        <p:cNvPr id="1" name=""/>
        <p:cNvGrpSpPr/>
        <p:nvPr/>
      </p:nvGrpSpPr>
      <p:grpSpPr>
        <a:xfrm xmlns:a="http://schemas.openxmlformats.org/drawingml/2006/main"/>
      </p:grpSpPr>
      <p:sp>
        <p:nvSpPr>
          <p:cNvPr id="46" name="Google Shape;46;p12">
            <a:extLst xmlns:a="http://schemas.openxmlformats.org/drawingml/2006/main">
              <a:ext uri="{FF2B5EF4-FFF2-40B4-BE49-F238E27FC236}">
                <a16:creationId xmlns:a16="http://schemas.microsoft.com/office/drawing/2014/main" id="{DD097F06-A575-4117-B53D-49A727FFCAED}"/>
              </a:ext>
            </a:extLst>
          </p:cNvPr>
          <p:cNvSpPr>
            <a:spLocks xmlns:a="http://schemas.openxmlformats.org/drawingml/2006/main" noGrp="1"/>
          </p:cNvSpPr>
          <p:nvPr>
            <p:ph type="title" idx="0" hasCustomPrompt="1"/>
          </p:nvPr>
        </p:nvSpPr>
        <p:spPr>
          <a:xfrm xmlns:a="http://schemas.openxmlformats.org/drawingml/2006/main">
            <a:off x="311700" y="1106125"/>
            <a:ext cx="8520600" cy="19635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12000"/>
              <a:buNone/>
              <a:defRPr sz="12000"/>
            </a:lvl1pPr>
            <a:lvl2pPr algn="ctr">
              <a:spcBef>
                <a:spcPts val="0"/>
              </a:spcBef>
              <a:spcAft>
                <a:spcPts val="0"/>
              </a:spcAft>
              <a:buSzPts val="12000"/>
              <a:buNone/>
              <a:defRPr sz="12000"/>
            </a:lvl2pPr>
            <a:lvl3pPr algn="ctr">
              <a:spcBef>
                <a:spcPts val="0"/>
              </a:spcBef>
              <a:spcAft>
                <a:spcPts val="0"/>
              </a:spcAft>
              <a:buSzPts val="12000"/>
              <a:buNone/>
              <a:defRPr sz="12000"/>
            </a:lvl3pPr>
            <a:lvl4pPr algn="ctr">
              <a:spcBef>
                <a:spcPts val="0"/>
              </a:spcBef>
              <a:spcAft>
                <a:spcPts val="0"/>
              </a:spcAft>
              <a:buSzPts val="12000"/>
              <a:buNone/>
              <a:defRPr sz="12000"/>
            </a:lvl4pPr>
            <a:lvl5pPr algn="ctr">
              <a:spcBef>
                <a:spcPts val="0"/>
              </a:spcBef>
              <a:spcAft>
                <a:spcPts val="0"/>
              </a:spcAft>
              <a:buSzPts val="12000"/>
              <a:buNone/>
              <a:defRPr sz="12000"/>
            </a:lvl5pPr>
            <a:lvl6pPr algn="ctr">
              <a:spcBef>
                <a:spcPts val="0"/>
              </a:spcBef>
              <a:spcAft>
                <a:spcPts val="0"/>
              </a:spcAft>
              <a:buSzPts val="12000"/>
              <a:buNone/>
              <a:defRPr sz="12000"/>
            </a:lvl6pPr>
            <a:lvl7pPr algn="ctr">
              <a:spcBef>
                <a:spcPts val="0"/>
              </a:spcBef>
              <a:spcAft>
                <a:spcPts val="0"/>
              </a:spcAft>
              <a:buSzPts val="12000"/>
              <a:buNone/>
              <a:defRPr sz="12000"/>
            </a:lvl7pPr>
            <a:lvl8pPr algn="ctr">
              <a:spcBef>
                <a:spcPts val="0"/>
              </a:spcBef>
              <a:spcAft>
                <a:spcPts val="0"/>
              </a:spcAft>
              <a:buSzPts val="12000"/>
              <a:buNone/>
              <a:defRPr sz="12000"/>
            </a:lvl8pPr>
            <a:lvl9pPr algn="ctr">
              <a:spcBef>
                <a:spcPts val="0"/>
              </a:spcBef>
              <a:spcAft>
                <a:spcPts val="0"/>
              </a:spcAft>
              <a:buSzPts val="12000"/>
              <a:buNone/>
              <a:defRPr sz="12000"/>
            </a:lvl9pPr>
          </a:lstStyle>
          <a:p xmlns:a="http://schemas.openxmlformats.org/drawingml/2006/main">
            <a:r>
              <a:t>xx%</a:t>
            </a:r>
          </a:p>
        </p:txBody>
      </p:sp>
      <p:sp>
        <p:nvSpPr>
          <p:cNvPr id="47" name="Google Shape;47;p12">
            <a:extLst xmlns:a="http://schemas.openxmlformats.org/drawingml/2006/main">
              <a:ext uri="{FF2B5EF4-FFF2-40B4-BE49-F238E27FC236}">
                <a16:creationId xmlns:a16="http://schemas.microsoft.com/office/drawing/2014/main" id="{E0707E74-648C-47F4-BCBC-6627CF4902C3}"/>
              </a:ext>
            </a:extLst>
          </p:cNvPr>
          <p:cNvSpPr>
            <a:spLocks xmlns:a="http://schemas.openxmlformats.org/drawingml/2006/main" noGrp="1"/>
          </p:cNvSpPr>
          <p:nvPr>
            <p:ph type="body" idx="1"/>
          </p:nvPr>
        </p:nvSpPr>
        <p:spPr>
          <a:xfrm xmlns:a="http://schemas.openxmlformats.org/drawingml/2006/main">
            <a:off x="311700" y="3152225"/>
            <a:ext cx="8520600" cy="13008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lgn="ctr">
              <a:spcBef>
                <a:spcPts val="0"/>
              </a:spcBef>
              <a:spcAft>
                <a:spcPts val="0"/>
              </a:spcAft>
              <a:buSzPts val="1800"/>
              <a:buChar char="●"/>
              <a:defRPr/>
            </a:lvl1pPr>
            <a:lvl2pPr marL="914400" indent="-317500" algn="ctr">
              <a:spcBef>
                <a:spcPts val="0"/>
              </a:spcBef>
              <a:spcAft>
                <a:spcPts val="0"/>
              </a:spcAft>
              <a:buSzPts val="1400"/>
              <a:buChar char="○"/>
              <a:defRPr/>
            </a:lvl2pPr>
            <a:lvl3pPr marL="1371600" indent="-317500" algn="ctr">
              <a:spcBef>
                <a:spcPts val="0"/>
              </a:spcBef>
              <a:spcAft>
                <a:spcPts val="0"/>
              </a:spcAft>
              <a:buSzPts val="1400"/>
              <a:buChar char="■"/>
              <a:defRPr/>
            </a:lvl3pPr>
            <a:lvl4pPr marL="1828800" indent="-317500" algn="ctr">
              <a:spcBef>
                <a:spcPts val="0"/>
              </a:spcBef>
              <a:spcAft>
                <a:spcPts val="0"/>
              </a:spcAft>
              <a:buSzPts val="1400"/>
              <a:buChar char="●"/>
              <a:defRPr/>
            </a:lvl4pPr>
            <a:lvl5pPr marL="2286000" indent="-317500" algn="ctr">
              <a:spcBef>
                <a:spcPts val="0"/>
              </a:spcBef>
              <a:spcAft>
                <a:spcPts val="0"/>
              </a:spcAft>
              <a:buSzPts val="1400"/>
              <a:buChar char="○"/>
              <a:defRPr/>
            </a:lvl5pPr>
            <a:lvl6pPr marL="2743200" indent="-317500" algn="ctr">
              <a:spcBef>
                <a:spcPts val="0"/>
              </a:spcBef>
              <a:spcAft>
                <a:spcPts val="0"/>
              </a:spcAft>
              <a:buSzPts val="1400"/>
              <a:buChar char="■"/>
              <a:defRPr/>
            </a:lvl6pPr>
            <a:lvl7pPr marL="3200400" indent="-317500" algn="ctr">
              <a:spcBef>
                <a:spcPts val="0"/>
              </a:spcBef>
              <a:spcAft>
                <a:spcPts val="0"/>
              </a:spcAft>
              <a:buSzPts val="1400"/>
              <a:buChar char="●"/>
              <a:defRPr/>
            </a:lvl7pPr>
            <a:lvl8pPr marL="3657600" indent="-317500" algn="ctr">
              <a:spcBef>
                <a:spcPts val="0"/>
              </a:spcBef>
              <a:spcAft>
                <a:spcPts val="0"/>
              </a:spcAft>
              <a:buSzPts val="1400"/>
              <a:buChar char="○"/>
              <a:defRPr/>
            </a:lvl8pPr>
            <a:lvl9pPr marL="4114800" indent="-317500" algn="ctr">
              <a:spcBef>
                <a:spcPts val="0"/>
              </a:spcBef>
              <a:spcAft>
                <a:spcPts val="0"/>
              </a:spcAft>
              <a:buSzPts val="1400"/>
              <a:buChar char="■"/>
              <a:defRPr/>
            </a:lvl9pPr>
          </a:lstStyle>
          <a:p xmlns:a="http://schemas.openxmlformats.org/drawingml/2006/main"/>
        </p:txBody>
      </p:sp>
      <p:sp>
        <p:nvSpPr>
          <p:cNvPr id="48" name="Google Shape;48;p12">
            <a:extLst xmlns:a="http://schemas.openxmlformats.org/drawingml/2006/main">
              <a:ext uri="{FF2B5EF4-FFF2-40B4-BE49-F238E27FC236}">
                <a16:creationId xmlns:a16="http://schemas.microsoft.com/office/drawing/2014/main" id="{8AE0A9B9-2BF1-4565-92E7-E82FBD44582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2.xml><?xml version="1.0" encoding="utf-8"?>
<p:sldLayout xmlns:p="http://schemas.openxmlformats.org/presentationml/2006/main" matchingName="Blank" type="blank">
  <p:cSld name="BLANK">
    <p:spTree>
      <p:nvGrpSpPr>
        <p:cNvPr id="1" name=""/>
        <p:cNvGrpSpPr/>
        <p:nvPr/>
      </p:nvGrpSpPr>
      <p:grpSpPr>
        <a:xfrm xmlns:a="http://schemas.openxmlformats.org/drawingml/2006/main"/>
      </p:grpSpPr>
      <p:sp>
        <p:nvSpPr>
          <p:cNvPr id="50" name="Google Shape;50;p13">
            <a:extLst xmlns:a="http://schemas.openxmlformats.org/drawingml/2006/main">
              <a:ext uri="{FF2B5EF4-FFF2-40B4-BE49-F238E27FC236}">
                <a16:creationId xmlns:a16="http://schemas.microsoft.com/office/drawing/2014/main" id="{A838B777-9827-4993-8C12-A96ED7758653}"/>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3.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86583b138bc44d6" /><Relationship Type="http://schemas.openxmlformats.org/officeDocument/2006/relationships/slideLayout" Target="/ppt/slideLayouts/slideLayout1.xml" Id="R765626a9e10147f3" /><Relationship Type="http://schemas.openxmlformats.org/officeDocument/2006/relationships/slideLayout" Target="/ppt/slideLayouts/slideLayout2.xml" Id="R91d6a729e4934b45" /><Relationship Type="http://schemas.openxmlformats.org/officeDocument/2006/relationships/slideLayout" Target="/ppt/slideLayouts/slideLayout3.xml" Id="R448b1d7e175d4eb9" /><Relationship Type="http://schemas.openxmlformats.org/officeDocument/2006/relationships/slideLayout" Target="/ppt/slideLayouts/slideLayout4.xml" Id="Re9f75de1099b4246" /><Relationship Type="http://schemas.openxmlformats.org/officeDocument/2006/relationships/slideLayout" Target="/ppt/slideLayouts/slideLayout5.xml" Id="Rea7cdd15ab3b4bf9" /><Relationship Type="http://schemas.openxmlformats.org/officeDocument/2006/relationships/slideLayout" Target="/ppt/slideLayouts/slideLayout6.xml" Id="Ra9d6a68ad69c4482" /><Relationship Type="http://schemas.openxmlformats.org/officeDocument/2006/relationships/slideLayout" Target="/ppt/slideLayouts/slideLayout7.xml" Id="Ra7a7ab05eb1d4e59" /><Relationship Type="http://schemas.openxmlformats.org/officeDocument/2006/relationships/slideLayout" Target="/ppt/slideLayouts/slideLayout8.xml" Id="Rbd091b278bbb45fa" /><Relationship Type="http://schemas.openxmlformats.org/officeDocument/2006/relationships/slideLayout" Target="/ppt/slideLayouts/slideLayout9.xml" Id="Rb62095929429469f" /><Relationship Type="http://schemas.openxmlformats.org/officeDocument/2006/relationships/slideLayout" Target="/ppt/slideLayouts/slideLayout10.xml" Id="R70e9a8ddc00a422b" /><Relationship Type="http://schemas.openxmlformats.org/officeDocument/2006/relationships/slideLayout" Target="/ppt/slideLayouts/slideLayout11.xml" Id="R9e3967c4ddf547c8" /><Relationship Type="http://schemas.openxmlformats.org/officeDocument/2006/relationships/slideLayout" Target="/ppt/slideLayouts/slideLayout12.xml" Id="R4c1fa1f8c5c8483e" /></Relationships>
</file>

<file path=ppt/slideMasters/_rels/slideMaster2.xml.rels>&#65279;<?xml version="1.0" encoding="utf-8"?><Relationships xmlns="http://schemas.openxmlformats.org/package/2006/relationships"><Relationship Type="http://schemas.openxmlformats.org/officeDocument/2006/relationships/theme" Target="/ppt/slideMasters/theme/theme3.xml" Id="R3b0e6b83189b4047" /><Relationship Type="http://schemas.openxmlformats.org/officeDocument/2006/relationships/slideLayout" Target="/ppt/slideLayouts/slideLayout13.xml" Id="R501aa64018ad4a5a" /></Relationships>
</file>

<file path=ppt/slideMasters/slideMaster1.xml><?xml version="1.0" encoding="utf-8"?>
<p:sldMaster xmlns:p="http://schemas.openxmlformats.org/presentationml/2006/main">
  <p:cSld name="simple-light-2">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1">
            <a:extLst xmlns:a="http://schemas.openxmlformats.org/drawingml/2006/main">
              <a:ext uri="{FF2B5EF4-FFF2-40B4-BE49-F238E27FC236}">
                <a16:creationId xmlns:a16="http://schemas.microsoft.com/office/drawing/2014/main" id="{DA1BD362-98EE-4F13-9996-BA24B50AC9C8}"/>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Clr>
                <a:schemeClr val="dk1"/>
              </a:buClr>
              <a:buSzPts val="2800"/>
              <a:buNone/>
              <a:defRPr sz="2800">
                <a:solidFill>
                  <a:schemeClr val="dk1"/>
                </a:solidFill>
              </a:defRPr>
            </a:lvl1pPr>
            <a:lvl2pPr>
              <a:spcBef>
                <a:spcPts val="0"/>
              </a:spcBef>
              <a:spcAft>
                <a:spcPts val="0"/>
              </a:spcAft>
              <a:buClr>
                <a:schemeClr val="dk1"/>
              </a:buClr>
              <a:buSzPts val="2800"/>
              <a:buNone/>
              <a:defRPr sz="2800">
                <a:solidFill>
                  <a:schemeClr val="dk1"/>
                </a:solidFill>
              </a:defRPr>
            </a:lvl2pPr>
            <a:lvl3pPr>
              <a:spcBef>
                <a:spcPts val="0"/>
              </a:spcBef>
              <a:spcAft>
                <a:spcPts val="0"/>
              </a:spcAft>
              <a:buClr>
                <a:schemeClr val="dk1"/>
              </a:buClr>
              <a:buSzPts val="2800"/>
              <a:buNone/>
              <a:defRPr sz="2800">
                <a:solidFill>
                  <a:schemeClr val="dk1"/>
                </a:solidFill>
              </a:defRPr>
            </a:lvl3pPr>
            <a:lvl4pPr>
              <a:spcBef>
                <a:spcPts val="0"/>
              </a:spcBef>
              <a:spcAft>
                <a:spcPts val="0"/>
              </a:spcAft>
              <a:buClr>
                <a:schemeClr val="dk1"/>
              </a:buClr>
              <a:buSzPts val="2800"/>
              <a:buNone/>
              <a:defRPr sz="2800">
                <a:solidFill>
                  <a:schemeClr val="dk1"/>
                </a:solidFill>
              </a:defRPr>
            </a:lvl4pPr>
            <a:lvl5pPr>
              <a:spcBef>
                <a:spcPts val="0"/>
              </a:spcBef>
              <a:spcAft>
                <a:spcPts val="0"/>
              </a:spcAft>
              <a:buClr>
                <a:schemeClr val="dk1"/>
              </a:buClr>
              <a:buSzPts val="2800"/>
              <a:buNone/>
              <a:defRPr sz="2800">
                <a:solidFill>
                  <a:schemeClr val="dk1"/>
                </a:solidFill>
              </a:defRPr>
            </a:lvl5pPr>
            <a:lvl6pPr>
              <a:spcBef>
                <a:spcPts val="0"/>
              </a:spcBef>
              <a:spcAft>
                <a:spcPts val="0"/>
              </a:spcAft>
              <a:buClr>
                <a:schemeClr val="dk1"/>
              </a:buClr>
              <a:buSzPts val="2800"/>
              <a:buNone/>
              <a:defRPr sz="2800">
                <a:solidFill>
                  <a:schemeClr val="dk1"/>
                </a:solidFill>
              </a:defRPr>
            </a:lvl6pPr>
            <a:lvl7pPr>
              <a:spcBef>
                <a:spcPts val="0"/>
              </a:spcBef>
              <a:spcAft>
                <a:spcPts val="0"/>
              </a:spcAft>
              <a:buClr>
                <a:schemeClr val="dk1"/>
              </a:buClr>
              <a:buSzPts val="2800"/>
              <a:buNone/>
              <a:defRPr sz="2800">
                <a:solidFill>
                  <a:schemeClr val="dk1"/>
                </a:solidFill>
              </a:defRPr>
            </a:lvl7pPr>
            <a:lvl8pPr>
              <a:spcBef>
                <a:spcPts val="0"/>
              </a:spcBef>
              <a:spcAft>
                <a:spcPts val="0"/>
              </a:spcAft>
              <a:buClr>
                <a:schemeClr val="dk1"/>
              </a:buClr>
              <a:buSzPts val="2800"/>
              <a:buNone/>
              <a:defRPr sz="2800">
                <a:solidFill>
                  <a:schemeClr val="dk1"/>
                </a:solidFill>
              </a:defRPr>
            </a:lvl8pPr>
            <a:lvl9pPr>
              <a:spcBef>
                <a:spcPts val="0"/>
              </a:spcBef>
              <a:spcAft>
                <a:spcPts val="0"/>
              </a:spcAft>
              <a:buClr>
                <a:schemeClr val="dk1"/>
              </a:buClr>
              <a:buSzPts val="2800"/>
              <a:buNone/>
              <a:defRPr sz="2800">
                <a:solidFill>
                  <a:schemeClr val="dk1"/>
                </a:solidFill>
              </a:defRPr>
            </a:lvl9pPr>
          </a:lstStyle>
          <a:p xmlns:a="http://schemas.openxmlformats.org/drawingml/2006/main"/>
        </p:txBody>
      </p:sp>
      <p:sp>
        <p:nvSpPr>
          <p:cNvPr id="7" name="Google Shape;7;p1">
            <a:extLst xmlns:a="http://schemas.openxmlformats.org/drawingml/2006/main">
              <a:ext uri="{FF2B5EF4-FFF2-40B4-BE49-F238E27FC236}">
                <a16:creationId xmlns:a16="http://schemas.microsoft.com/office/drawing/2014/main" id="{A0780717-8ECE-4B81-AD2B-DD93B494FF0F}"/>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marL="457200" indent="-342900">
              <a:lnSpc>
                <a:spcPct val="115000"/>
              </a:lnSpc>
              <a:spcBef>
                <a:spcPts val="0"/>
              </a:spcBef>
              <a:spcAft>
                <a:spcPts val="0"/>
              </a:spcAft>
              <a:buClr>
                <a:schemeClr val="dk2"/>
              </a:buClr>
              <a:buSzPts val="1800"/>
              <a:buChar char="●"/>
              <a:defRPr sz="1800">
                <a:solidFill>
                  <a:schemeClr val="dk2"/>
                </a:solidFill>
              </a:defRPr>
            </a:lvl1pPr>
            <a:lvl2pPr marL="914400" indent="-317500">
              <a:lnSpc>
                <a:spcPct val="115000"/>
              </a:lnSpc>
              <a:spcBef>
                <a:spcPts val="0"/>
              </a:spcBef>
              <a:spcAft>
                <a:spcPts val="0"/>
              </a:spcAft>
              <a:buClr>
                <a:schemeClr val="dk2"/>
              </a:buClr>
              <a:buSzPts val="1400"/>
              <a:buChar char="○"/>
              <a:defRPr>
                <a:solidFill>
                  <a:schemeClr val="dk2"/>
                </a:solidFill>
              </a:defRPr>
            </a:lvl2pPr>
            <a:lvl3pPr marL="1371600" indent="-317500">
              <a:lnSpc>
                <a:spcPct val="115000"/>
              </a:lnSpc>
              <a:spcBef>
                <a:spcPts val="0"/>
              </a:spcBef>
              <a:spcAft>
                <a:spcPts val="0"/>
              </a:spcAft>
              <a:buClr>
                <a:schemeClr val="dk2"/>
              </a:buClr>
              <a:buSzPts val="1400"/>
              <a:buChar char="■"/>
              <a:defRPr>
                <a:solidFill>
                  <a:schemeClr val="dk2"/>
                </a:solidFill>
              </a:defRPr>
            </a:lvl3pPr>
            <a:lvl4pPr marL="1828800" indent="-317500">
              <a:lnSpc>
                <a:spcPct val="115000"/>
              </a:lnSpc>
              <a:spcBef>
                <a:spcPts val="0"/>
              </a:spcBef>
              <a:spcAft>
                <a:spcPts val="0"/>
              </a:spcAft>
              <a:buClr>
                <a:schemeClr val="dk2"/>
              </a:buClr>
              <a:buSzPts val="1400"/>
              <a:buChar char="●"/>
              <a:defRPr>
                <a:solidFill>
                  <a:schemeClr val="dk2"/>
                </a:solidFill>
              </a:defRPr>
            </a:lvl4pPr>
            <a:lvl5pPr marL="2286000" indent="-317500">
              <a:lnSpc>
                <a:spcPct val="115000"/>
              </a:lnSpc>
              <a:spcBef>
                <a:spcPts val="0"/>
              </a:spcBef>
              <a:spcAft>
                <a:spcPts val="0"/>
              </a:spcAft>
              <a:buClr>
                <a:schemeClr val="dk2"/>
              </a:buClr>
              <a:buSzPts val="1400"/>
              <a:buChar char="○"/>
              <a:defRPr>
                <a:solidFill>
                  <a:schemeClr val="dk2"/>
                </a:solidFill>
              </a:defRPr>
            </a:lvl5pPr>
            <a:lvl6pPr marL="2743200" indent="-317500">
              <a:lnSpc>
                <a:spcPct val="115000"/>
              </a:lnSpc>
              <a:spcBef>
                <a:spcPts val="0"/>
              </a:spcBef>
              <a:spcAft>
                <a:spcPts val="0"/>
              </a:spcAft>
              <a:buClr>
                <a:schemeClr val="dk2"/>
              </a:buClr>
              <a:buSzPts val="1400"/>
              <a:buChar char="■"/>
              <a:defRPr>
                <a:solidFill>
                  <a:schemeClr val="dk2"/>
                </a:solidFill>
              </a:defRPr>
            </a:lvl6pPr>
            <a:lvl7pPr marL="3200400" indent="-317500">
              <a:lnSpc>
                <a:spcPct val="115000"/>
              </a:lnSpc>
              <a:spcBef>
                <a:spcPts val="0"/>
              </a:spcBef>
              <a:spcAft>
                <a:spcPts val="0"/>
              </a:spcAft>
              <a:buClr>
                <a:schemeClr val="dk2"/>
              </a:buClr>
              <a:buSzPts val="1400"/>
              <a:buChar char="●"/>
              <a:defRPr>
                <a:solidFill>
                  <a:schemeClr val="dk2"/>
                </a:solidFill>
              </a:defRPr>
            </a:lvl7pPr>
            <a:lvl8pPr marL="3657600" indent="-317500">
              <a:lnSpc>
                <a:spcPct val="115000"/>
              </a:lnSpc>
              <a:spcBef>
                <a:spcPts val="0"/>
              </a:spcBef>
              <a:spcAft>
                <a:spcPts val="0"/>
              </a:spcAft>
              <a:buClr>
                <a:schemeClr val="dk2"/>
              </a:buClr>
              <a:buSzPts val="1400"/>
              <a:buChar char="○"/>
              <a:defRPr>
                <a:solidFill>
                  <a:schemeClr val="dk2"/>
                </a:solidFill>
              </a:defRPr>
            </a:lvl8pPr>
            <a:lvl9pPr marL="4114800" indent="-317500">
              <a:lnSpc>
                <a:spcPct val="115000"/>
              </a:lnSpc>
              <a:spcBef>
                <a:spcPts val="0"/>
              </a:spcBef>
              <a:spcAft>
                <a:spcPts val="0"/>
              </a:spcAft>
              <a:buClr>
                <a:schemeClr val="dk2"/>
              </a:buClr>
              <a:buSzPts val="1400"/>
              <a:buChar char="■"/>
              <a:defRPr>
                <a:solidFill>
                  <a:schemeClr val="dk2"/>
                </a:solidFill>
              </a:defRPr>
            </a:lvl9pPr>
          </a:lstStyle>
          <a:p xmlns:a="http://schemas.openxmlformats.org/drawingml/2006/main"/>
        </p:txBody>
      </p:sp>
      <p:sp>
        <p:nvSpPr>
          <p:cNvPr id="8" name="Google Shape;8;p1">
            <a:extLst xmlns:a="http://schemas.openxmlformats.org/drawingml/2006/main">
              <a:ext uri="{FF2B5EF4-FFF2-40B4-BE49-F238E27FC236}">
                <a16:creationId xmlns:a16="http://schemas.microsoft.com/office/drawing/2014/main" id="{D25FD48D-64B5-412D-AF69-FA5238A4D65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rm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765626a9e10147f3"/>
    <p:sldLayoutId xmlns:r="http://schemas.openxmlformats.org/officeDocument/2006/relationships" id="2147483650" r:id="R91d6a729e4934b45"/>
    <p:sldLayoutId xmlns:r="http://schemas.openxmlformats.org/officeDocument/2006/relationships" id="2147483651" r:id="R448b1d7e175d4eb9"/>
    <p:sldLayoutId xmlns:r="http://schemas.openxmlformats.org/officeDocument/2006/relationships" id="2147483652" r:id="Re9f75de1099b4246"/>
    <p:sldLayoutId xmlns:r="http://schemas.openxmlformats.org/officeDocument/2006/relationships" id="2147483653" r:id="Rea7cdd15ab3b4bf9"/>
    <p:sldLayoutId xmlns:r="http://schemas.openxmlformats.org/officeDocument/2006/relationships" id="2147483654" r:id="Ra9d6a68ad69c4482"/>
    <p:sldLayoutId xmlns:r="http://schemas.openxmlformats.org/officeDocument/2006/relationships" id="2147483655" r:id="Ra7a7ab05eb1d4e59"/>
    <p:sldLayoutId xmlns:r="http://schemas.openxmlformats.org/officeDocument/2006/relationships" id="2147483656" r:id="Rbd091b278bbb45fa"/>
    <p:sldLayoutId xmlns:r="http://schemas.openxmlformats.org/officeDocument/2006/relationships" id="2147483657" r:id="Rb62095929429469f"/>
    <p:sldLayoutId xmlns:r="http://schemas.openxmlformats.org/officeDocument/2006/relationships" id="2147483658" r:id="R70e9a8ddc00a422b"/>
    <p:sldLayoutId xmlns:r="http://schemas.openxmlformats.org/officeDocument/2006/relationships" id="2147483659" r:id="R9e3967c4ddf547c8"/>
    <p:sldLayoutId xmlns:r="http://schemas.openxmlformats.org/officeDocument/2006/relationships" id="2147483660" r:id="R4c1fa1f8c5c8483e"/>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slideMaster2.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62" r:id="R501aa64018ad4a5a"/>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352350b4f2b4582" /><Relationship Type="http://schemas.openxmlformats.org/officeDocument/2006/relationships/image" Target="/ppt/media/image.png" Id="R221dc0c8fcd642a0" /><Relationship Type="http://schemas.openxmlformats.org/officeDocument/2006/relationships/notesSlide" Target="/ppt/notesSlides/notesSlide1.xml" Id="Ra8514e0c2c0d4dd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3a20d2f4e4e41fe" /><Relationship Type="http://schemas.openxmlformats.org/officeDocument/2006/relationships/image" Target="/ppt/media/image.png" Id="Ra06d32fd91e74d1e" /><Relationship Type="http://schemas.openxmlformats.org/officeDocument/2006/relationships/notesSlide" Target="/ppt/notesSlides/notesSlide2.xml" Id="Rf7ba0c56007d452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0b246dea96447b8" /><Relationship Type="http://schemas.openxmlformats.org/officeDocument/2006/relationships/hyperlink" Target="https://canonical.com/multipass/download/macos" TargetMode="External" Id="R9778396521274a09" /><Relationship Type="http://schemas.openxmlformats.org/officeDocument/2006/relationships/image" Target="/ppt/media/image.png" Id="R75c104755de34104" /><Relationship Type="http://schemas.openxmlformats.org/officeDocument/2006/relationships/notesSlide" Target="/ppt/notesSlides/notesSlide3.xml" Id="Ra10637e9680c46d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de452b973734fc6" /><Relationship Type="http://schemas.openxmlformats.org/officeDocument/2006/relationships/hyperlink" Target="https://canonical.com/multipass/download/windows" TargetMode="External" Id="Rda4386a8eb284d2b" /><Relationship Type="http://schemas.openxmlformats.org/officeDocument/2006/relationships/hyperlink" Target="https://support.microsoft.com/en-us/windows/experience/enable-virtualization-on-windows" TargetMode="External" Id="R3e72a68d5f014a83" /><Relationship Type="http://schemas.openxmlformats.org/officeDocument/2006/relationships/image" Target="/ppt/media/image.png" Id="R08b3d19e07b849df" /><Relationship Type="http://schemas.openxmlformats.org/officeDocument/2006/relationships/notesSlide" Target="/ppt/notesSlides/notesSlide4.xml" Id="Ra85f74ee0c074a9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245cc53aeea42fe" /><Relationship Type="http://schemas.openxmlformats.org/officeDocument/2006/relationships/image" Target="/ppt/media/image.png" Id="R2e44928252ec4656" /><Relationship Type="http://schemas.openxmlformats.org/officeDocument/2006/relationships/notesSlide" Target="/ppt/notesSlides/notesSlide5.xml" Id="Rd63eabdc50334e8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c06d9d7afa24f1b" /><Relationship Type="http://schemas.openxmlformats.org/officeDocument/2006/relationships/hyperlink" Target="https://github.com/julianshalaby-perj/falco-libs-workshop/archive/refs/heads/main.zip" TargetMode="External" Id="R16bc21035c0748e1" /><Relationship Type="http://schemas.openxmlformats.org/officeDocument/2006/relationships/image" Target="/ppt/media/image.png" Id="R4e3ca7f67bfb4b63" /><Relationship Type="http://schemas.openxmlformats.org/officeDocument/2006/relationships/notesSlide" Target="/ppt/notesSlides/notesSlide6.xml" Id="R2f3d64c719e84c9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e1a00664d624172" /><Relationship Type="http://schemas.openxmlformats.org/officeDocument/2006/relationships/image" Target="/ppt/media/image.png" Id="Ra2aa7949fbf544c3" /><Relationship Type="http://schemas.openxmlformats.org/officeDocument/2006/relationships/notesSlide" Target="/ppt/notesSlides/notesSlide7.xml" Id="R34b51635699246e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e4007873bab4a95" /><Relationship Type="http://schemas.openxmlformats.org/officeDocument/2006/relationships/image" Target="/ppt/media/image.png" Id="R249ac2e5186f424f" /><Relationship Type="http://schemas.openxmlformats.org/officeDocument/2006/relationships/notesSlide" Target="/ppt/notesSlides/notesSlide8.xml" Id="R164d839e3d53420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27a542d4ed24bd2" /><Relationship Type="http://schemas.openxmlformats.org/officeDocument/2006/relationships/image" Target="/ppt/media/image.png" Id="R20217eaca8cb49a2" /><Relationship Type="http://schemas.openxmlformats.org/officeDocument/2006/relationships/notesSlide" Target="/ppt/notesSlides/notesSlide9.xml" Id="Rfc99736251754e4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b4d4a4721754f20" /><Relationship Type="http://schemas.openxmlformats.org/officeDocument/2006/relationships/image" Target="/ppt/media/image.png" Id="Ra135f58bb87c426d" /><Relationship Type="http://schemas.openxmlformats.org/officeDocument/2006/relationships/notesSlide" Target="/ppt/notesSlides/notesSlide10.xml" Id="R67a690a473f84fd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1e998de9e3d4f3a" /><Relationship Type="http://schemas.openxmlformats.org/officeDocument/2006/relationships/image" Target="/ppt/media/image.png" Id="R5e1d490b77214bd4" /><Relationship Type="http://schemas.openxmlformats.org/officeDocument/2006/relationships/notesSlide" Target="/ppt/notesSlides/notesSlide11.xml" Id="R2fc8c5b24a0d4d6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77804ed095d49b0" /><Relationship Type="http://schemas.openxmlformats.org/officeDocument/2006/relationships/image" Target="/ppt/media/image.png" Id="R7689b0f46ba5431d" /><Relationship Type="http://schemas.openxmlformats.org/officeDocument/2006/relationships/notesSlide" Target="/ppt/notesSlides/notesSlide12.xml" Id="R12015927af81433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55d9a69281c4fd8" /><Relationship Type="http://schemas.openxmlformats.org/officeDocument/2006/relationships/image" Target="/ppt/media/image.png" Id="R2ad543b26cfd41d8" /><Relationship Type="http://schemas.openxmlformats.org/officeDocument/2006/relationships/notesSlide" Target="/ppt/notesSlides/notesSlide13.xml" Id="R389a9a88d771435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6468c8babf143fe" /><Relationship Type="http://schemas.openxmlformats.org/officeDocument/2006/relationships/image" Target="/ppt/media/image.png" Id="Rc79cfd612c194727" /><Relationship Type="http://schemas.openxmlformats.org/officeDocument/2006/relationships/notesSlide" Target="/ppt/notesSlides/notesSlide14.xml" Id="R3ba7e862118b4d2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ef3f140c2854cb8" /><Relationship Type="http://schemas.openxmlformats.org/officeDocument/2006/relationships/image" Target="/ppt/media/image.png" Id="R3fa178659e1e4a51" /><Relationship Type="http://schemas.openxmlformats.org/officeDocument/2006/relationships/notesSlide" Target="/ppt/notesSlides/notesSlide15.xml" Id="R2d6f8e2263c343e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4741493ff21481e" /><Relationship Type="http://schemas.openxmlformats.org/officeDocument/2006/relationships/image" Target="/ppt/media/image.png" Id="R3a32d457232a46e4" /><Relationship Type="http://schemas.openxmlformats.org/officeDocument/2006/relationships/notesSlide" Target="/ppt/notesSlides/notesSlide16.xml" Id="R6d547c93e4654cb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e77082fdb8a41d5" /><Relationship Type="http://schemas.openxmlformats.org/officeDocument/2006/relationships/image" Target="/ppt/media/image.png" Id="Rdf968c74d9d94f9d" /><Relationship Type="http://schemas.openxmlformats.org/officeDocument/2006/relationships/notesSlide" Target="/ppt/notesSlides/notesSlide17.xml" Id="Rcf909dba1533407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eeae3d8c05fc4d9f" /><Relationship Type="http://schemas.openxmlformats.org/officeDocument/2006/relationships/image" Target="/ppt/media/image.png" Id="R93d0fe74b2df4891" /><Relationship Type="http://schemas.openxmlformats.org/officeDocument/2006/relationships/notesSlide" Target="/ppt/notesSlides/notesSlide18.xml" Id="R0e7acf218321413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c34a7be9c2a4434" /><Relationship Type="http://schemas.openxmlformats.org/officeDocument/2006/relationships/image" Target="/ppt/media/image.png" Id="Rd9b9997586c9435b" /><Relationship Type="http://schemas.openxmlformats.org/officeDocument/2006/relationships/notesSlide" Target="/ppt/notesSlides/notesSlide19.xml" Id="R1164e2a70d2342c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dc1efa817f0749fb" /><Relationship Type="http://schemas.openxmlformats.org/officeDocument/2006/relationships/image" Target="/ppt/media/image.png" Id="Rc5edcc4bc18f4777" /><Relationship Type="http://schemas.openxmlformats.org/officeDocument/2006/relationships/notesSlide" Target="/ppt/notesSlides/notesSlide20.xml" Id="Ref101efd59034b4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27064e3d5e3242d3" /><Relationship Type="http://schemas.openxmlformats.org/officeDocument/2006/relationships/image" Target="/ppt/media/image.png" Id="R16fa028656d6460f" /><Relationship Type="http://schemas.openxmlformats.org/officeDocument/2006/relationships/notesSlide" Target="/ppt/notesSlides/notesSlide21.xml" Id="R7cfa2753e0b04ee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245489773ed34375" /><Relationship Type="http://schemas.openxmlformats.org/officeDocument/2006/relationships/image" Target="/ppt/media/image.png" Id="R95121ce3296e47f0" /><Relationship Type="http://schemas.openxmlformats.org/officeDocument/2006/relationships/notesSlide" Target="/ppt/notesSlides/notesSlide22.xml" Id="R5d303c22d51947a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bc8f05088d984a09" /><Relationship Type="http://schemas.openxmlformats.org/officeDocument/2006/relationships/image" Target="/ppt/media/image.png" Id="Rc88ae023a8a045fc" /><Relationship Type="http://schemas.openxmlformats.org/officeDocument/2006/relationships/notesSlide" Target="/ppt/notesSlides/notesSlide23.xml" Id="R2791925ffcc9498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311e4e7b547c47d2" /><Relationship Type="http://schemas.openxmlformats.org/officeDocument/2006/relationships/image" Target="/ppt/media/image.png" Id="Rf81a183df9df419c" /><Relationship Type="http://schemas.openxmlformats.org/officeDocument/2006/relationships/notesSlide" Target="/ppt/notesSlides/notesSlide24.xml" Id="Rc0f74f5196cc4f01"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2ea5aecc24384cfe" /><Relationship Type="http://schemas.openxmlformats.org/officeDocument/2006/relationships/image" Target="/ppt/media/image.png" Id="Raa22e9ac96a74244" /><Relationship Type="http://schemas.openxmlformats.org/officeDocument/2006/relationships/notesSlide" Target="/ppt/notesSlides/notesSlide25.xml" Id="R51700cba8b9f455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44bfe5e46eb94acc" /><Relationship Type="http://schemas.openxmlformats.org/officeDocument/2006/relationships/image" Target="/ppt/media/image.png" Id="Ra7a2d2d610fa48a1" /><Relationship Type="http://schemas.openxmlformats.org/officeDocument/2006/relationships/notesSlide" Target="/ppt/notesSlides/notesSlide26.xml" Id="R1c375f4c0e9d444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64450d8669324b11" /><Relationship Type="http://schemas.openxmlformats.org/officeDocument/2006/relationships/image" Target="/ppt/media/image.png" Id="R70d8912e0f2d49c1" /><Relationship Type="http://schemas.openxmlformats.org/officeDocument/2006/relationships/notesSlide" Target="/ppt/notesSlides/notesSlide27.xml" Id="R8389cacb9a194d96"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64" name="Google Shape;164;p18">
            <a:extLst xmlns:a="http://schemas.openxmlformats.org/drawingml/2006/main">
              <a:ext uri="{FF2B5EF4-FFF2-40B4-BE49-F238E27FC236}">
                <a16:creationId xmlns:a16="http://schemas.microsoft.com/office/drawing/2014/main" id="{0DE056B8-D730-4511-848E-5B377B40D5A6}"/>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5" name="Google Shape;165;p18">
            <a:extLst xmlns:a="http://schemas.openxmlformats.org/drawingml/2006/main">
              <a:ext uri="{FF2B5EF4-FFF2-40B4-BE49-F238E27FC236}">
                <a16:creationId xmlns:a16="http://schemas.microsoft.com/office/drawing/2014/main" id="{F4B0C67B-0239-46A8-981F-6F37BFB92ABC}"/>
              </a:ext>
            </a:extLst>
          </p:cNvPr>
          <p:cNvSpPr>
            <a:spLocks xmlns:a="http://schemas.openxmlformats.org/drawingml/2006/main" noGrp="1"/>
          </p:cNvSpPr>
          <p:nvPr/>
        </p:nvSpPr>
        <p:spPr>
          <a:xfrm xmlns:a="http://schemas.openxmlformats.org/drawingml/2006/main">
            <a:off x="0" y="0"/>
            <a:ext cx="152400" cy="51435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6" name="Google Shape;166;p18">
            <a:extLst xmlns:a="http://schemas.openxmlformats.org/drawingml/2006/main">
              <a:ext uri="{FF2B5EF4-FFF2-40B4-BE49-F238E27FC236}">
                <a16:creationId xmlns:a16="http://schemas.microsoft.com/office/drawing/2014/main" id="{6E568AF2-9DF2-479D-B55D-9D4F1DBC8A85}"/>
              </a:ext>
            </a:extLst>
          </p:cNvPr>
          <p:cNvSpPr>
            <a:spLocks xmlns:a="http://schemas.openxmlformats.org/drawingml/2006/main" noGrp="1"/>
          </p:cNvSpPr>
          <p:nvPr/>
        </p:nvSpPr>
        <p:spPr>
          <a:xfrm xmlns:a="http://schemas.openxmlformats.org/drawingml/2006/main">
            <a:off x="152400" y="4191000"/>
            <a:ext cx="952500" cy="9525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7" name="Google Shape;167;p18">
            <a:extLst xmlns:a="http://schemas.openxmlformats.org/drawingml/2006/main">
              <a:ext uri="{FF2B5EF4-FFF2-40B4-BE49-F238E27FC236}">
                <a16:creationId xmlns:a16="http://schemas.microsoft.com/office/drawing/2014/main" id="{D027E377-6ED6-4E09-902F-2C5AB077D364}"/>
              </a:ext>
            </a:extLst>
          </p:cNvPr>
          <p:cNvSpPr>
            <a:spLocks xmlns:a="http://schemas.openxmlformats.org/drawingml/2006/main" noGrp="1"/>
          </p:cNvSpPr>
          <p:nvPr/>
        </p:nvSpPr>
        <p:spPr>
          <a:xfrm xmlns:a="http://schemas.openxmlformats.org/drawingml/2006/main">
            <a:off x="6667500" y="-476250"/>
            <a:ext cx="2857500" cy="2857500"/>
          </a:xfrm>
          <a:prstGeom xmlns:a="http://schemas.openxmlformats.org/drawingml/2006/main" prst="ellipse">
            <a:avLst/>
          </a:prstGeom>
          <a:solidFill xmlns:a="http://schemas.openxmlformats.org/drawingml/2006/main">
            <a:srgbClr val="00E5FF">
              <a:alpha val="1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9" name="Google Shape;169;p18">
            <a:extLst xmlns:a="http://schemas.openxmlformats.org/drawingml/2006/main">
              <a:ext uri="{FF2B5EF4-FFF2-40B4-BE49-F238E27FC236}">
                <a16:creationId xmlns:a16="http://schemas.microsoft.com/office/drawing/2014/main" id="{DBCB817E-3340-43EB-A640-BA03D36E2D78}"/>
              </a:ext>
            </a:extLst>
          </p:cNvPr>
          <p:cNvSpPr>
            <a:spLocks xmlns:a="http://schemas.openxmlformats.org/drawingml/2006/main" noGrp="1"/>
          </p:cNvSpPr>
          <p:nvPr/>
        </p:nvSpPr>
        <p:spPr>
          <a:xfrm xmlns:a="http://schemas.openxmlformats.org/drawingml/2006/main" rot="0" flipH="0" flipV="0">
            <a:off x="76200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0" name="Google Shape;170;p18">
            <a:extLst xmlns:a="http://schemas.openxmlformats.org/drawingml/2006/main">
              <a:ext uri="{FF2B5EF4-FFF2-40B4-BE49-F238E27FC236}">
                <a16:creationId xmlns:a16="http://schemas.microsoft.com/office/drawing/2014/main" id="{846D5E5D-2DE7-43FC-8463-89F0A1EC1988}"/>
              </a:ext>
            </a:extLst>
          </p:cNvPr>
          <p:cNvSpPr>
            <a:spLocks xmlns:a="http://schemas.openxmlformats.org/drawingml/2006/main" noGrp="1"/>
          </p:cNvSpPr>
          <p:nvPr/>
        </p:nvSpPr>
        <p:spPr>
          <a:xfrm xmlns:a="http://schemas.openxmlformats.org/drawingml/2006/main" rot="0" flipH="0" flipV="0">
            <a:off x="77343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1" name="Google Shape;171;p18">
            <a:extLst xmlns:a="http://schemas.openxmlformats.org/drawingml/2006/main">
              <a:ext uri="{FF2B5EF4-FFF2-40B4-BE49-F238E27FC236}">
                <a16:creationId xmlns:a16="http://schemas.microsoft.com/office/drawing/2014/main" id="{8EC11F0F-9A7B-4F12-9E01-17CAC8D3DF77}"/>
              </a:ext>
            </a:extLst>
          </p:cNvPr>
          <p:cNvSpPr>
            <a:spLocks xmlns:a="http://schemas.openxmlformats.org/drawingml/2006/main" noGrp="1"/>
          </p:cNvSpPr>
          <p:nvPr/>
        </p:nvSpPr>
        <p:spPr>
          <a:xfrm xmlns:a="http://schemas.openxmlformats.org/drawingml/2006/main" rot="0" flipH="0" flipV="0">
            <a:off x="78486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2" name="Google Shape;172;p18">
            <a:extLst xmlns:a="http://schemas.openxmlformats.org/drawingml/2006/main">
              <a:ext uri="{FF2B5EF4-FFF2-40B4-BE49-F238E27FC236}">
                <a16:creationId xmlns:a16="http://schemas.microsoft.com/office/drawing/2014/main" id="{0B6796F8-8912-4B22-8BDF-CBC60F1C980C}"/>
              </a:ext>
            </a:extLst>
          </p:cNvPr>
          <p:cNvSpPr>
            <a:spLocks xmlns:a="http://schemas.openxmlformats.org/drawingml/2006/main" noGrp="1"/>
          </p:cNvSpPr>
          <p:nvPr/>
        </p:nvSpPr>
        <p:spPr>
          <a:xfrm xmlns:a="http://schemas.openxmlformats.org/drawingml/2006/main" rot="0" flipH="0" flipV="0">
            <a:off x="79629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3" name="Google Shape;173;p18">
            <a:extLst xmlns:a="http://schemas.openxmlformats.org/drawingml/2006/main">
              <a:ext uri="{FF2B5EF4-FFF2-40B4-BE49-F238E27FC236}">
                <a16:creationId xmlns:a16="http://schemas.microsoft.com/office/drawing/2014/main" id="{67EC2D93-D578-42DC-9834-1253F3915058}"/>
              </a:ext>
            </a:extLst>
          </p:cNvPr>
          <p:cNvSpPr>
            <a:spLocks xmlns:a="http://schemas.openxmlformats.org/drawingml/2006/main" noGrp="1"/>
          </p:cNvSpPr>
          <p:nvPr/>
        </p:nvSpPr>
        <p:spPr>
          <a:xfrm xmlns:a="http://schemas.openxmlformats.org/drawingml/2006/main" rot="0" flipH="0" flipV="0">
            <a:off x="76200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4" name="Google Shape;174;p18">
            <a:extLst xmlns:a="http://schemas.openxmlformats.org/drawingml/2006/main">
              <a:ext uri="{FF2B5EF4-FFF2-40B4-BE49-F238E27FC236}">
                <a16:creationId xmlns:a16="http://schemas.microsoft.com/office/drawing/2014/main" id="{81DB0D2C-54A9-4654-8D40-879437C4764E}"/>
              </a:ext>
            </a:extLst>
          </p:cNvPr>
          <p:cNvSpPr>
            <a:spLocks xmlns:a="http://schemas.openxmlformats.org/drawingml/2006/main" noGrp="1"/>
          </p:cNvSpPr>
          <p:nvPr/>
        </p:nvSpPr>
        <p:spPr>
          <a:xfrm xmlns:a="http://schemas.openxmlformats.org/drawingml/2006/main" rot="0" flipH="0" flipV="0">
            <a:off x="77343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5" name="Google Shape;175;p18">
            <a:extLst xmlns:a="http://schemas.openxmlformats.org/drawingml/2006/main">
              <a:ext uri="{FF2B5EF4-FFF2-40B4-BE49-F238E27FC236}">
                <a16:creationId xmlns:a16="http://schemas.microsoft.com/office/drawing/2014/main" id="{7FF5E12C-7527-4E16-B174-43D64216977E}"/>
              </a:ext>
            </a:extLst>
          </p:cNvPr>
          <p:cNvSpPr>
            <a:spLocks xmlns:a="http://schemas.openxmlformats.org/drawingml/2006/main" noGrp="1"/>
          </p:cNvSpPr>
          <p:nvPr/>
        </p:nvSpPr>
        <p:spPr>
          <a:xfrm xmlns:a="http://schemas.openxmlformats.org/drawingml/2006/main" rot="0" flipH="0" flipV="0">
            <a:off x="78486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6" name="Google Shape;176;p18">
            <a:extLst xmlns:a="http://schemas.openxmlformats.org/drawingml/2006/main">
              <a:ext uri="{FF2B5EF4-FFF2-40B4-BE49-F238E27FC236}">
                <a16:creationId xmlns:a16="http://schemas.microsoft.com/office/drawing/2014/main" id="{44D038AA-5BD2-453E-9E5A-820DDF77B688}"/>
              </a:ext>
            </a:extLst>
          </p:cNvPr>
          <p:cNvSpPr>
            <a:spLocks xmlns:a="http://schemas.openxmlformats.org/drawingml/2006/main" noGrp="1"/>
          </p:cNvSpPr>
          <p:nvPr/>
        </p:nvSpPr>
        <p:spPr>
          <a:xfrm xmlns:a="http://schemas.openxmlformats.org/drawingml/2006/main" rot="0" flipH="0" flipV="0">
            <a:off x="79629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10" name="Google Shape;177;p18"/>
          <p:cNvPicPr>
            <a:picLocks xmlns:a="http://schemas.openxmlformats.org/drawingml/2006/main" noChangeAspect="1"/>
          </p:cNvPicPr>
          <p:nvPr/>
        </p:nvPicPr>
        <p:blipFill rotWithShape="1">
          <a:blip xmlns:r="http://schemas.openxmlformats.org/officeDocument/2006/relationships" xmlns:a="http://schemas.openxmlformats.org/drawingml/2006/main" r:embed="R221dc0c8fcd642a0">
            <a:alphaModFix/>
          </a:blip>
          <a:srcRect xmlns:a="http://schemas.openxmlformats.org/drawingml/2006/main" l="0" t="0" r="0" b="0"/>
          <a:stretch xmlns:a="http://schemas.openxmlformats.org/drawingml/2006/main"/>
        </p:blipFill>
        <p:spPr>
          <a:xfrm xmlns:a="http://schemas.openxmlformats.org/drawingml/2006/main" rot="0" flipH="0" flipV="0">
            <a:off x="7620000" y="4038600"/>
            <a:ext cx="38100" cy="38100"/>
          </a:xfrm>
          <a:prstGeom xmlns:a="http://schemas.openxmlformats.org/drawingml/2006/main" prst="rect">
            <a:avLst/>
          </a:prstGeom>
          <a:ln xmlns:a="http://schemas.openxmlformats.org/drawingml/2006/main">
            <a:noFill/>
          </a:ln>
        </p:spPr>
      </p:pic>
      <p:pic>
        <p:nvPicPr>
          <p:cNvPr id="211" name="Google Shape;178;p18"/>
          <p:cNvPicPr>
            <a:picLocks xmlns:a="http://schemas.openxmlformats.org/drawingml/2006/main" noChangeAspect="1"/>
          </p:cNvPicPr>
          <p:nvPr/>
        </p:nvPicPr>
        <p:blipFill rotWithShape="1">
          <a:blip xmlns:r="http://schemas.openxmlformats.org/officeDocument/2006/relationships" xmlns:a="http://schemas.openxmlformats.org/drawingml/2006/main" r:embed="R221dc0c8fcd642a0">
            <a:alphaModFix/>
          </a:blip>
          <a:srcRect xmlns:a="http://schemas.openxmlformats.org/drawingml/2006/main" l="0" t="0" r="0" b="0"/>
          <a:stretch xmlns:a="http://schemas.openxmlformats.org/drawingml/2006/main"/>
        </p:blipFill>
        <p:spPr>
          <a:xfrm xmlns:a="http://schemas.openxmlformats.org/drawingml/2006/main" rot="0" flipH="0" flipV="0">
            <a:off x="7734300" y="4038600"/>
            <a:ext cx="38100" cy="38100"/>
          </a:xfrm>
          <a:prstGeom xmlns:a="http://schemas.openxmlformats.org/drawingml/2006/main" prst="rect">
            <a:avLst/>
          </a:prstGeom>
          <a:ln xmlns:a="http://schemas.openxmlformats.org/drawingml/2006/main">
            <a:noFill/>
          </a:ln>
        </p:spPr>
      </p:pic>
      <p:pic>
        <p:nvPicPr>
          <p:cNvPr id="212" name="Google Shape;179;p18"/>
          <p:cNvPicPr>
            <a:picLocks xmlns:a="http://schemas.openxmlformats.org/drawingml/2006/main" noChangeAspect="1"/>
          </p:cNvPicPr>
          <p:nvPr/>
        </p:nvPicPr>
        <p:blipFill rotWithShape="1">
          <a:blip xmlns:r="http://schemas.openxmlformats.org/officeDocument/2006/relationships" xmlns:a="http://schemas.openxmlformats.org/drawingml/2006/main" r:embed="R221dc0c8fcd642a0">
            <a:alphaModFix/>
          </a:blip>
          <a:srcRect xmlns:a="http://schemas.openxmlformats.org/drawingml/2006/main" l="0" t="0" r="0" b="0"/>
          <a:stretch xmlns:a="http://schemas.openxmlformats.org/drawingml/2006/main"/>
        </p:blipFill>
        <p:spPr>
          <a:xfrm xmlns:a="http://schemas.openxmlformats.org/drawingml/2006/main" rot="0" flipH="0" flipV="0">
            <a:off x="7848600" y="4038600"/>
            <a:ext cx="38100" cy="38100"/>
          </a:xfrm>
          <a:prstGeom xmlns:a="http://schemas.openxmlformats.org/drawingml/2006/main" prst="rect">
            <a:avLst/>
          </a:prstGeom>
          <a:ln xmlns:a="http://schemas.openxmlformats.org/drawingml/2006/main">
            <a:noFill/>
          </a:ln>
        </p:spPr>
      </p:pic>
      <p:pic>
        <p:nvPicPr>
          <p:cNvPr id="213" name="Google Shape;180;p18"/>
          <p:cNvPicPr>
            <a:picLocks xmlns:a="http://schemas.openxmlformats.org/drawingml/2006/main" noChangeAspect="1"/>
          </p:cNvPicPr>
          <p:nvPr/>
        </p:nvPicPr>
        <p:blipFill rotWithShape="1">
          <a:blip xmlns:r="http://schemas.openxmlformats.org/officeDocument/2006/relationships" xmlns:a="http://schemas.openxmlformats.org/drawingml/2006/main" r:embed="R221dc0c8fcd642a0">
            <a:alphaModFix/>
          </a:blip>
          <a:srcRect xmlns:a="http://schemas.openxmlformats.org/drawingml/2006/main" l="0" t="0" r="0" b="0"/>
          <a:stretch xmlns:a="http://schemas.openxmlformats.org/drawingml/2006/main"/>
        </p:blipFill>
        <p:spPr>
          <a:xfrm xmlns:a="http://schemas.openxmlformats.org/drawingml/2006/main" rot="0" flipH="0" flipV="0">
            <a:off x="7962900" y="4038600"/>
            <a:ext cx="38100" cy="38100"/>
          </a:xfrm>
          <a:prstGeom xmlns:a="http://schemas.openxmlformats.org/drawingml/2006/main" prst="rect">
            <a:avLst/>
          </a:prstGeom>
          <a:ln xmlns:a="http://schemas.openxmlformats.org/drawingml/2006/main">
            <a:noFill/>
          </a:ln>
        </p:spPr>
      </p:pic>
      <p:pic>
        <p:nvPicPr>
          <p:cNvPr id="214" name="Google Shape;181;p18"/>
          <p:cNvPicPr>
            <a:picLocks xmlns:a="http://schemas.openxmlformats.org/drawingml/2006/main" noChangeAspect="1"/>
          </p:cNvPicPr>
          <p:nvPr/>
        </p:nvPicPr>
        <p:blipFill rotWithShape="1">
          <a:blip xmlns:r="http://schemas.openxmlformats.org/officeDocument/2006/relationships" xmlns:a="http://schemas.openxmlformats.org/drawingml/2006/main" r:embed="R221dc0c8fcd642a0">
            <a:alphaModFix/>
          </a:blip>
          <a:srcRect xmlns:a="http://schemas.openxmlformats.org/drawingml/2006/main" l="0" t="0" r="0" b="0"/>
          <a:stretch xmlns:a="http://schemas.openxmlformats.org/drawingml/2006/main"/>
        </p:blipFill>
        <p:spPr>
          <a:xfrm xmlns:a="http://schemas.openxmlformats.org/drawingml/2006/main" rot="0" flipH="0" flipV="0">
            <a:off x="7620000" y="4152900"/>
            <a:ext cx="38100" cy="38100"/>
          </a:xfrm>
          <a:prstGeom xmlns:a="http://schemas.openxmlformats.org/drawingml/2006/main" prst="rect">
            <a:avLst/>
          </a:prstGeom>
          <a:ln xmlns:a="http://schemas.openxmlformats.org/drawingml/2006/main">
            <a:noFill/>
          </a:ln>
        </p:spPr>
      </p:pic>
      <p:pic>
        <p:nvPicPr>
          <p:cNvPr id="215" name="Google Shape;182;p18"/>
          <p:cNvPicPr>
            <a:picLocks xmlns:a="http://schemas.openxmlformats.org/drawingml/2006/main" noChangeAspect="1"/>
          </p:cNvPicPr>
          <p:nvPr/>
        </p:nvPicPr>
        <p:blipFill rotWithShape="1">
          <a:blip xmlns:r="http://schemas.openxmlformats.org/officeDocument/2006/relationships" xmlns:a="http://schemas.openxmlformats.org/drawingml/2006/main" r:embed="R221dc0c8fcd642a0">
            <a:alphaModFix/>
          </a:blip>
          <a:srcRect xmlns:a="http://schemas.openxmlformats.org/drawingml/2006/main" l="0" t="0" r="0" b="0"/>
          <a:stretch xmlns:a="http://schemas.openxmlformats.org/drawingml/2006/main"/>
        </p:blipFill>
        <p:spPr>
          <a:xfrm xmlns:a="http://schemas.openxmlformats.org/drawingml/2006/main" rot="0" flipH="0" flipV="0">
            <a:off x="7734300" y="4152900"/>
            <a:ext cx="38100" cy="38100"/>
          </a:xfrm>
          <a:prstGeom xmlns:a="http://schemas.openxmlformats.org/drawingml/2006/main" prst="rect">
            <a:avLst/>
          </a:prstGeom>
          <a:ln xmlns:a="http://schemas.openxmlformats.org/drawingml/2006/main">
            <a:noFill/>
          </a:ln>
        </p:spPr>
      </p:pic>
      <p:pic>
        <p:nvPicPr>
          <p:cNvPr id="216" name="Google Shape;183;p18"/>
          <p:cNvPicPr>
            <a:picLocks xmlns:a="http://schemas.openxmlformats.org/drawingml/2006/main" noChangeAspect="1"/>
          </p:cNvPicPr>
          <p:nvPr/>
        </p:nvPicPr>
        <p:blipFill rotWithShape="1">
          <a:blip xmlns:r="http://schemas.openxmlformats.org/officeDocument/2006/relationships" xmlns:a="http://schemas.openxmlformats.org/drawingml/2006/main" r:embed="R221dc0c8fcd642a0">
            <a:alphaModFix/>
          </a:blip>
          <a:srcRect xmlns:a="http://schemas.openxmlformats.org/drawingml/2006/main" l="0" t="0" r="0" b="0"/>
          <a:stretch xmlns:a="http://schemas.openxmlformats.org/drawingml/2006/main"/>
        </p:blipFill>
        <p:spPr>
          <a:xfrm xmlns:a="http://schemas.openxmlformats.org/drawingml/2006/main" rot="0" flipH="0" flipV="0">
            <a:off x="7848600" y="4152900"/>
            <a:ext cx="38100" cy="38100"/>
          </a:xfrm>
          <a:prstGeom xmlns:a="http://schemas.openxmlformats.org/drawingml/2006/main" prst="rect">
            <a:avLst/>
          </a:prstGeom>
          <a:ln xmlns:a="http://schemas.openxmlformats.org/drawingml/2006/main">
            <a:noFill/>
          </a:ln>
        </p:spPr>
      </p:pic>
      <p:pic>
        <p:nvPicPr>
          <p:cNvPr id="217" name="Google Shape;184;p18"/>
          <p:cNvPicPr>
            <a:picLocks xmlns:a="http://schemas.openxmlformats.org/drawingml/2006/main" noChangeAspect="1"/>
          </p:cNvPicPr>
          <p:nvPr/>
        </p:nvPicPr>
        <p:blipFill rotWithShape="1">
          <a:blip xmlns:r="http://schemas.openxmlformats.org/officeDocument/2006/relationships" xmlns:a="http://schemas.openxmlformats.org/drawingml/2006/main" r:embed="R221dc0c8fcd642a0">
            <a:alphaModFix/>
          </a:blip>
          <a:srcRect xmlns:a="http://schemas.openxmlformats.org/drawingml/2006/main" l="0" t="0" r="0" b="0"/>
          <a:stretch xmlns:a="http://schemas.openxmlformats.org/drawingml/2006/main"/>
        </p:blipFill>
        <p:spPr>
          <a:xfrm xmlns:a="http://schemas.openxmlformats.org/drawingml/2006/main" rot="0" flipH="0" flipV="0">
            <a:off x="7962900" y="4152900"/>
            <a:ext cx="38100" cy="38100"/>
          </a:xfrm>
          <a:prstGeom xmlns:a="http://schemas.openxmlformats.org/drawingml/2006/main" prst="rect">
            <a:avLst/>
          </a:prstGeom>
          <a:ln xmlns:a="http://schemas.openxmlformats.org/drawingml/2006/main">
            <a:noFill/>
          </a:ln>
        </p:spPr>
      </p:pic>
      <p:sp>
        <p:nvSpPr>
          <p:cNvPr id="186" name="Google Shape;186;p18">
            <a:extLst xmlns:a="http://schemas.openxmlformats.org/drawingml/2006/main">
              <a:ext uri="{FF2B5EF4-FFF2-40B4-BE49-F238E27FC236}">
                <a16:creationId xmlns:a16="http://schemas.microsoft.com/office/drawing/2014/main" id="{17AA0CF5-EF20-44C8-A567-10D0EE52A5DA}"/>
              </a:ext>
            </a:extLst>
          </p:cNvPr>
          <p:cNvSpPr>
            <a:spLocks xmlns:a="http://schemas.openxmlformats.org/drawingml/2006/main" noGrp="1"/>
          </p:cNvSpPr>
          <p:nvPr/>
        </p:nvSpPr>
        <p:spPr>
          <a:xfrm xmlns:a="http://schemas.openxmlformats.org/drawingml/2006/main" rot="0" flipH="0" flipV="0">
            <a:off x="8534400" y="304800"/>
            <a:ext cx="152400" cy="152400"/>
          </a:xfrm>
          <a:prstGeom xmlns:a="http://schemas.openxmlformats.org/drawingml/2006/main" prst="rect">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7" name="Google Shape;187;p18">
            <a:extLst xmlns:a="http://schemas.openxmlformats.org/drawingml/2006/main">
              <a:ext uri="{FF2B5EF4-FFF2-40B4-BE49-F238E27FC236}">
                <a16:creationId xmlns:a16="http://schemas.microsoft.com/office/drawing/2014/main" id="{D505B9D4-D241-4154-8C0B-A07A73AC634C}"/>
              </a:ext>
            </a:extLst>
          </p:cNvPr>
          <p:cNvSpPr>
            <a:spLocks xmlns:a="http://schemas.openxmlformats.org/drawingml/2006/main" noGrp="1"/>
          </p:cNvSpPr>
          <p:nvPr/>
        </p:nvSpPr>
        <p:spPr>
          <a:xfrm xmlns:a="http://schemas.openxmlformats.org/drawingml/2006/main" rot="0" flipH="0" flipV="0">
            <a:off x="8648700" y="4191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8" name="Google Shape;188;p18">
            <a:extLst xmlns:a="http://schemas.openxmlformats.org/drawingml/2006/main">
              <a:ext uri="{FF2B5EF4-FFF2-40B4-BE49-F238E27FC236}">
                <a16:creationId xmlns:a16="http://schemas.microsoft.com/office/drawing/2014/main" id="{1AA2AA82-67D5-4A9C-AAF1-D86E9A8C367B}"/>
              </a:ext>
            </a:extLst>
          </p:cNvPr>
          <p:cNvSpPr>
            <a:spLocks xmlns:a="http://schemas.openxmlformats.org/drawingml/2006/main" noGrp="1"/>
          </p:cNvSpPr>
          <p:nvPr/>
        </p:nvSpPr>
        <p:spPr>
          <a:xfrm xmlns:a="http://schemas.openxmlformats.org/drawingml/2006/main" rot="0" flipH="0" flipV="0">
            <a:off x="8763000" y="304800"/>
            <a:ext cx="152400" cy="1524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9" name="Google Shape;189;p18">
            <a:extLst xmlns:a="http://schemas.openxmlformats.org/drawingml/2006/main">
              <a:ext uri="{FF2B5EF4-FFF2-40B4-BE49-F238E27FC236}">
                <a16:creationId xmlns:a16="http://schemas.microsoft.com/office/drawing/2014/main" id="{35E75DEF-0A60-4D1C-83EB-DDD861167DA2}"/>
              </a:ext>
            </a:extLst>
          </p:cNvPr>
          <p:cNvSpPr>
            <a:spLocks xmlns:a="http://schemas.openxmlformats.org/drawingml/2006/main" noGrp="1"/>
          </p:cNvSpPr>
          <p:nvPr/>
        </p:nvSpPr>
        <p:spPr>
          <a:xfrm xmlns:a="http://schemas.openxmlformats.org/drawingml/2006/main">
            <a:off x="762000" y="1143000"/>
            <a:ext cx="7620000" cy="2857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ctr">
              <a:spcBef>
                <a:spcPts val="0"/>
              </a:spcBef>
              <a:spcAft>
                <a:spcPts val="0"/>
              </a:spcAft>
              <a:buNone/>
            </a:pPr>
            <a:r>
              <a:rPr sz="1500" b="0">
                <a:solidFill>
                  <a:srgbClr val="00E5FF"/>
                </a:solidFill>
                <a:latin typeface="Montserrat ExtraBold"/>
                <a:ea typeface="Montserrat ExtraBold"/>
                <a:cs typeface="Montserrat ExtraBold"/>
              </a:rPr>
              <a:t>Falco libs</a:t>
            </a:r>
            <a:endParaRPr sz="1500" b="0">
              <a:solidFill>
                <a:srgbClr val="00E5FF"/>
              </a:solidFill>
              <a:latin typeface="Montserrat ExtraBold"/>
              <a:ea typeface="Montserrat ExtraBold"/>
              <a:cs typeface="Montserrat ExtraBold"/>
            </a:endParaRPr>
          </a:p>
          <a:p xmlns:a="http://schemas.openxmlformats.org/drawingml/2006/main">
            <a:pPr marL="0" lvl="0" indent="0" algn="ctr">
              <a:spcBef>
                <a:spcPts val="1800"/>
              </a:spcBef>
              <a:spcAft>
                <a:spcPts val="0"/>
              </a:spcAft>
              <a:buNone/>
            </a:pPr>
            <a:r>
              <a:rPr sz="3600">
                <a:solidFill>
                  <a:srgbClr val="FFFFFF"/>
                </a:solidFill>
                <a:latin typeface="Montserrat Black"/>
                <a:ea typeface="Montserrat Black"/>
                <a:cs typeface="Montserrat Black"/>
              </a:rPr>
              <a:t>Building a syscall
monitoring agent with
libscap and libsinsp</a:t>
            </a:r>
            <a:endParaRPr sz="3600" b="0">
              <a:solidFill>
                <a:srgbClr val="FFFFFF"/>
              </a:solidFill>
              <a:latin typeface="Montserrat Black"/>
              <a:ea typeface="Montserrat Black"/>
              <a:cs typeface="Montserrat Black"/>
            </a:endParaRPr>
          </a:p>
        </p:txBody>
      </p:sp>
    </p:spTree>
    <p:extLst>
      <p:ext uri="{BB962C8B-B14F-4D97-AF65-F5344CB8AC3E}">
        <p14:creationId xmlns:p14="http://schemas.microsoft.com/office/powerpoint/2010/main" val="183891831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Before the workshop: start here</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Complete pre-setup before arriving.</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You need a browser, your built-in terminal, and administrator access.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Multipass creates the Ubuntu VM. All development tools go inside it.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what to have ready</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Laptop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16 GB RAM recommended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At least 35 GB free disk</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Internet for setup and first build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Administrator access</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Workshop code ZIP</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No Docker, WSL, Xcode, or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existing compiler required.</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a06d32fd91e74d1e">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a06d32fd91e74d1e">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a06d32fd91e74d1e">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a06d32fd91e74d1e">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Pre-setup: install Multipass on Mac</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Check Apple menu &gt; About This Mac.</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Use macOS 14 or newer, on Intel or Apple Silicon.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Open the installer and complete the admin prompts.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Mac Terminal</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hlinkClick xmlns:r="http://schemas.openxmlformats.org/officeDocument/2006/relationships" r:id="R9778396521274a09"/>
              </a:rPr>
              <a:t>Download the Mac installer</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Open Terminal with Spotlight.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Command-Space, type Terminal.</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version</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Expect client and daemon versions.</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75c104755de34104">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75c104755de34104">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75c104755de34104">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75c104755de34104">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Pre-setup: install Multipass on Windows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Use Windows 10/11 with Virtual Machine Platform enabled.</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Search Start for “Turn Windows features on or off” to enable it. Restart if requested.</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Install Multipass with admin access.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Windows PowerShell</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hlinkClick xmlns:r="http://schemas.openxmlformats.org/officeDocument/2006/relationships" r:id="Rda4386a8eb284d2b"/>
              </a:rPr>
              <a:t>Download the Windows installer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hlinkClick xmlns:r="http://schemas.openxmlformats.org/officeDocument/2006/relationships" r:id="R3e72a68d5f014a83"/>
              </a:rPr>
              <a:t>Windows virtualization help</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Open PowerShell as a regular user.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version</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Expect client and daemon versions.</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08b3d19e07b849df">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08b3d19e07b849df">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08b3d19e07b849df">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08b3d19e07b849df">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Pre-setup: create the Ubuntu VM</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only the command for your host operating system.</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Multipass downloads Ubuntu automatically.</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Wait until falco-lab is Running.</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host terminal</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Mac Terminal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launch 24.04 --name falco-lab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--cpus 4 --memory 8G --disk 30G</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Windows PowerShell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launch 24.04 --name falco-lab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--cpus 4 --memory 8G --disk 30G</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Either host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list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2e44928252ec4656">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2e44928252ec4656">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2e44928252ec4656">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2e44928252ec4656">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Pre-setup: copy the workshop code</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Download the ZIP using the link.</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Extract it, then rename the folder containing src and scripts to falco-libs-workshop.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These commands assume it is in Downloads.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host terminal</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125" b="0">
                <a:solidFill>
                  <a:srgbClr val="00E5FF"/>
                </a:solidFill>
                <a:latin typeface="Roboto Mono"/>
                <a:ea typeface="Roboto Mono"/>
                <a:cs typeface="Roboto Mono"/>
              </a:defRPr>
            </a:pPr>
            <a:r>
              <a:rPr sz="1125" b="0" i="0">
                <a:solidFill>
                  <a:srgbClr val="00E5FF"/>
                </a:solidFill>
                <a:latin typeface="Roboto Mono"/>
                <a:ea typeface="Roboto Mono"/>
                <a:cs typeface="Roboto Mono"/>
                <a:hlinkClick xmlns:r="http://schemas.openxmlformats.org/officeDocument/2006/relationships" r:id="R16bc21035c0748e1"/>
              </a:rPr>
              <a:t>Download workshop code</a:t>
            </a:r>
          </a:p>
          <a:p xmlns:a="http://schemas.openxmlformats.org/drawingml/2006/main">
            <a:pPr marL="0" indent="0">
              <a:spcBef>
                <a:spcPts val="0"/>
              </a:spcBef>
              <a:spcAft>
                <a:spcPts val="0"/>
              </a:spcAft>
              <a:buNone/>
            </a:pPr>
            <a:r>
              <a:rPr sz="1125"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125" b="0">
                <a:solidFill>
                  <a:srgbClr val="00E5FF"/>
                </a:solidFill>
                <a:latin typeface="Roboto Mono"/>
                <a:ea typeface="Roboto Mono"/>
                <a:cs typeface="Roboto Mono"/>
              </a:defRPr>
            </a:pPr>
            <a:r>
              <a:rPr sz="1125" b="0" i="0">
                <a:solidFill>
                  <a:srgbClr val="00E5FF"/>
                </a:solidFill>
                <a:latin typeface="Roboto Mono"/>
                <a:ea typeface="Roboto Mono"/>
                <a:cs typeface="Roboto Mono"/>
              </a:rPr>
              <a:t># Mac Terminal</a:t>
            </a:r>
          </a:p>
          <a:p xmlns:a="http://schemas.openxmlformats.org/drawingml/2006/main">
            <a:pPr marL="0" indent="0" algn="l">
              <a:spcBef>
                <a:spcPts val="0"/>
              </a:spcBef>
              <a:spcAft>
                <a:spcPts val="0"/>
              </a:spcAft>
              <a:buNone/>
              <a:defRPr sz="1125" b="0">
                <a:solidFill>
                  <a:srgbClr val="00E5FF"/>
                </a:solidFill>
                <a:latin typeface="Roboto Mono"/>
                <a:ea typeface="Roboto Mono"/>
                <a:cs typeface="Roboto Mono"/>
              </a:defRPr>
            </a:pPr>
            <a:r>
              <a:rPr sz="1125" b="0" i="0">
                <a:solidFill>
                  <a:srgbClr val="00E5FF"/>
                </a:solidFill>
                <a:latin typeface="Roboto Mono"/>
                <a:ea typeface="Roboto Mono"/>
                <a:cs typeface="Roboto Mono"/>
              </a:rPr>
              <a:t>cd "$HOME/Downloads"</a:t>
            </a:r>
          </a:p>
          <a:p xmlns:a="http://schemas.openxmlformats.org/drawingml/2006/main">
            <a:pPr marL="0" indent="0">
              <a:spcBef>
                <a:spcPts val="0"/>
              </a:spcBef>
              <a:spcAft>
                <a:spcPts val="0"/>
              </a:spcAft>
              <a:buNone/>
            </a:pPr>
            <a:r>
              <a:rPr sz="1125"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125" b="0">
                <a:solidFill>
                  <a:srgbClr val="00E5FF"/>
                </a:solidFill>
                <a:latin typeface="Roboto Mono"/>
                <a:ea typeface="Roboto Mono"/>
                <a:cs typeface="Roboto Mono"/>
              </a:defRPr>
            </a:pPr>
            <a:r>
              <a:rPr sz="1125" b="0" i="0">
                <a:solidFill>
                  <a:srgbClr val="00E5FF"/>
                </a:solidFill>
                <a:latin typeface="Roboto Mono"/>
                <a:ea typeface="Roboto Mono"/>
                <a:cs typeface="Roboto Mono"/>
              </a:rPr>
              <a:t># Windows PowerShell</a:t>
            </a:r>
          </a:p>
          <a:p xmlns:a="http://schemas.openxmlformats.org/drawingml/2006/main">
            <a:pPr marL="0" indent="0" algn="l">
              <a:spcBef>
                <a:spcPts val="0"/>
              </a:spcBef>
              <a:spcAft>
                <a:spcPts val="0"/>
              </a:spcAft>
              <a:buNone/>
              <a:defRPr sz="1125" b="0">
                <a:solidFill>
                  <a:srgbClr val="00E5FF"/>
                </a:solidFill>
                <a:latin typeface="Roboto Mono"/>
                <a:ea typeface="Roboto Mono"/>
                <a:cs typeface="Roboto Mono"/>
              </a:defRPr>
            </a:pPr>
            <a:r>
              <a:rPr sz="1125" b="0" i="0">
                <a:solidFill>
                  <a:srgbClr val="00E5FF"/>
                </a:solidFill>
                <a:latin typeface="Roboto Mono"/>
                <a:ea typeface="Roboto Mono"/>
                <a:cs typeface="Roboto Mono"/>
              </a:rPr>
              <a:t>Set-Location "$HOME\Downloads"</a:t>
            </a:r>
          </a:p>
          <a:p xmlns:a="http://schemas.openxmlformats.org/drawingml/2006/main">
            <a:pPr marL="0" indent="0">
              <a:spcBef>
                <a:spcPts val="0"/>
              </a:spcBef>
              <a:spcAft>
                <a:spcPts val="0"/>
              </a:spcAft>
              <a:buNone/>
            </a:pPr>
            <a:r>
              <a:rPr sz="1125"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125" b="0">
                <a:solidFill>
                  <a:srgbClr val="00E5FF"/>
                </a:solidFill>
                <a:latin typeface="Roboto Mono"/>
                <a:ea typeface="Roboto Mono"/>
                <a:cs typeface="Roboto Mono"/>
              </a:defRPr>
            </a:pPr>
            <a:r>
              <a:rPr sz="1125" b="0" i="0">
                <a:solidFill>
                  <a:srgbClr val="00E5FF"/>
                </a:solidFill>
                <a:latin typeface="Roboto Mono"/>
                <a:ea typeface="Roboto Mono"/>
                <a:cs typeface="Roboto Mono"/>
              </a:rPr>
              <a:t># Either host</a:t>
            </a:r>
          </a:p>
          <a:p xmlns:a="http://schemas.openxmlformats.org/drawingml/2006/main">
            <a:pPr marL="0" indent="0" algn="l">
              <a:spcBef>
                <a:spcPts val="0"/>
              </a:spcBef>
              <a:spcAft>
                <a:spcPts val="0"/>
              </a:spcAft>
              <a:buNone/>
              <a:defRPr sz="1125" b="0">
                <a:solidFill>
                  <a:srgbClr val="00E5FF"/>
                </a:solidFill>
                <a:latin typeface="Roboto Mono"/>
                <a:ea typeface="Roboto Mono"/>
                <a:cs typeface="Roboto Mono"/>
              </a:defRPr>
            </a:pPr>
            <a:r>
              <a:rPr sz="1125" b="0" i="0">
                <a:solidFill>
                  <a:srgbClr val="00E5FF"/>
                </a:solidFill>
                <a:latin typeface="Roboto Mono"/>
                <a:ea typeface="Roboto Mono"/>
                <a:cs typeface="Roboto Mono"/>
              </a:rPr>
              <a:t>multipass transfer -r falco-libs-workshop falco-lab:.</a:t>
            </a:r>
          </a:p>
          <a:p xmlns:a="http://schemas.openxmlformats.org/drawingml/2006/main">
            <a:pPr marL="0" indent="0" algn="l">
              <a:spcBef>
                <a:spcPts val="0"/>
              </a:spcBef>
              <a:spcAft>
                <a:spcPts val="0"/>
              </a:spcAft>
              <a:buNone/>
              <a:defRPr sz="1125" b="0">
                <a:solidFill>
                  <a:srgbClr val="00E5FF"/>
                </a:solidFill>
                <a:latin typeface="Roboto Mono"/>
                <a:ea typeface="Roboto Mono"/>
                <a:cs typeface="Roboto Mono"/>
              </a:defRPr>
            </a:pPr>
            <a:r>
              <a:rPr sz="1125" b="0" i="0">
                <a:solidFill>
                  <a:srgbClr val="00E5FF"/>
                </a:solidFill>
                <a:latin typeface="Roboto Mono"/>
                <a:ea typeface="Roboto Mono"/>
                <a:cs typeface="Roboto Mono"/>
              </a:rPr>
              <a:t>multipass shell falco-lab</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4e3ca7f67bfb4b63">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4e3ca7f67bfb4b63">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4e3ca7f67bfb4b63">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4e3ca7f67bfb4b63">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Pre-setup: install and build</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You are now inside Ubuntu.</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setup script installs the compiler, build tools, BPF tools, Git, jq, and nano.</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build script downloads and compiles Falco libs and the agent.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Ubuntu VM</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cd ~/falco-libs-workshop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bash scripts/setup.sh</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bash scripts/build.sh</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./build/bin/workshop-agent --help</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Build as the regular ubuntu user.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Only live capture needs sudo.</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a2aa7949fbf544c3">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a2aa7949fbf544c3">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a2aa7949fbf544c3">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a2aa7949fbf544c3">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Pre-setup: verify live capture</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Use two terminals inside the same VM.</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Wait for Ready in terminal A before running the demo in B.</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You should see cat/head events and /tmp/falco-workshop paths.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Ubuntu VM terminals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Terminal A</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cd ~/falco-libs-workshop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bash scripts/doctor.sh</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sudo ./build/bin/workshop-agent</a:t>
            </a:r>
          </a:p>
          <a:p xmlns:a="http://schemas.openxmlformats.org/drawingml/2006/main">
            <a:pPr marL="0" indent="0">
              <a:spcBef>
                <a:spcPts val="0"/>
              </a:spcBef>
              <a:spcAft>
                <a:spcPts val="0"/>
              </a:spcAft>
              <a:buNone/>
            </a:pPr>
            <a:r>
              <a:rPr sz="1275"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Second host terminal: enter Ubuntu</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multipass shell falco-lab</a:t>
            </a:r>
          </a:p>
          <a:p xmlns:a="http://schemas.openxmlformats.org/drawingml/2006/main">
            <a:pPr marL="0" indent="0">
              <a:spcBef>
                <a:spcPts val="0"/>
              </a:spcBef>
              <a:spcAft>
                <a:spcPts val="0"/>
              </a:spcAft>
              <a:buNone/>
            </a:pPr>
            <a:r>
              <a:rPr sz="1275"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Now in Ubuntu terminal B</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cd ~/falco-libs-workshop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bash scripts/demo.sh</a:t>
            </a:r>
          </a:p>
          <a:p xmlns:a="http://schemas.openxmlformats.org/drawingml/2006/main">
            <a:pPr marL="0" indent="0">
              <a:spcBef>
                <a:spcPts val="0"/>
              </a:spcBef>
              <a:spcAft>
                <a:spcPts val="0"/>
              </a:spcAft>
              <a:buNone/>
            </a:pPr>
            <a:r>
              <a:rPr sz="1275"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Ctrl-C in A stops capture.</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249ac2e5186f424f">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249ac2e5186f424f">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249ac2e5186f424f">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249ac2e5186f424f">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Pre-setup complete: keep your VM</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You are ready when the build succeeds, demo events appear, and Ctrl-C exits cleanly.</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Stop the VM until the workshop.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Keep its files so you can resume without reinstalling.</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host terminal / editor</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Stop now, start on workshop day</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stop falco-lab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start falco-lab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shell falco-lab</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Inside Ubuntu, edit the VM copy</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cd ~/falco-libs-workshop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nano src/main.cpp</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Save: Ctrl-O, then Enter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Exit editor: Ctrl-X</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20217eaca8cb49a2">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20217eaca8cb49a2">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20217eaca8cb49a2">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20217eaca8cb49a2">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194" name="Google Shape;194;p19">
            <a:extLst xmlns:a="http://schemas.openxmlformats.org/drawingml/2006/main">
              <a:ext uri="{FF2B5EF4-FFF2-40B4-BE49-F238E27FC236}">
                <a16:creationId xmlns:a16="http://schemas.microsoft.com/office/drawing/2014/main" id="{118424C5-1810-4C36-A5E6-9516E50F92AA}"/>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5" name="Google Shape;195;p19">
            <a:extLst xmlns:a="http://schemas.openxmlformats.org/drawingml/2006/main">
              <a:ext uri="{FF2B5EF4-FFF2-40B4-BE49-F238E27FC236}">
                <a16:creationId xmlns:a16="http://schemas.microsoft.com/office/drawing/2014/main" id="{C23879A8-EE8C-4BA4-9B57-F8667E161A5F}"/>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7" name="Google Shape;197;p19">
            <a:extLst xmlns:a="http://schemas.openxmlformats.org/drawingml/2006/main">
              <a:ext uri="{FF2B5EF4-FFF2-40B4-BE49-F238E27FC236}">
                <a16:creationId xmlns:a16="http://schemas.microsoft.com/office/drawing/2014/main" id="{919B4F68-17E6-4FA0-8901-06E520FC8FDF}"/>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8" name="Google Shape;198;p19">
            <a:extLst xmlns:a="http://schemas.openxmlformats.org/drawingml/2006/main">
              <a:ext uri="{FF2B5EF4-FFF2-40B4-BE49-F238E27FC236}">
                <a16:creationId xmlns:a16="http://schemas.microsoft.com/office/drawing/2014/main" id="{55314E46-24DE-4217-9377-BD965F862ED0}"/>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9" name="Google Shape;199;p19">
            <a:extLst xmlns:a="http://schemas.openxmlformats.org/drawingml/2006/main">
              <a:ext uri="{FF2B5EF4-FFF2-40B4-BE49-F238E27FC236}">
                <a16:creationId xmlns:a16="http://schemas.microsoft.com/office/drawing/2014/main" id="{586C3286-CD0C-4DE0-8820-E3602ED0EF05}"/>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0" name="Google Shape;200;p19">
            <a:extLst xmlns:a="http://schemas.openxmlformats.org/drawingml/2006/main">
              <a:ext uri="{FF2B5EF4-FFF2-40B4-BE49-F238E27FC236}">
                <a16:creationId xmlns:a16="http://schemas.microsoft.com/office/drawing/2014/main" id="{F448D6A3-45B9-4B15-874D-A28CE8A7925D}"/>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The event pipeline</a:t>
            </a:r>
          </a:p>
        </p:txBody>
      </p:sp>
      <p:sp>
        <p:nvSpPr>
          <p:cNvPr id="201" name="Google Shape;201;p19">
            <a:extLst xmlns:a="http://schemas.openxmlformats.org/drawingml/2006/main">
              <a:ext uri="{FF2B5EF4-FFF2-40B4-BE49-F238E27FC236}">
                <a16:creationId xmlns:a16="http://schemas.microsoft.com/office/drawing/2014/main" id="{C8E6426D-EA9B-4B23-B044-CD6664C2F7EB}"/>
              </a:ext>
            </a:extLst>
          </p:cNvPr>
          <p:cNvSpPr>
            <a:spLocks xmlns:a="http://schemas.openxmlformats.org/drawingml/2006/main" noGrp="1"/>
          </p:cNvSpPr>
          <p:nvPr/>
        </p:nvSpPr>
        <p:spPr>
          <a:xfrm xmlns:a="http://schemas.openxmlformats.org/drawingml/2006/main">
            <a:off x="304800" y="1219200"/>
            <a:ext cx="39243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2" name="Google Shape;202;p19">
            <a:extLst xmlns:a="http://schemas.openxmlformats.org/drawingml/2006/main">
              <a:ext uri="{FF2B5EF4-FFF2-40B4-BE49-F238E27FC236}">
                <a16:creationId xmlns:a16="http://schemas.microsoft.com/office/drawing/2014/main" id="{8008AF14-9ED6-41C6-9D99-7434952290BC}"/>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3" name="Google Shape;203;p19">
            <a:extLst xmlns:a="http://schemas.openxmlformats.org/drawingml/2006/main">
              <a:ext uri="{FF2B5EF4-FFF2-40B4-BE49-F238E27FC236}">
                <a16:creationId xmlns:a16="http://schemas.microsoft.com/office/drawing/2014/main" id="{AD34F93B-5E7E-4D43-974B-74E161D79CD7}"/>
              </a:ext>
            </a:extLst>
          </p:cNvPr>
          <p:cNvSpPr>
            <a:spLocks xmlns:a="http://schemas.openxmlformats.org/drawingml/2006/main" noGrp="1"/>
          </p:cNvSpPr>
          <p:nvPr/>
        </p:nvSpPr>
        <p:spPr>
          <a:xfrm xmlns:a="http://schemas.openxmlformats.org/drawingml/2006/main">
            <a:off x="571500" y="1447800"/>
            <a:ext cx="3352800" cy="2952900"/>
          </a:xfrm>
          <a:prstGeom xmlns:a="http://schemas.openxmlformats.org/drawingml/2006/main" prst="rect">
            <a:avLst/>
          </a:prstGeom>
          <a:solidFill xmlns:a="http://schemas.openxmlformats.org/drawingml/2006/main">
            <a:srgbClr val="000000">
              <a:alpha val="0"/>
            </a:srgbClr>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The probe captures selected Linux syscalls.</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libscap reads the stream.</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libsinsp adds process and file context.</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Our application filters events and prints JSON.</a:t>
            </a:r>
          </a:p>
        </p:txBody>
      </p:sp>
      <p:sp>
        <p:nvSpPr>
          <p:cNvPr id="204" name="Google Shape;204;p19">
            <a:extLst xmlns:a="http://schemas.openxmlformats.org/drawingml/2006/main">
              <a:ext uri="{FF2B5EF4-FFF2-40B4-BE49-F238E27FC236}">
                <a16:creationId xmlns:a16="http://schemas.microsoft.com/office/drawing/2014/main" id="{CDAB1A8E-6266-4E0A-BB6E-CA9262062FFA}"/>
              </a:ext>
            </a:extLst>
          </p:cNvPr>
          <p:cNvSpPr>
            <a:spLocks xmlns:a="http://schemas.openxmlformats.org/drawingml/2006/main" noGrp="1"/>
          </p:cNvSpPr>
          <p:nvPr/>
        </p:nvSpPr>
        <p:spPr>
          <a:xfrm xmlns:a="http://schemas.openxmlformats.org/drawingml/2006/main">
            <a:off x="4457700" y="1219200"/>
            <a:ext cx="4381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6" name="Google Shape;206;p19">
            <a:extLst xmlns:a="http://schemas.openxmlformats.org/drawingml/2006/main">
              <a:ext uri="{FF2B5EF4-FFF2-40B4-BE49-F238E27FC236}">
                <a16:creationId xmlns:a16="http://schemas.microsoft.com/office/drawing/2014/main" id="{90235CF9-82A5-4A4E-A995-C991B319ABE7}"/>
              </a:ext>
            </a:extLst>
          </p:cNvPr>
          <p:cNvSpPr>
            <a:spLocks xmlns:a="http://schemas.openxmlformats.org/drawingml/2006/main" noGrp="1"/>
          </p:cNvSpPr>
          <p:nvPr/>
        </p:nvSpPr>
        <p:spPr>
          <a:xfrm xmlns:a="http://schemas.openxmlformats.org/drawingml/2006/main" rot="0" flipH="0" flipV="0">
            <a:off x="4686300"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7" name="Google Shape;207;p19">
            <a:extLst xmlns:a="http://schemas.openxmlformats.org/drawingml/2006/main">
              <a:ext uri="{FF2B5EF4-FFF2-40B4-BE49-F238E27FC236}">
                <a16:creationId xmlns:a16="http://schemas.microsoft.com/office/drawing/2014/main" id="{CF049E9C-3A60-4C1E-85E5-0687610C101D}"/>
              </a:ext>
            </a:extLst>
          </p:cNvPr>
          <p:cNvSpPr>
            <a:spLocks xmlns:a="http://schemas.openxmlformats.org/drawingml/2006/main" noGrp="1"/>
          </p:cNvSpPr>
          <p:nvPr/>
        </p:nvSpPr>
        <p:spPr>
          <a:xfrm xmlns:a="http://schemas.openxmlformats.org/drawingml/2006/main" rot="0" flipH="0" flipV="0">
            <a:off x="4857750"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8" name="Google Shape;208;p19">
            <a:extLst xmlns:a="http://schemas.openxmlformats.org/drawingml/2006/main">
              <a:ext uri="{FF2B5EF4-FFF2-40B4-BE49-F238E27FC236}">
                <a16:creationId xmlns:a16="http://schemas.microsoft.com/office/drawing/2014/main" id="{7E5CDE3A-03F3-4C54-8174-4FD6097F6F5C}"/>
              </a:ext>
            </a:extLst>
          </p:cNvPr>
          <p:cNvSpPr>
            <a:spLocks xmlns:a="http://schemas.openxmlformats.org/drawingml/2006/main" noGrp="1"/>
          </p:cNvSpPr>
          <p:nvPr/>
        </p:nvSpPr>
        <p:spPr>
          <a:xfrm xmlns:a="http://schemas.openxmlformats.org/drawingml/2006/main" rot="0" flipH="0" flipV="0">
            <a:off x="5029200"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9" name="Google Shape;209;p19">
            <a:extLst xmlns:a="http://schemas.openxmlformats.org/drawingml/2006/main">
              <a:ext uri="{FF2B5EF4-FFF2-40B4-BE49-F238E27FC236}">
                <a16:creationId xmlns:a16="http://schemas.microsoft.com/office/drawing/2014/main" id="{479A04ED-5179-4B54-981E-972A8A2DBAA6}"/>
              </a:ext>
            </a:extLst>
          </p:cNvPr>
          <p:cNvSpPr>
            <a:spLocks xmlns:a="http://schemas.openxmlformats.org/drawingml/2006/main" noGrp="1"/>
          </p:cNvSpPr>
          <p:nvPr/>
        </p:nvSpPr>
        <p:spPr>
          <a:xfrm xmlns:a="http://schemas.openxmlformats.org/drawingml/2006/main">
            <a:off x="5295900" y="1352550"/>
            <a:ext cx="1905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capture flow</a:t>
            </a:r>
          </a:p>
        </p:txBody>
      </p:sp>
      <p:sp>
        <p:nvSpPr>
          <p:cNvPr id="210" name="Google Shape;210;p19">
            <a:extLst xmlns:a="http://schemas.openxmlformats.org/drawingml/2006/main">
              <a:ext uri="{FF2B5EF4-FFF2-40B4-BE49-F238E27FC236}">
                <a16:creationId xmlns:a16="http://schemas.microsoft.com/office/drawing/2014/main" id="{76159C77-A0AF-44C9-BA4B-3BE4035B3321}"/>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1" name="Google Shape;211;p19">
            <a:extLst xmlns:a="http://schemas.openxmlformats.org/drawingml/2006/main">
              <a:ext uri="{FF2B5EF4-FFF2-40B4-BE49-F238E27FC236}">
                <a16:creationId xmlns:a16="http://schemas.microsoft.com/office/drawing/2014/main" id="{DBECA152-AE8F-4009-92CF-B2FD00CDDF87}"/>
              </a:ext>
            </a:extLst>
          </p:cNvPr>
          <p:cNvSpPr>
            <a:spLocks xmlns:a="http://schemas.openxmlformats.org/drawingml/2006/main" noGrp="1"/>
          </p:cNvSpPr>
          <p:nvPr/>
        </p:nvSpPr>
        <p:spPr>
          <a:xfrm xmlns:a="http://schemas.openxmlformats.org/drawingml/2006/main">
            <a:off x="4686300" y="1828800"/>
            <a:ext cx="3924300" cy="2571900"/>
          </a:xfrm>
          <a:prstGeom xmlns:a="http://schemas.openxmlformats.org/drawingml/2006/main" prst="rect">
            <a:avLst/>
          </a:prstGeom>
          <a:solidFill xmlns:a="http://schemas.openxmlformats.org/drawingml/2006/main">
            <a:srgbClr val="000000">
              <a:alpha val="0"/>
            </a:srgbClr>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Linux syscalls</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Modern eBPF probe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libscap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libsinsp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workshop-agent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JSON events</a:t>
            </a:r>
          </a:p>
        </p:txBody>
      </p:sp>
      <p:sp>
        <p:nvSpPr>
          <p:cNvPr id="213" name="Google Shape;213;p19">
            <a:extLst xmlns:a="http://schemas.openxmlformats.org/drawingml/2006/main">
              <a:ext uri="{FF2B5EF4-FFF2-40B4-BE49-F238E27FC236}">
                <a16:creationId xmlns:a16="http://schemas.microsoft.com/office/drawing/2014/main" id="{7148819F-1801-4CAA-958D-13F297736240}"/>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4" name="Google Shape;214;p19">
            <a:extLst xmlns:a="http://schemas.openxmlformats.org/drawingml/2006/main">
              <a:ext uri="{FF2B5EF4-FFF2-40B4-BE49-F238E27FC236}">
                <a16:creationId xmlns:a16="http://schemas.microsoft.com/office/drawing/2014/main" id="{0A8EB590-078A-467D-8BA5-937B20E96E11}"/>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5" name="Google Shape;215;p19">
            <a:extLst xmlns:a="http://schemas.openxmlformats.org/drawingml/2006/main">
              <a:ext uri="{FF2B5EF4-FFF2-40B4-BE49-F238E27FC236}">
                <a16:creationId xmlns:a16="http://schemas.microsoft.com/office/drawing/2014/main" id="{E7D53FD7-E48D-4A18-A954-5E816732FE97}"/>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6" name="Google Shape;216;p19">
            <a:extLst xmlns:a="http://schemas.openxmlformats.org/drawingml/2006/main">
              <a:ext uri="{FF2B5EF4-FFF2-40B4-BE49-F238E27FC236}">
                <a16:creationId xmlns:a16="http://schemas.microsoft.com/office/drawing/2014/main" id="{1B3532BB-5FD2-4717-9C45-A9B2474B4936}"/>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7" name="Google Shape;217;p19">
            <a:extLst xmlns:a="http://schemas.openxmlformats.org/drawingml/2006/main">
              <a:ext uri="{FF2B5EF4-FFF2-40B4-BE49-F238E27FC236}">
                <a16:creationId xmlns:a16="http://schemas.microsoft.com/office/drawing/2014/main" id="{A394533D-3C72-448C-86EE-CF59D0B25FA4}"/>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8" name="Google Shape;218;p19">
            <a:extLst xmlns:a="http://schemas.openxmlformats.org/drawingml/2006/main">
              <a:ext uri="{FF2B5EF4-FFF2-40B4-BE49-F238E27FC236}">
                <a16:creationId xmlns:a16="http://schemas.microsoft.com/office/drawing/2014/main" id="{A8B0A60C-389B-46EA-A733-2A4D9BFA0091}"/>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9" name="Google Shape;219;p19">
            <a:extLst xmlns:a="http://schemas.openxmlformats.org/drawingml/2006/main">
              <a:ext uri="{FF2B5EF4-FFF2-40B4-BE49-F238E27FC236}">
                <a16:creationId xmlns:a16="http://schemas.microsoft.com/office/drawing/2014/main" id="{81B363AD-7E68-47EC-8177-BB185A7AB693}"/>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0" name="Google Shape;220;p19">
            <a:extLst xmlns:a="http://schemas.openxmlformats.org/drawingml/2006/main">
              <a:ext uri="{FF2B5EF4-FFF2-40B4-BE49-F238E27FC236}">
                <a16:creationId xmlns:a16="http://schemas.microsoft.com/office/drawing/2014/main" id="{AF8CCEF5-7007-44EE-BDC0-8D83E0950FA7}"/>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1" name="Google Shape;221;p19">
            <a:extLst xmlns:a="http://schemas.openxmlformats.org/drawingml/2006/main">
              <a:ext uri="{FF2B5EF4-FFF2-40B4-BE49-F238E27FC236}">
                <a16:creationId xmlns:a16="http://schemas.microsoft.com/office/drawing/2014/main" id="{A7033ED7-F44E-4369-BFAE-9592822DB80B}"/>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2" name="Google Shape;222;p19">
            <a:extLst xmlns:a="http://schemas.openxmlformats.org/drawingml/2006/main">
              <a:ext uri="{FF2B5EF4-FFF2-40B4-BE49-F238E27FC236}">
                <a16:creationId xmlns:a16="http://schemas.microsoft.com/office/drawing/2014/main" id="{90BF1123-5EEB-4844-B835-40A644CEBDB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3" name="Google Shape;223;p19">
            <a:extLst xmlns:a="http://schemas.openxmlformats.org/drawingml/2006/main">
              <a:ext uri="{FF2B5EF4-FFF2-40B4-BE49-F238E27FC236}">
                <a16:creationId xmlns:a16="http://schemas.microsoft.com/office/drawing/2014/main" id="{00C42106-339D-4A4E-A939-FC5DF288C017}"/>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4" name="Google Shape;224;p19">
            <a:extLst xmlns:a="http://schemas.openxmlformats.org/drawingml/2006/main">
              <a:ext uri="{FF2B5EF4-FFF2-40B4-BE49-F238E27FC236}">
                <a16:creationId xmlns:a16="http://schemas.microsoft.com/office/drawing/2014/main" id="{3F635318-BFC7-4B96-B4E6-353D955C1F0D}"/>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62" name="Google Shape;225;p19"/>
          <p:cNvPicPr>
            <a:picLocks xmlns:a="http://schemas.openxmlformats.org/drawingml/2006/main" noChangeAspect="1"/>
          </p:cNvPicPr>
          <p:nvPr/>
        </p:nvPicPr>
        <p:blipFill rotWithShape="1">
          <a:blip xmlns:r="http://schemas.openxmlformats.org/officeDocument/2006/relationships" xmlns:a="http://schemas.openxmlformats.org/drawingml/2006/main" r:embed="Ra135f58bb87c426d">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263" name="Google Shape;226;p19"/>
          <p:cNvPicPr>
            <a:picLocks xmlns:a="http://schemas.openxmlformats.org/drawingml/2006/main" noChangeAspect="1"/>
          </p:cNvPicPr>
          <p:nvPr/>
        </p:nvPicPr>
        <p:blipFill rotWithShape="1">
          <a:blip xmlns:r="http://schemas.openxmlformats.org/officeDocument/2006/relationships" xmlns:a="http://schemas.openxmlformats.org/drawingml/2006/main" r:embed="Ra135f58bb87c426d">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264" name="Google Shape;227;p19"/>
          <p:cNvPicPr>
            <a:picLocks xmlns:a="http://schemas.openxmlformats.org/drawingml/2006/main" noChangeAspect="1"/>
          </p:cNvPicPr>
          <p:nvPr/>
        </p:nvPicPr>
        <p:blipFill rotWithShape="1">
          <a:blip xmlns:r="http://schemas.openxmlformats.org/officeDocument/2006/relationships" xmlns:a="http://schemas.openxmlformats.org/drawingml/2006/main" r:embed="Ra135f58bb87c426d">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265" name="Google Shape;228;p19"/>
          <p:cNvPicPr>
            <a:picLocks xmlns:a="http://schemas.openxmlformats.org/drawingml/2006/main" noChangeAspect="1"/>
          </p:cNvPicPr>
          <p:nvPr/>
        </p:nvPicPr>
        <p:blipFill rotWithShape="1">
          <a:blip xmlns:r="http://schemas.openxmlformats.org/officeDocument/2006/relationships" xmlns:a="http://schemas.openxmlformats.org/drawingml/2006/main" r:embed="Ra135f58bb87c426d">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229" name="Google Shape;229;p19">
            <a:extLst xmlns:a="http://schemas.openxmlformats.org/drawingml/2006/main">
              <a:ext uri="{FF2B5EF4-FFF2-40B4-BE49-F238E27FC236}">
                <a16:creationId xmlns:a16="http://schemas.microsoft.com/office/drawing/2014/main" id="{CF82DDB7-7EDC-4106-85E1-7638516E197F}"/>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626840929"/>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The inspector loop</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Open the capture engine, then request events.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Handle timeouts and filtered events.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Extract values before calling next() again.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inspector owns the event.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main.cpp (simplified)</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sinsp inspector;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inspector.set_filter(filter);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inspector.open_modern_bpf(...);</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inspector.start_capture();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while (...)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inspector.next(&amp;event);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 Extract fields.</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 Print JSON.</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inspector.stop_capture();</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5e1d490b77214bd4">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5e1d490b77214bd4">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5e1d490b77214bd4">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5e1d490b77214bd4">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Why state matters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An FD number alone does not identify a file.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Process and FD history provide context.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State repair keeps the syscalls the inspector needs, even when we do not print them.</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main.cpp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const auto syscalls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events::sinsp_repair_state_sc_set(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events::sc_names_to_sc_set({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"execve", "execveat",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"open", "openat", "openat2"</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7689b0f46ba5431d">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7689b0f46ba5431d">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7689b0f46ba5431d">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7689b0f46ba5431d">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1: Capture your first events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Start the agent in terminal A. Wait for Ready.</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the demo in terminal B.</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Find cat opening secret.txt and compare it with its execve event.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Stop capture with Ctrl-C.</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Ubuntu terminals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Terminal A</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./build/bin/workshop-agent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Terminal 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bash scripts/demo.sh</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Inspect these JSON fields:</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evt.type       evt.rawres</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proc.name      fd.name</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2ad543b26cfd41d8">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2ad543b26cfd41d8">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2ad543b26cfd41d8">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2ad543b26cfd41d8">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1: Read the event fields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Find one successful open.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 nonnegative result is an FD. Negative means failure.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An open does not prove the file was read or sent anywhere.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JSON field guide</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evt.type       syscall/event name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evt.dir        &lt; means syscall exit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evt.rawres     return value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proc.pid       process 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proc.ppid      parent process 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proc.cmdline   command and arguments</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fd.name        file/FD context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evt.args       event arguments</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c79cfd612c194727">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c79cfd612c194727">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c79cfd612c194727">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c79cfd612c194727">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2: Filter the output</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Stop the previous capture.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This filter selects successful demo file opens.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Restart the agent, then rerun the demo in terminal B.</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next slide selects failures.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Ubuntu terminal</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./build/bin/workshop-agent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--filter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'evt.dir=&lt; and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evt.type in (open, openat, openat2)</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and evt.rawres&gt;=0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and fd.name startswith</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/tmp/falco-workshop.'</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Rerun the demo in terminal B.</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3fa178659e1e4a51">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3fa178659e1e4a51">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3fa178659e1e4a51">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3fa178659e1e4a51">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2: Observe failed opens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Stop capture and run this filter. Rerun the demo.</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Look for missing.txt in evt.args.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 failed open may lack fd.name, so this filter uses the process name.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Ubuntu terminal A</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./build/bin/workshop-agent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--filter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'evt.dir=&lt; and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evt.type in (open, openat, openat2)</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and evt.rawres&lt;0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and proc.name=cat'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 terminal 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bash scripts/demo.sh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3a32d457232a46e4">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3a32d457232a46e4">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3a32d457232a46e4">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3a32d457232a46e4">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3: Add a field</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Add proc.exepath to the fields vector at LAB 3 in src/main.cpp.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Save, rebuild, restart capture, and rerun the demo.</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added field should identify the executable path.</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main.cpp / Ubuntu terminal</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"proc.name",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"proc.cmdline",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"proc.exepath",</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After saving the C++ change: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bash scripts/build.sh</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./build/bin/workshop-agent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df968c74d9d94f9d">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df968c74d9d94f9d">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df968c74d9d94f9d">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df968c74d9d94f9d">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3: Check your new field</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Adding one entry to fields is enough.</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existing loops create its extractor and serialize its value.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Compare proc.name, proc.cmdline, and proc.exepath on cat events.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expected values (illustrative)</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"proc.name": "cat"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"proc.cmdline": "cat /tmp/.../secret.txt"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"proc.exepath": "/usr/bin/cat"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An invalid field name should cause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 visible startup error.</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Missing context can produce null.</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93d0fe74b2df4891">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93d0fe74b2df4891">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93d0fe74b2df4891">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93d0fe74b2df4891">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4: Detect a dummy secret open</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At LAB 4 in src/main.cpp, label successful secret.txt opens by cat in the demo directory.</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Check the exit event, open syscall type, numeric result, path, and process.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Try it before viewing the solution.</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expected results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cat opens secret.txt     ALERT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cat opens hello.txt      no alert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head opens secret.txt    no alert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cat opens missing.txt    no alert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Add to the matching JSON:</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"alert": "demo_secret_opened"</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d9b9997586c9435b">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d9b9997586c9435b">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d9b9997586c9435b">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d9b9997586c9435b">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4: Solution, part 1</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Insert this at the LAB 4 comment inside the event loop.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Require a successful exit of an open syscall.</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Check the result is numeric before treating it as success.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src/main.cpp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const auto type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row.get("evt.type", "").asString();</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const auto path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row.get("fd.name", "").asString();</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const std::string suffix = "/secret.txt";</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const bool successful_open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row.get("evt.dir", "").asString() == "&lt;" &amp;&amp;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(type == "open" || type == "openat"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type == "openat2") &amp;&amp;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row["evt.rawres"].isNumeric() &amp;&amp;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row["evt.rawres"].asInt64() &gt;= 0;</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c5edcc4bc18f4777">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c5edcc4bc18f4777">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c5edcc4bc18f4777">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c5edcc4bc18f4777">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4: Solution, part 2</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Continue directly after part 1.</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Match the demo directory prefix and secret.txt suffix.</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Only cat should trigger.</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This condition labels an open; it does not block it.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src/main.cpp (continued)</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const bool demo_secret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path.rfind("/tmp/falco-workshop.", 0) == 0 &amp;&amp;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path.size() &gt;= suffix.size() &amp;&amp;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path.compare(path.size() - suffix.size(),</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suffix.size(), suffix) == 0;</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if(successful_open &amp;&amp; demo_secret &amp;&amp;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row.get("proc.name", "").asString() == "cat")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row["alert"] = "demo_secret_opened";</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16fa028656d6460f">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16fa028656d6460f">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16fa028656d6460f">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16fa028656d6460f">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4: Verify your detection</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Rebuild and capture into a file.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Rerun the demo in B, then stop capture in A.</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Use jq to inspect the alert.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Confirm the negative examples remain unlabelled.</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Ubuntu terminals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Terminal A</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bash scripts/build.sh</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sudo ./build/bin/workshop-agent | tee events.jsonl</a:t>
            </a:r>
          </a:p>
          <a:p xmlns:a="http://schemas.openxmlformats.org/drawingml/2006/main">
            <a:pPr marL="0" indent="0">
              <a:spcBef>
                <a:spcPts val="0"/>
              </a:spcBef>
              <a:spcAft>
                <a:spcPts val="0"/>
              </a:spcAft>
              <a:buNone/>
            </a:pPr>
            <a:r>
              <a:rPr sz="12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Terminal B</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bash scripts/demo.sh</a:t>
            </a:r>
          </a:p>
          <a:p xmlns:a="http://schemas.openxmlformats.org/drawingml/2006/main">
            <a:pPr marL="0" indent="0">
              <a:spcBef>
                <a:spcPts val="0"/>
              </a:spcBef>
              <a:spcAft>
                <a:spcPts val="0"/>
              </a:spcAft>
              <a:buNone/>
            </a:pPr>
            <a:r>
              <a:rPr sz="12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Stop A with Ctrl-C, then in A:</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jq -c 'select(.alert == "demo_secret_opened")'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events.jsonl</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95121ce3296e47f0">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95121ce3296e47f0">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95121ce3296e47f0">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95121ce3296e47f0">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194" name="Google Shape;194;p19">
            <a:extLst xmlns:a="http://schemas.openxmlformats.org/drawingml/2006/main">
              <a:ext uri="{FF2B5EF4-FFF2-40B4-BE49-F238E27FC236}">
                <a16:creationId xmlns:a16="http://schemas.microsoft.com/office/drawing/2014/main" id="{118424C5-1810-4C36-A5E6-9516E50F92AA}"/>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5" name="Google Shape;195;p19">
            <a:extLst xmlns:a="http://schemas.openxmlformats.org/drawingml/2006/main">
              <a:ext uri="{FF2B5EF4-FFF2-40B4-BE49-F238E27FC236}">
                <a16:creationId xmlns:a16="http://schemas.microsoft.com/office/drawing/2014/main" id="{C23879A8-EE8C-4BA4-9B57-F8667E161A5F}"/>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7" name="Google Shape;197;p19">
            <a:extLst xmlns:a="http://schemas.openxmlformats.org/drawingml/2006/main">
              <a:ext uri="{FF2B5EF4-FFF2-40B4-BE49-F238E27FC236}">
                <a16:creationId xmlns:a16="http://schemas.microsoft.com/office/drawing/2014/main" id="{919B4F68-17E6-4FA0-8901-06E520FC8FDF}"/>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8" name="Google Shape;198;p19">
            <a:extLst xmlns:a="http://schemas.openxmlformats.org/drawingml/2006/main">
              <a:ext uri="{FF2B5EF4-FFF2-40B4-BE49-F238E27FC236}">
                <a16:creationId xmlns:a16="http://schemas.microsoft.com/office/drawing/2014/main" id="{55314E46-24DE-4217-9377-BD965F862ED0}"/>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9" name="Google Shape;199;p19">
            <a:extLst xmlns:a="http://schemas.openxmlformats.org/drawingml/2006/main">
              <a:ext uri="{FF2B5EF4-FFF2-40B4-BE49-F238E27FC236}">
                <a16:creationId xmlns:a16="http://schemas.microsoft.com/office/drawing/2014/main" id="{586C3286-CD0C-4DE0-8820-E3602ED0EF05}"/>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0" name="Google Shape;200;p19">
            <a:extLst xmlns:a="http://schemas.openxmlformats.org/drawingml/2006/main">
              <a:ext uri="{FF2B5EF4-FFF2-40B4-BE49-F238E27FC236}">
                <a16:creationId xmlns:a16="http://schemas.microsoft.com/office/drawing/2014/main" id="{F448D6A3-45B9-4B15-874D-A28CE8A7925D}"/>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The connection to node-agent</a:t>
            </a:r>
          </a:p>
        </p:txBody>
      </p:sp>
      <p:sp>
        <p:nvSpPr>
          <p:cNvPr id="201" name="Google Shape;201;p19">
            <a:extLst xmlns:a="http://schemas.openxmlformats.org/drawingml/2006/main">
              <a:ext uri="{FF2B5EF4-FFF2-40B4-BE49-F238E27FC236}">
                <a16:creationId xmlns:a16="http://schemas.microsoft.com/office/drawing/2014/main" id="{C8E6426D-EA9B-4B23-B044-CD6664C2F7EB}"/>
              </a:ext>
            </a:extLst>
          </p:cNvPr>
          <p:cNvSpPr>
            <a:spLocks xmlns:a="http://schemas.openxmlformats.org/drawingml/2006/main" noGrp="1"/>
          </p:cNvSpPr>
          <p:nvPr/>
        </p:nvSpPr>
        <p:spPr>
          <a:xfrm xmlns:a="http://schemas.openxmlformats.org/drawingml/2006/main">
            <a:off x="304800" y="1219200"/>
            <a:ext cx="39243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2" name="Google Shape;202;p19">
            <a:extLst xmlns:a="http://schemas.openxmlformats.org/drawingml/2006/main">
              <a:ext uri="{FF2B5EF4-FFF2-40B4-BE49-F238E27FC236}">
                <a16:creationId xmlns:a16="http://schemas.microsoft.com/office/drawing/2014/main" id="{8008AF14-9ED6-41C6-9D99-7434952290BC}"/>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3" name="Google Shape;203;p19">
            <a:extLst xmlns:a="http://schemas.openxmlformats.org/drawingml/2006/main">
              <a:ext uri="{FF2B5EF4-FFF2-40B4-BE49-F238E27FC236}">
                <a16:creationId xmlns:a16="http://schemas.microsoft.com/office/drawing/2014/main" id="{AD34F93B-5E7E-4D43-974B-74E161D79CD7}"/>
              </a:ext>
            </a:extLst>
          </p:cNvPr>
          <p:cNvSpPr>
            <a:spLocks xmlns:a="http://schemas.openxmlformats.org/drawingml/2006/main" noGrp="1"/>
          </p:cNvSpPr>
          <p:nvPr/>
        </p:nvSpPr>
        <p:spPr>
          <a:xfrm xmlns:a="http://schemas.openxmlformats.org/drawingml/2006/main">
            <a:off x="571500" y="1447800"/>
            <a:ext cx="3352800" cy="2952900"/>
          </a:xfrm>
          <a:prstGeom xmlns:a="http://schemas.openxmlformats.org/drawingml/2006/main" prst="rect">
            <a:avLst/>
          </a:prstGeom>
          <a:solidFill xmlns:a="http://schemas.openxmlformats.org/drawingml/2006/main">
            <a:srgbClr val="000000">
              <a:alpha val="0"/>
            </a:srgbClr>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This agent uses the same Falco libs revision and capture patterns.</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node-agent adds layered enrichment, asset profiling, and downstream processing.</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Our workshop keeps the core in one C++ file.</a:t>
            </a:r>
          </a:p>
        </p:txBody>
      </p:sp>
      <p:sp>
        <p:nvSpPr>
          <p:cNvPr id="204" name="Google Shape;204;p19">
            <a:extLst xmlns:a="http://schemas.openxmlformats.org/drawingml/2006/main">
              <a:ext uri="{FF2B5EF4-FFF2-40B4-BE49-F238E27FC236}">
                <a16:creationId xmlns:a16="http://schemas.microsoft.com/office/drawing/2014/main" id="{CDAB1A8E-6266-4E0A-BB6E-CA9262062FFA}"/>
              </a:ext>
            </a:extLst>
          </p:cNvPr>
          <p:cNvSpPr>
            <a:spLocks xmlns:a="http://schemas.openxmlformats.org/drawingml/2006/main" noGrp="1"/>
          </p:cNvSpPr>
          <p:nvPr/>
        </p:nvSpPr>
        <p:spPr>
          <a:xfrm xmlns:a="http://schemas.openxmlformats.org/drawingml/2006/main">
            <a:off x="4457700" y="1219200"/>
            <a:ext cx="4381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6" name="Google Shape;206;p19">
            <a:extLst xmlns:a="http://schemas.openxmlformats.org/drawingml/2006/main">
              <a:ext uri="{FF2B5EF4-FFF2-40B4-BE49-F238E27FC236}">
                <a16:creationId xmlns:a16="http://schemas.microsoft.com/office/drawing/2014/main" id="{90235CF9-82A5-4A4E-A995-C991B319ABE7}"/>
              </a:ext>
            </a:extLst>
          </p:cNvPr>
          <p:cNvSpPr>
            <a:spLocks xmlns:a="http://schemas.openxmlformats.org/drawingml/2006/main" noGrp="1"/>
          </p:cNvSpPr>
          <p:nvPr/>
        </p:nvSpPr>
        <p:spPr>
          <a:xfrm xmlns:a="http://schemas.openxmlformats.org/drawingml/2006/main" rot="0" flipH="0" flipV="0">
            <a:off x="4686300"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7" name="Google Shape;207;p19">
            <a:extLst xmlns:a="http://schemas.openxmlformats.org/drawingml/2006/main">
              <a:ext uri="{FF2B5EF4-FFF2-40B4-BE49-F238E27FC236}">
                <a16:creationId xmlns:a16="http://schemas.microsoft.com/office/drawing/2014/main" id="{CF049E9C-3A60-4C1E-85E5-0687610C101D}"/>
              </a:ext>
            </a:extLst>
          </p:cNvPr>
          <p:cNvSpPr>
            <a:spLocks xmlns:a="http://schemas.openxmlformats.org/drawingml/2006/main" noGrp="1"/>
          </p:cNvSpPr>
          <p:nvPr/>
        </p:nvSpPr>
        <p:spPr>
          <a:xfrm xmlns:a="http://schemas.openxmlformats.org/drawingml/2006/main" rot="0" flipH="0" flipV="0">
            <a:off x="4857750"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8" name="Google Shape;208;p19">
            <a:extLst xmlns:a="http://schemas.openxmlformats.org/drawingml/2006/main">
              <a:ext uri="{FF2B5EF4-FFF2-40B4-BE49-F238E27FC236}">
                <a16:creationId xmlns:a16="http://schemas.microsoft.com/office/drawing/2014/main" id="{7E5CDE3A-03F3-4C54-8174-4FD6097F6F5C}"/>
              </a:ext>
            </a:extLst>
          </p:cNvPr>
          <p:cNvSpPr>
            <a:spLocks xmlns:a="http://schemas.openxmlformats.org/drawingml/2006/main" noGrp="1"/>
          </p:cNvSpPr>
          <p:nvPr/>
        </p:nvSpPr>
        <p:spPr>
          <a:xfrm xmlns:a="http://schemas.openxmlformats.org/drawingml/2006/main" rot="0" flipH="0" flipV="0">
            <a:off x="5029200"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9" name="Google Shape;209;p19">
            <a:extLst xmlns:a="http://schemas.openxmlformats.org/drawingml/2006/main">
              <a:ext uri="{FF2B5EF4-FFF2-40B4-BE49-F238E27FC236}">
                <a16:creationId xmlns:a16="http://schemas.microsoft.com/office/drawing/2014/main" id="{479A04ED-5179-4B54-981E-972A8A2DBAA6}"/>
              </a:ext>
            </a:extLst>
          </p:cNvPr>
          <p:cNvSpPr>
            <a:spLocks xmlns:a="http://schemas.openxmlformats.org/drawingml/2006/main" noGrp="1"/>
          </p:cNvSpPr>
          <p:nvPr/>
        </p:nvSpPr>
        <p:spPr>
          <a:xfrm xmlns:a="http://schemas.openxmlformats.org/drawingml/2006/main">
            <a:off x="5295900" y="1352550"/>
            <a:ext cx="1905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src/main.cpp</a:t>
            </a:r>
          </a:p>
        </p:txBody>
      </p:sp>
      <p:sp>
        <p:nvSpPr>
          <p:cNvPr id="210" name="Google Shape;210;p19">
            <a:extLst xmlns:a="http://schemas.openxmlformats.org/drawingml/2006/main">
              <a:ext uri="{FF2B5EF4-FFF2-40B4-BE49-F238E27FC236}">
                <a16:creationId xmlns:a16="http://schemas.microsoft.com/office/drawing/2014/main" id="{76159C77-A0AF-44C9-BA4B-3BE4035B3321}"/>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1" name="Google Shape;211;p19">
            <a:extLst xmlns:a="http://schemas.openxmlformats.org/drawingml/2006/main">
              <a:ext uri="{FF2B5EF4-FFF2-40B4-BE49-F238E27FC236}">
                <a16:creationId xmlns:a16="http://schemas.microsoft.com/office/drawing/2014/main" id="{DBECA152-AE8F-4009-92CF-B2FD00CDDF87}"/>
              </a:ext>
            </a:extLst>
          </p:cNvPr>
          <p:cNvSpPr>
            <a:spLocks xmlns:a="http://schemas.openxmlformats.org/drawingml/2006/main" noGrp="1"/>
          </p:cNvSpPr>
          <p:nvPr/>
        </p:nvSpPr>
        <p:spPr>
          <a:xfrm xmlns:a="http://schemas.openxmlformats.org/drawingml/2006/main">
            <a:off x="4686300" y="1828800"/>
            <a:ext cx="3924300" cy="2571900"/>
          </a:xfrm>
          <a:prstGeom xmlns:a="http://schemas.openxmlformats.org/drawingml/2006/main" prst="rect">
            <a:avLst/>
          </a:prstGeom>
          <a:solidFill xmlns:a="http://schemas.openxmlformats.org/drawingml/2006/main">
            <a:srgbClr val="000000">
              <a:alpha val="0"/>
            </a:srgbClr>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Syscall selection</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sc_names_to_sc_set()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State repair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sinsp_repair_state_sc_set()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Engine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open_modern_bpf()</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Capture and output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next() + Json::writeString()</a:t>
            </a:r>
          </a:p>
        </p:txBody>
      </p:sp>
      <p:sp>
        <p:nvSpPr>
          <p:cNvPr id="213" name="Google Shape;213;p19">
            <a:extLst xmlns:a="http://schemas.openxmlformats.org/drawingml/2006/main">
              <a:ext uri="{FF2B5EF4-FFF2-40B4-BE49-F238E27FC236}">
                <a16:creationId xmlns:a16="http://schemas.microsoft.com/office/drawing/2014/main" id="{7148819F-1801-4CAA-958D-13F297736240}"/>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4" name="Google Shape;214;p19">
            <a:extLst xmlns:a="http://schemas.openxmlformats.org/drawingml/2006/main">
              <a:ext uri="{FF2B5EF4-FFF2-40B4-BE49-F238E27FC236}">
                <a16:creationId xmlns:a16="http://schemas.microsoft.com/office/drawing/2014/main" id="{0A8EB590-078A-467D-8BA5-937B20E96E11}"/>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5" name="Google Shape;215;p19">
            <a:extLst xmlns:a="http://schemas.openxmlformats.org/drawingml/2006/main">
              <a:ext uri="{FF2B5EF4-FFF2-40B4-BE49-F238E27FC236}">
                <a16:creationId xmlns:a16="http://schemas.microsoft.com/office/drawing/2014/main" id="{E7D53FD7-E48D-4A18-A954-5E816732FE97}"/>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6" name="Google Shape;216;p19">
            <a:extLst xmlns:a="http://schemas.openxmlformats.org/drawingml/2006/main">
              <a:ext uri="{FF2B5EF4-FFF2-40B4-BE49-F238E27FC236}">
                <a16:creationId xmlns:a16="http://schemas.microsoft.com/office/drawing/2014/main" id="{1B3532BB-5FD2-4717-9C45-A9B2474B4936}"/>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7" name="Google Shape;217;p19">
            <a:extLst xmlns:a="http://schemas.openxmlformats.org/drawingml/2006/main">
              <a:ext uri="{FF2B5EF4-FFF2-40B4-BE49-F238E27FC236}">
                <a16:creationId xmlns:a16="http://schemas.microsoft.com/office/drawing/2014/main" id="{A394533D-3C72-448C-86EE-CF59D0B25FA4}"/>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8" name="Google Shape;218;p19">
            <a:extLst xmlns:a="http://schemas.openxmlformats.org/drawingml/2006/main">
              <a:ext uri="{FF2B5EF4-FFF2-40B4-BE49-F238E27FC236}">
                <a16:creationId xmlns:a16="http://schemas.microsoft.com/office/drawing/2014/main" id="{A8B0A60C-389B-46EA-A733-2A4D9BFA0091}"/>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9" name="Google Shape;219;p19">
            <a:extLst xmlns:a="http://schemas.openxmlformats.org/drawingml/2006/main">
              <a:ext uri="{FF2B5EF4-FFF2-40B4-BE49-F238E27FC236}">
                <a16:creationId xmlns:a16="http://schemas.microsoft.com/office/drawing/2014/main" id="{81B363AD-7E68-47EC-8177-BB185A7AB693}"/>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0" name="Google Shape;220;p19">
            <a:extLst xmlns:a="http://schemas.openxmlformats.org/drawingml/2006/main">
              <a:ext uri="{FF2B5EF4-FFF2-40B4-BE49-F238E27FC236}">
                <a16:creationId xmlns:a16="http://schemas.microsoft.com/office/drawing/2014/main" id="{AF8CCEF5-7007-44EE-BDC0-8D83E0950FA7}"/>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1" name="Google Shape;221;p19">
            <a:extLst xmlns:a="http://schemas.openxmlformats.org/drawingml/2006/main">
              <a:ext uri="{FF2B5EF4-FFF2-40B4-BE49-F238E27FC236}">
                <a16:creationId xmlns:a16="http://schemas.microsoft.com/office/drawing/2014/main" id="{A7033ED7-F44E-4369-BFAE-9592822DB80B}"/>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2" name="Google Shape;222;p19">
            <a:extLst xmlns:a="http://schemas.openxmlformats.org/drawingml/2006/main">
              <a:ext uri="{FF2B5EF4-FFF2-40B4-BE49-F238E27FC236}">
                <a16:creationId xmlns:a16="http://schemas.microsoft.com/office/drawing/2014/main" id="{90BF1123-5EEB-4844-B835-40A644CEBDB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3" name="Google Shape;223;p19">
            <a:extLst xmlns:a="http://schemas.openxmlformats.org/drawingml/2006/main">
              <a:ext uri="{FF2B5EF4-FFF2-40B4-BE49-F238E27FC236}">
                <a16:creationId xmlns:a16="http://schemas.microsoft.com/office/drawing/2014/main" id="{00C42106-339D-4A4E-A939-FC5DF288C017}"/>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4" name="Google Shape;224;p19">
            <a:extLst xmlns:a="http://schemas.openxmlformats.org/drawingml/2006/main">
              <a:ext uri="{FF2B5EF4-FFF2-40B4-BE49-F238E27FC236}">
                <a16:creationId xmlns:a16="http://schemas.microsoft.com/office/drawing/2014/main" id="{3F635318-BFC7-4B96-B4E6-353D955C1F0D}"/>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62" name="Google Shape;225;p19"/>
          <p:cNvPicPr>
            <a:picLocks xmlns:a="http://schemas.openxmlformats.org/drawingml/2006/main" noChangeAspect="1"/>
          </p:cNvPicPr>
          <p:nvPr/>
        </p:nvPicPr>
        <p:blipFill rotWithShape="1">
          <a:blip xmlns:r="http://schemas.openxmlformats.org/officeDocument/2006/relationships" xmlns:a="http://schemas.openxmlformats.org/drawingml/2006/main" r:embed="Rc88ae023a8a045fc">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263" name="Google Shape;226;p19"/>
          <p:cNvPicPr>
            <a:picLocks xmlns:a="http://schemas.openxmlformats.org/drawingml/2006/main" noChangeAspect="1"/>
          </p:cNvPicPr>
          <p:nvPr/>
        </p:nvPicPr>
        <p:blipFill rotWithShape="1">
          <a:blip xmlns:r="http://schemas.openxmlformats.org/officeDocument/2006/relationships" xmlns:a="http://schemas.openxmlformats.org/drawingml/2006/main" r:embed="Rc88ae023a8a045fc">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264" name="Google Shape;227;p19"/>
          <p:cNvPicPr>
            <a:picLocks xmlns:a="http://schemas.openxmlformats.org/drawingml/2006/main" noChangeAspect="1"/>
          </p:cNvPicPr>
          <p:nvPr/>
        </p:nvPicPr>
        <p:blipFill rotWithShape="1">
          <a:blip xmlns:r="http://schemas.openxmlformats.org/officeDocument/2006/relationships" xmlns:a="http://schemas.openxmlformats.org/drawingml/2006/main" r:embed="Rc88ae023a8a045fc">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265" name="Google Shape;228;p19"/>
          <p:cNvPicPr>
            <a:picLocks xmlns:a="http://schemas.openxmlformats.org/drawingml/2006/main" noChangeAspect="1"/>
          </p:cNvPicPr>
          <p:nvPr/>
        </p:nvPicPr>
        <p:blipFill rotWithShape="1">
          <a:blip xmlns:r="http://schemas.openxmlformats.org/officeDocument/2006/relationships" xmlns:a="http://schemas.openxmlformats.org/drawingml/2006/main" r:embed="Rc88ae023a8a045fc">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229" name="Google Shape;229;p19">
            <a:extLst xmlns:a="http://schemas.openxmlformats.org/drawingml/2006/main">
              <a:ext uri="{FF2B5EF4-FFF2-40B4-BE49-F238E27FC236}">
                <a16:creationId xmlns:a16="http://schemas.microsoft.com/office/drawing/2014/main" id="{CF82DDB7-7EDC-4106-85E1-7638516E197F}"/>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626840929"/>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194" name="Google Shape;194;p19">
            <a:extLst xmlns:a="http://schemas.openxmlformats.org/drawingml/2006/main">
              <a:ext uri="{FF2B5EF4-FFF2-40B4-BE49-F238E27FC236}">
                <a16:creationId xmlns:a16="http://schemas.microsoft.com/office/drawing/2014/main" id="{118424C5-1810-4C36-A5E6-9516E50F92AA}"/>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5" name="Google Shape;195;p19">
            <a:extLst xmlns:a="http://schemas.openxmlformats.org/drawingml/2006/main">
              <a:ext uri="{FF2B5EF4-FFF2-40B4-BE49-F238E27FC236}">
                <a16:creationId xmlns:a16="http://schemas.microsoft.com/office/drawing/2014/main" id="{C23879A8-EE8C-4BA4-9B57-F8667E161A5F}"/>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7" name="Google Shape;197;p19">
            <a:extLst xmlns:a="http://schemas.openxmlformats.org/drawingml/2006/main">
              <a:ext uri="{FF2B5EF4-FFF2-40B4-BE49-F238E27FC236}">
                <a16:creationId xmlns:a16="http://schemas.microsoft.com/office/drawing/2014/main" id="{919B4F68-17E6-4FA0-8901-06E520FC8FDF}"/>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8" name="Google Shape;198;p19">
            <a:extLst xmlns:a="http://schemas.openxmlformats.org/drawingml/2006/main">
              <a:ext uri="{FF2B5EF4-FFF2-40B4-BE49-F238E27FC236}">
                <a16:creationId xmlns:a16="http://schemas.microsoft.com/office/drawing/2014/main" id="{55314E46-24DE-4217-9377-BD965F862ED0}"/>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9" name="Google Shape;199;p19">
            <a:extLst xmlns:a="http://schemas.openxmlformats.org/drawingml/2006/main">
              <a:ext uri="{FF2B5EF4-FFF2-40B4-BE49-F238E27FC236}">
                <a16:creationId xmlns:a16="http://schemas.microsoft.com/office/drawing/2014/main" id="{586C3286-CD0C-4DE0-8820-E3602ED0EF05}"/>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0" name="Google Shape;200;p19">
            <a:extLst xmlns:a="http://schemas.openxmlformats.org/drawingml/2006/main">
              <a:ext uri="{FF2B5EF4-FFF2-40B4-BE49-F238E27FC236}">
                <a16:creationId xmlns:a16="http://schemas.microsoft.com/office/drawing/2014/main" id="{F448D6A3-45B9-4B15-874D-A28CE8A7925D}"/>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What your agent can explain</a:t>
            </a:r>
          </a:p>
        </p:txBody>
      </p:sp>
      <p:sp>
        <p:nvSpPr>
          <p:cNvPr id="201" name="Google Shape;201;p19">
            <a:extLst xmlns:a="http://schemas.openxmlformats.org/drawingml/2006/main">
              <a:ext uri="{FF2B5EF4-FFF2-40B4-BE49-F238E27FC236}">
                <a16:creationId xmlns:a16="http://schemas.microsoft.com/office/drawing/2014/main" id="{C8E6426D-EA9B-4B23-B044-CD6664C2F7EB}"/>
              </a:ext>
            </a:extLst>
          </p:cNvPr>
          <p:cNvSpPr>
            <a:spLocks xmlns:a="http://schemas.openxmlformats.org/drawingml/2006/main" noGrp="1"/>
          </p:cNvSpPr>
          <p:nvPr/>
        </p:nvSpPr>
        <p:spPr>
          <a:xfrm xmlns:a="http://schemas.openxmlformats.org/drawingml/2006/main">
            <a:off x="304800" y="1219200"/>
            <a:ext cx="39243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2" name="Google Shape;202;p19">
            <a:extLst xmlns:a="http://schemas.openxmlformats.org/drawingml/2006/main">
              <a:ext uri="{FF2B5EF4-FFF2-40B4-BE49-F238E27FC236}">
                <a16:creationId xmlns:a16="http://schemas.microsoft.com/office/drawing/2014/main" id="{8008AF14-9ED6-41C6-9D99-7434952290BC}"/>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3" name="Google Shape;203;p19">
            <a:extLst xmlns:a="http://schemas.openxmlformats.org/drawingml/2006/main">
              <a:ext uri="{FF2B5EF4-FFF2-40B4-BE49-F238E27FC236}">
                <a16:creationId xmlns:a16="http://schemas.microsoft.com/office/drawing/2014/main" id="{AD34F93B-5E7E-4D43-974B-74E161D79CD7}"/>
              </a:ext>
            </a:extLst>
          </p:cNvPr>
          <p:cNvSpPr>
            <a:spLocks xmlns:a="http://schemas.openxmlformats.org/drawingml/2006/main" noGrp="1"/>
          </p:cNvSpPr>
          <p:nvPr/>
        </p:nvSpPr>
        <p:spPr>
          <a:xfrm xmlns:a="http://schemas.openxmlformats.org/drawingml/2006/main">
            <a:off x="571500" y="1447800"/>
            <a:ext cx="3352800" cy="2952900"/>
          </a:xfrm>
          <a:prstGeom xmlns:a="http://schemas.openxmlformats.org/drawingml/2006/main" prst="rect">
            <a:avLst/>
          </a:prstGeom>
          <a:solidFill xmlns:a="http://schemas.openxmlformats.org/drawingml/2006/main">
            <a:srgbClr val="000000">
              <a:alpha val="0"/>
            </a:srgbClr>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Which process opened the file?</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Did the syscall succeed?</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Which events did the filter hide?</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Did capture report any drops?</a:t>
            </a:r>
          </a:p>
        </p:txBody>
      </p:sp>
      <p:sp>
        <p:nvSpPr>
          <p:cNvPr id="204" name="Google Shape;204;p19">
            <a:extLst xmlns:a="http://schemas.openxmlformats.org/drawingml/2006/main">
              <a:ext uri="{FF2B5EF4-FFF2-40B4-BE49-F238E27FC236}">
                <a16:creationId xmlns:a16="http://schemas.microsoft.com/office/drawing/2014/main" id="{CDAB1A8E-6266-4E0A-BB6E-CA9262062FFA}"/>
              </a:ext>
            </a:extLst>
          </p:cNvPr>
          <p:cNvSpPr>
            <a:spLocks xmlns:a="http://schemas.openxmlformats.org/drawingml/2006/main" noGrp="1"/>
          </p:cNvSpPr>
          <p:nvPr/>
        </p:nvSpPr>
        <p:spPr>
          <a:xfrm xmlns:a="http://schemas.openxmlformats.org/drawingml/2006/main">
            <a:off x="4457700" y="1219200"/>
            <a:ext cx="4381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6" name="Google Shape;206;p19">
            <a:extLst xmlns:a="http://schemas.openxmlformats.org/drawingml/2006/main">
              <a:ext uri="{FF2B5EF4-FFF2-40B4-BE49-F238E27FC236}">
                <a16:creationId xmlns:a16="http://schemas.microsoft.com/office/drawing/2014/main" id="{90235CF9-82A5-4A4E-A995-C991B319ABE7}"/>
              </a:ext>
            </a:extLst>
          </p:cNvPr>
          <p:cNvSpPr>
            <a:spLocks xmlns:a="http://schemas.openxmlformats.org/drawingml/2006/main" noGrp="1"/>
          </p:cNvSpPr>
          <p:nvPr/>
        </p:nvSpPr>
        <p:spPr>
          <a:xfrm xmlns:a="http://schemas.openxmlformats.org/drawingml/2006/main" rot="0" flipH="0" flipV="0">
            <a:off x="4686300"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7" name="Google Shape;207;p19">
            <a:extLst xmlns:a="http://schemas.openxmlformats.org/drawingml/2006/main">
              <a:ext uri="{FF2B5EF4-FFF2-40B4-BE49-F238E27FC236}">
                <a16:creationId xmlns:a16="http://schemas.microsoft.com/office/drawing/2014/main" id="{CF049E9C-3A60-4C1E-85E5-0687610C101D}"/>
              </a:ext>
            </a:extLst>
          </p:cNvPr>
          <p:cNvSpPr>
            <a:spLocks xmlns:a="http://schemas.openxmlformats.org/drawingml/2006/main" noGrp="1"/>
          </p:cNvSpPr>
          <p:nvPr/>
        </p:nvSpPr>
        <p:spPr>
          <a:xfrm xmlns:a="http://schemas.openxmlformats.org/drawingml/2006/main" rot="0" flipH="0" flipV="0">
            <a:off x="4857750"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8" name="Google Shape;208;p19">
            <a:extLst xmlns:a="http://schemas.openxmlformats.org/drawingml/2006/main">
              <a:ext uri="{FF2B5EF4-FFF2-40B4-BE49-F238E27FC236}">
                <a16:creationId xmlns:a16="http://schemas.microsoft.com/office/drawing/2014/main" id="{7E5CDE3A-03F3-4C54-8174-4FD6097F6F5C}"/>
              </a:ext>
            </a:extLst>
          </p:cNvPr>
          <p:cNvSpPr>
            <a:spLocks xmlns:a="http://schemas.openxmlformats.org/drawingml/2006/main" noGrp="1"/>
          </p:cNvSpPr>
          <p:nvPr/>
        </p:nvSpPr>
        <p:spPr>
          <a:xfrm xmlns:a="http://schemas.openxmlformats.org/drawingml/2006/main" rot="0" flipH="0" flipV="0">
            <a:off x="5029200"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9" name="Google Shape;209;p19">
            <a:extLst xmlns:a="http://schemas.openxmlformats.org/drawingml/2006/main">
              <a:ext uri="{FF2B5EF4-FFF2-40B4-BE49-F238E27FC236}">
                <a16:creationId xmlns:a16="http://schemas.microsoft.com/office/drawing/2014/main" id="{479A04ED-5179-4B54-981E-972A8A2DBAA6}"/>
              </a:ext>
            </a:extLst>
          </p:cNvPr>
          <p:cNvSpPr>
            <a:spLocks xmlns:a="http://schemas.openxmlformats.org/drawingml/2006/main" noGrp="1"/>
          </p:cNvSpPr>
          <p:nvPr/>
        </p:nvSpPr>
        <p:spPr>
          <a:xfrm xmlns:a="http://schemas.openxmlformats.org/drawingml/2006/main">
            <a:off x="5295900" y="1352550"/>
            <a:ext cx="1905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shutdown counters</a:t>
            </a:r>
          </a:p>
        </p:txBody>
      </p:sp>
      <p:sp>
        <p:nvSpPr>
          <p:cNvPr id="210" name="Google Shape;210;p19">
            <a:extLst xmlns:a="http://schemas.openxmlformats.org/drawingml/2006/main">
              <a:ext uri="{FF2B5EF4-FFF2-40B4-BE49-F238E27FC236}">
                <a16:creationId xmlns:a16="http://schemas.microsoft.com/office/drawing/2014/main" id="{76159C77-A0AF-44C9-BA4B-3BE4035B3321}"/>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1" name="Google Shape;211;p19">
            <a:extLst xmlns:a="http://schemas.openxmlformats.org/drawingml/2006/main">
              <a:ext uri="{FF2B5EF4-FFF2-40B4-BE49-F238E27FC236}">
                <a16:creationId xmlns:a16="http://schemas.microsoft.com/office/drawing/2014/main" id="{DBECA152-AE8F-4009-92CF-B2FD00CDDF87}"/>
              </a:ext>
            </a:extLst>
          </p:cNvPr>
          <p:cNvSpPr>
            <a:spLocks xmlns:a="http://schemas.openxmlformats.org/drawingml/2006/main" noGrp="1"/>
          </p:cNvSpPr>
          <p:nvPr/>
        </p:nvSpPr>
        <p:spPr>
          <a:xfrm xmlns:a="http://schemas.openxmlformats.org/drawingml/2006/main">
            <a:off x="4686300" y="1828800"/>
            <a:ext cx="3924300" cy="2571900"/>
          </a:xfrm>
          <a:prstGeom xmlns:a="http://schemas.openxmlformats.org/drawingml/2006/main" prst="rect">
            <a:avLst/>
          </a:prstGeom>
          <a:solidFill xmlns:a="http://schemas.openxmlformats.org/drawingml/2006/main">
            <a:srgbClr val="000000">
              <a:alpha val="0"/>
            </a:srgbClr>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emitted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Events printed as JSON</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captured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Includes state events</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and filtered events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dropped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Events lost during capture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Ctrl-C stops the agent.</a:t>
            </a:r>
          </a:p>
        </p:txBody>
      </p:sp>
      <p:sp>
        <p:nvSpPr>
          <p:cNvPr id="213" name="Google Shape;213;p19">
            <a:extLst xmlns:a="http://schemas.openxmlformats.org/drawingml/2006/main">
              <a:ext uri="{FF2B5EF4-FFF2-40B4-BE49-F238E27FC236}">
                <a16:creationId xmlns:a16="http://schemas.microsoft.com/office/drawing/2014/main" id="{7148819F-1801-4CAA-958D-13F297736240}"/>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4" name="Google Shape;214;p19">
            <a:extLst xmlns:a="http://schemas.openxmlformats.org/drawingml/2006/main">
              <a:ext uri="{FF2B5EF4-FFF2-40B4-BE49-F238E27FC236}">
                <a16:creationId xmlns:a16="http://schemas.microsoft.com/office/drawing/2014/main" id="{0A8EB590-078A-467D-8BA5-937B20E96E11}"/>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5" name="Google Shape;215;p19">
            <a:extLst xmlns:a="http://schemas.openxmlformats.org/drawingml/2006/main">
              <a:ext uri="{FF2B5EF4-FFF2-40B4-BE49-F238E27FC236}">
                <a16:creationId xmlns:a16="http://schemas.microsoft.com/office/drawing/2014/main" id="{E7D53FD7-E48D-4A18-A954-5E816732FE97}"/>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6" name="Google Shape;216;p19">
            <a:extLst xmlns:a="http://schemas.openxmlformats.org/drawingml/2006/main">
              <a:ext uri="{FF2B5EF4-FFF2-40B4-BE49-F238E27FC236}">
                <a16:creationId xmlns:a16="http://schemas.microsoft.com/office/drawing/2014/main" id="{1B3532BB-5FD2-4717-9C45-A9B2474B4936}"/>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7" name="Google Shape;217;p19">
            <a:extLst xmlns:a="http://schemas.openxmlformats.org/drawingml/2006/main">
              <a:ext uri="{FF2B5EF4-FFF2-40B4-BE49-F238E27FC236}">
                <a16:creationId xmlns:a16="http://schemas.microsoft.com/office/drawing/2014/main" id="{A394533D-3C72-448C-86EE-CF59D0B25FA4}"/>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8" name="Google Shape;218;p19">
            <a:extLst xmlns:a="http://schemas.openxmlformats.org/drawingml/2006/main">
              <a:ext uri="{FF2B5EF4-FFF2-40B4-BE49-F238E27FC236}">
                <a16:creationId xmlns:a16="http://schemas.microsoft.com/office/drawing/2014/main" id="{A8B0A60C-389B-46EA-A733-2A4D9BFA0091}"/>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9" name="Google Shape;219;p19">
            <a:extLst xmlns:a="http://schemas.openxmlformats.org/drawingml/2006/main">
              <a:ext uri="{FF2B5EF4-FFF2-40B4-BE49-F238E27FC236}">
                <a16:creationId xmlns:a16="http://schemas.microsoft.com/office/drawing/2014/main" id="{81B363AD-7E68-47EC-8177-BB185A7AB693}"/>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0" name="Google Shape;220;p19">
            <a:extLst xmlns:a="http://schemas.openxmlformats.org/drawingml/2006/main">
              <a:ext uri="{FF2B5EF4-FFF2-40B4-BE49-F238E27FC236}">
                <a16:creationId xmlns:a16="http://schemas.microsoft.com/office/drawing/2014/main" id="{AF8CCEF5-7007-44EE-BDC0-8D83E0950FA7}"/>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1" name="Google Shape;221;p19">
            <a:extLst xmlns:a="http://schemas.openxmlformats.org/drawingml/2006/main">
              <a:ext uri="{FF2B5EF4-FFF2-40B4-BE49-F238E27FC236}">
                <a16:creationId xmlns:a16="http://schemas.microsoft.com/office/drawing/2014/main" id="{A7033ED7-F44E-4369-BFAE-9592822DB80B}"/>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2" name="Google Shape;222;p19">
            <a:extLst xmlns:a="http://schemas.openxmlformats.org/drawingml/2006/main">
              <a:ext uri="{FF2B5EF4-FFF2-40B4-BE49-F238E27FC236}">
                <a16:creationId xmlns:a16="http://schemas.microsoft.com/office/drawing/2014/main" id="{90BF1123-5EEB-4844-B835-40A644CEBDB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3" name="Google Shape;223;p19">
            <a:extLst xmlns:a="http://schemas.openxmlformats.org/drawingml/2006/main">
              <a:ext uri="{FF2B5EF4-FFF2-40B4-BE49-F238E27FC236}">
                <a16:creationId xmlns:a16="http://schemas.microsoft.com/office/drawing/2014/main" id="{00C42106-339D-4A4E-A939-FC5DF288C017}"/>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4" name="Google Shape;224;p19">
            <a:extLst xmlns:a="http://schemas.openxmlformats.org/drawingml/2006/main">
              <a:ext uri="{FF2B5EF4-FFF2-40B4-BE49-F238E27FC236}">
                <a16:creationId xmlns:a16="http://schemas.microsoft.com/office/drawing/2014/main" id="{3F635318-BFC7-4B96-B4E6-353D955C1F0D}"/>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62" name="Google Shape;225;p19"/>
          <p:cNvPicPr>
            <a:picLocks xmlns:a="http://schemas.openxmlformats.org/drawingml/2006/main" noChangeAspect="1"/>
          </p:cNvPicPr>
          <p:nvPr/>
        </p:nvPicPr>
        <p:blipFill rotWithShape="1">
          <a:blip xmlns:r="http://schemas.openxmlformats.org/officeDocument/2006/relationships" xmlns:a="http://schemas.openxmlformats.org/drawingml/2006/main" r:embed="Rf81a183df9df419c">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263" name="Google Shape;226;p19"/>
          <p:cNvPicPr>
            <a:picLocks xmlns:a="http://schemas.openxmlformats.org/drawingml/2006/main" noChangeAspect="1"/>
          </p:cNvPicPr>
          <p:nvPr/>
        </p:nvPicPr>
        <p:blipFill rotWithShape="1">
          <a:blip xmlns:r="http://schemas.openxmlformats.org/officeDocument/2006/relationships" xmlns:a="http://schemas.openxmlformats.org/drawingml/2006/main" r:embed="Rf81a183df9df419c">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264" name="Google Shape;227;p19"/>
          <p:cNvPicPr>
            <a:picLocks xmlns:a="http://schemas.openxmlformats.org/drawingml/2006/main" noChangeAspect="1"/>
          </p:cNvPicPr>
          <p:nvPr/>
        </p:nvPicPr>
        <p:blipFill rotWithShape="1">
          <a:blip xmlns:r="http://schemas.openxmlformats.org/officeDocument/2006/relationships" xmlns:a="http://schemas.openxmlformats.org/drawingml/2006/main" r:embed="Rf81a183df9df419c">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265" name="Google Shape;228;p19"/>
          <p:cNvPicPr>
            <a:picLocks xmlns:a="http://schemas.openxmlformats.org/drawingml/2006/main" noChangeAspect="1"/>
          </p:cNvPicPr>
          <p:nvPr/>
        </p:nvPicPr>
        <p:blipFill rotWithShape="1">
          <a:blip xmlns:r="http://schemas.openxmlformats.org/officeDocument/2006/relationships" xmlns:a="http://schemas.openxmlformats.org/drawingml/2006/main" r:embed="Rf81a183df9df419c">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229" name="Google Shape;229;p19">
            <a:extLst xmlns:a="http://schemas.openxmlformats.org/drawingml/2006/main">
              <a:ext uri="{FF2B5EF4-FFF2-40B4-BE49-F238E27FC236}">
                <a16:creationId xmlns:a16="http://schemas.microsoft.com/office/drawing/2014/main" id="{CF82DDB7-7EDC-4106-85E1-7638516E197F}"/>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626840929"/>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Troubleshooting: setup and capture</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Command not found? Reopen the host terminal after installing Multipass.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BPF permission error? Use sudo inside Ubuntu.</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Missing BTF? Use the stock Ubuntu 24.04 kernel.</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Ubuntu VM</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Missing kernel tools / bpftool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apt-get update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apt-get install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linux-generic linux-tools-generic</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reboot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Re-enter the VM after reboot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cd ~/falco-libs-workshop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bash scripts/setup.sh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aa22e9ac96a74244">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aa22e9ac96a74244">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aa22e9ac96a74244">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aa22e9ac96a74244">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Troubleshooting: event output</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No demo events? Wait for Ready and use the same VM in both terminals.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Remove custom filters and rerun the demo.</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Invalid field/filter? Check spelling against the pinned libs.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what the output means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fd.name is null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 may have no valid FD context.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Inspect evt.args and evt.rawres.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captured &gt; emitted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State events and filters explain it.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dropped &gt; 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Retry on an idle VM.</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Broad capture or slow output can lose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events.</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a7a2d2d610fa48a1">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a7a2d2d610fa48a1">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a7a2d2d610fa48a1">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a7a2d2d610fa48a1">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After the workshop: stop or remove the VM</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Stop the VM to keep your work.</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Before deleting it, copy out any source changes you want to keep.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Delete only when finished. That permanently removes the VM and its files.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host terminal</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Keep the VM</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multipass stop falco-lab</a:t>
            </a:r>
          </a:p>
          <a:p xmlns:a="http://schemas.openxmlformats.org/drawingml/2006/main">
            <a:pPr marL="0" indent="0">
              <a:spcBef>
                <a:spcPts val="0"/>
              </a:spcBef>
              <a:spcAft>
                <a:spcPts val="0"/>
              </a:spcAft>
              <a:buNone/>
            </a:pPr>
            <a:r>
              <a:rPr sz="1275"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Save source: shown in Mac Terminal</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multipass transfer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falco-lab:falco-libs-workshop/src/main.cpp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main-workshop.cpp</a:t>
            </a:r>
          </a:p>
          <a:p xmlns:a="http://schemas.openxmlformats.org/drawingml/2006/main">
            <a:pPr marL="0" indent="0">
              <a:spcBef>
                <a:spcPts val="0"/>
              </a:spcBef>
              <a:spcAft>
                <a:spcPts val="0"/>
              </a:spcAft>
              <a:buNone/>
            </a:pPr>
            <a:r>
              <a:rPr sz="1275"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Permanently delete the lab VM</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multipass delete --purge falco-lab</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70d8912e0f2d49c1">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70d8912e0f2d49c1">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70d8912e0f2d49c1">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70d8912e0f2d49c1">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2026-10-01T21:41:10.4560000Z</dcterms:created>
  <dcterms:modified xsi:type="dcterms:W3CDTF">2026-10-01T21:41:10.4560000Z</dcterms:modified>
</coreProperties>
</file>