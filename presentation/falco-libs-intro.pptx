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Masters/slideMaster2.xml" ContentType="application/vnd.openxmlformats-officedocument.presentationml.slideMaster+xml"/>
  <Override PartName="/ppt/slideMasters/theme/theme3.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notesMasters/notesMaster1.xml" ContentType="application/vnd.openxmlformats-officedocument.presentationml.notesMaster+xml"/>
  <Override PartName="/ppt/notesMasters/theme/theme4.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15e292c6966400b" /><Relationship Type="http://schemas.openxmlformats.org/officeDocument/2006/relationships/extended-properties" Target="/docProps/app.xml" Id="Rb2129a8a9a9a43ed" /><Relationship Type="http://schemas.openxmlformats.org/officeDocument/2006/relationships/officeDocument" Target="/ppt/presentation.xml" Id="R5a3fa70b1fca4764"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1a74041c82b04bff"/>
    <p:sldMasterId xmlns:r="http://schemas.openxmlformats.org/officeDocument/2006/relationships" id="2147483661" r:id="Rfd454f2858564707"/>
  </p:sldMasterIdLst>
  <p:notesMasterIdLst>
    <p:notesMasterId xmlns:r="http://schemas.openxmlformats.org/officeDocument/2006/relationships" r:id="R77138ea446ff4fc6"/>
  </p:notesMasterIdLst>
  <p:sldIdLst>
    <p:sldId xmlns:r="http://schemas.openxmlformats.org/officeDocument/2006/relationships" id="256" r:id="R123442ac5ed14fd4"/>
    <p:sldId xmlns:r="http://schemas.openxmlformats.org/officeDocument/2006/relationships" id="257" r:id="R3abdf1d23abf4110"/>
    <p:sldId xmlns:r="http://schemas.openxmlformats.org/officeDocument/2006/relationships" id="258" r:id="R54a9786f950048d7"/>
    <p:sldId xmlns:r="http://schemas.openxmlformats.org/officeDocument/2006/relationships" id="259" r:id="R65330656e42f4a7c"/>
    <p:sldId xmlns:r="http://schemas.openxmlformats.org/officeDocument/2006/relationships" id="260" r:id="R789069fe78084e15"/>
    <p:sldId xmlns:r="http://schemas.openxmlformats.org/officeDocument/2006/relationships" id="261" r:id="R8d1c9e67263c43fc"/>
    <p:sldId xmlns:r="http://schemas.openxmlformats.org/officeDocument/2006/relationships" id="262" r:id="R2347659f600f4d69"/>
    <p:sldId xmlns:r="http://schemas.openxmlformats.org/officeDocument/2006/relationships" id="263" r:id="Raf8b46cb40a646e2"/>
    <p:sldId xmlns:r="http://schemas.openxmlformats.org/officeDocument/2006/relationships" id="264" r:id="R9df0a48163bc4cb1"/>
    <p:sldId xmlns:r="http://schemas.openxmlformats.org/officeDocument/2006/relationships" id="265" r:id="R42804f201269452a"/>
    <p:sldId xmlns:r="http://schemas.openxmlformats.org/officeDocument/2006/relationships" id="266" r:id="Rfb17d82f59174cd1"/>
    <p:sldId xmlns:r="http://schemas.openxmlformats.org/officeDocument/2006/relationships" id="267" r:id="R58f97af4d7674a81"/>
    <p:sldId xmlns:r="http://schemas.openxmlformats.org/officeDocument/2006/relationships" id="268" r:id="R5d15564073af4544"/>
    <p:sldId xmlns:r="http://schemas.openxmlformats.org/officeDocument/2006/relationships" id="269" r:id="Rfed72b8f603c4224"/>
  </p:sldIdLst>
  <p:sldSz cx="9144000" cy="5143500"/>
  <p:notesSz cx="6858000" cy="9144000"/>
  <p:embeddedFontLst>
    <p:embeddedFont>
      <p:font typeface="Roboto Mono Medium"/>
      <p:regular xmlns:r="http://schemas.openxmlformats.org/officeDocument/2006/relationships" r:id="R159fd1757c964a9d"/>
      <p:bold xmlns:r="http://schemas.openxmlformats.org/officeDocument/2006/relationships" r:id="R3333c45f01094e72"/>
      <p:italic xmlns:r="http://schemas.openxmlformats.org/officeDocument/2006/relationships" r:id="Rbc5cc931275c46ae"/>
      <p:boldItalic xmlns:r="http://schemas.openxmlformats.org/officeDocument/2006/relationships" r:id="R25018da0979e41f6"/>
    </p:embeddedFont>
    <p:embeddedFont>
      <p:font typeface="Inter SemiBold"/>
      <p:regular xmlns:r="http://schemas.openxmlformats.org/officeDocument/2006/relationships" r:id="R36fc131abdb9407e"/>
      <p:bold xmlns:r="http://schemas.openxmlformats.org/officeDocument/2006/relationships" r:id="R50c03a2e79c44929"/>
      <p:italic xmlns:r="http://schemas.openxmlformats.org/officeDocument/2006/relationships" r:id="R7885fcf086f048f3"/>
      <p:boldItalic xmlns:r="http://schemas.openxmlformats.org/officeDocument/2006/relationships" r:id="R22ea339a9e994cc7"/>
    </p:embeddedFont>
    <p:embeddedFont>
      <p:font typeface="Montserrat Black"/>
      <p:bold xmlns:r="http://schemas.openxmlformats.org/officeDocument/2006/relationships" r:id="R6e745717fbcf48c0"/>
      <p:boldItalic xmlns:r="http://schemas.openxmlformats.org/officeDocument/2006/relationships" r:id="Re371eb8183ef40a7"/>
    </p:embeddedFont>
    <p:embeddedFont>
      <p:font typeface="Montserrat"/>
      <p:bold xmlns:r="http://schemas.openxmlformats.org/officeDocument/2006/relationships" r:id="R99abc8a758b84c7a"/>
      <p:boldItalic xmlns:r="http://schemas.openxmlformats.org/officeDocument/2006/relationships" r:id="R58c3adf13597472c"/>
    </p:embeddedFont>
    <p:embeddedFont>
      <p:font typeface="Inter"/>
      <p:regular xmlns:r="http://schemas.openxmlformats.org/officeDocument/2006/relationships" r:id="R2e2fe00560b34acd"/>
      <p:bold xmlns:r="http://schemas.openxmlformats.org/officeDocument/2006/relationships" r:id="R539f7204d7d34c44"/>
      <p:italic xmlns:r="http://schemas.openxmlformats.org/officeDocument/2006/relationships" r:id="R3135c6421d9e478e"/>
      <p:boldItalic xmlns:r="http://schemas.openxmlformats.org/officeDocument/2006/relationships" r:id="R576b1dc01d354147"/>
    </p:embeddedFont>
    <p:embeddedFont>
      <p:font typeface="Montserrat ExtraBold"/>
      <p:bold xmlns:r="http://schemas.openxmlformats.org/officeDocument/2006/relationships" r:id="Re2039992fe8741c5"/>
      <p:boldItalic xmlns:r="http://schemas.openxmlformats.org/officeDocument/2006/relationships" r:id="R54a462cb1ee740c9"/>
    </p:embeddedFont>
    <p:embeddedFont>
      <p:font typeface="Roboto Mono"/>
      <p:bold xmlns:r="http://schemas.openxmlformats.org/officeDocument/2006/relationships" r:id="R23432d4e7a3147bb"/>
      <p:boldItalic xmlns:r="http://schemas.openxmlformats.org/officeDocument/2006/relationships" r:id="Rea46297634914cd0"/>
    </p:embeddedFont>
    <p:embeddedFont>
      <p:font typeface="Inter Medium"/>
      <p:regular xmlns:r="http://schemas.openxmlformats.org/officeDocument/2006/relationships" r:id="Rb507909efdea4083"/>
      <p:bold xmlns:r="http://schemas.openxmlformats.org/officeDocument/2006/relationships" r:id="R0de15c14218e40c5"/>
      <p:italic xmlns:r="http://schemas.openxmlformats.org/officeDocument/2006/relationships" r:id="R0bd916fd9df24da5"/>
      <p:boldItalic xmlns:r="http://schemas.openxmlformats.org/officeDocument/2006/relationships" r:id="R80a65d413215445b"/>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viewPr>
</file>

<file path=ppt/_rels/presentation.xml.rels>&#65279;<?xml version="1.0" encoding="utf-8"?><Relationships xmlns="http://schemas.openxmlformats.org/package/2006/relationships"><Relationship Type="http://schemas.openxmlformats.org/officeDocument/2006/relationships/theme" Target="/ppt/theme/theme1.xml" Id="R31834f8c8488447d" /><Relationship Type="http://schemas.openxmlformats.org/officeDocument/2006/relationships/slideMaster" Target="/ppt/slideMasters/slideMaster1.xml" Id="R1a74041c82b04bff" /><Relationship Type="http://schemas.openxmlformats.org/officeDocument/2006/relationships/slideMaster" Target="/ppt/slideMasters/slideMaster2.xml" Id="Rfd454f2858564707" /><Relationship Type="http://schemas.openxmlformats.org/officeDocument/2006/relationships/notesMaster" Target="/ppt/notesMasters/notesMaster1.xml" Id="R77138ea446ff4fc6" /><Relationship Type="http://schemas.openxmlformats.org/officeDocument/2006/relationships/presProps" Target="/ppt/presProps.xml" Id="R1a20ca962e504f5b" /><Relationship Type="http://schemas.openxmlformats.org/officeDocument/2006/relationships/viewProps" Target="/ppt/viewProps.xml" Id="R434d3c3d8b46419a" /><Relationship Type="http://schemas.openxmlformats.org/officeDocument/2006/relationships/tableStyles" Target="/ppt/tableStyles.xml" Id="Rbf5c9f42507f4d99" /><Relationship Type="http://schemas.openxmlformats.org/officeDocument/2006/relationships/font" Target="/ppt/fonts/font.dat" Id="R159fd1757c964a9d" /><Relationship Type="http://schemas.openxmlformats.org/officeDocument/2006/relationships/font" Target="/ppt/fonts/font2.dat" Id="R3333c45f01094e72" /><Relationship Type="http://schemas.openxmlformats.org/officeDocument/2006/relationships/font" Target="/ppt/fonts/font3.dat" Id="Rbc5cc931275c46ae" /><Relationship Type="http://schemas.openxmlformats.org/officeDocument/2006/relationships/font" Target="/ppt/fonts/font4.dat" Id="R25018da0979e41f6" /><Relationship Type="http://schemas.openxmlformats.org/officeDocument/2006/relationships/font" Target="/ppt/fonts/font5.dat" Id="R36fc131abdb9407e" /><Relationship Type="http://schemas.openxmlformats.org/officeDocument/2006/relationships/font" Target="/ppt/fonts/font6.dat" Id="R50c03a2e79c44929" /><Relationship Type="http://schemas.openxmlformats.org/officeDocument/2006/relationships/font" Target="/ppt/fonts/font7.dat" Id="R7885fcf086f048f3" /><Relationship Type="http://schemas.openxmlformats.org/officeDocument/2006/relationships/font" Target="/ppt/fonts/font8.dat" Id="R22ea339a9e994cc7" /><Relationship Type="http://schemas.openxmlformats.org/officeDocument/2006/relationships/font" Target="/ppt/fonts/font9.dat" Id="R6e745717fbcf48c0" /><Relationship Type="http://schemas.openxmlformats.org/officeDocument/2006/relationships/font" Target="/ppt/fonts/font10.dat" Id="Re371eb8183ef40a7" /><Relationship Type="http://schemas.openxmlformats.org/officeDocument/2006/relationships/font" Target="/ppt/fonts/font11.dat" Id="R99abc8a758b84c7a" /><Relationship Type="http://schemas.openxmlformats.org/officeDocument/2006/relationships/font" Target="/ppt/fonts/font12.dat" Id="R58c3adf13597472c" /><Relationship Type="http://schemas.openxmlformats.org/officeDocument/2006/relationships/font" Target="/ppt/fonts/font13.dat" Id="R2e2fe00560b34acd" /><Relationship Type="http://schemas.openxmlformats.org/officeDocument/2006/relationships/font" Target="/ppt/fonts/font14.dat" Id="R539f7204d7d34c44" /><Relationship Type="http://schemas.openxmlformats.org/officeDocument/2006/relationships/font" Target="/ppt/fonts/font15.dat" Id="R3135c6421d9e478e" /><Relationship Type="http://schemas.openxmlformats.org/officeDocument/2006/relationships/font" Target="/ppt/fonts/font16.dat" Id="R576b1dc01d354147" /><Relationship Type="http://schemas.openxmlformats.org/officeDocument/2006/relationships/font" Target="/ppt/fonts/font17.dat" Id="Re2039992fe8741c5" /><Relationship Type="http://schemas.openxmlformats.org/officeDocument/2006/relationships/font" Target="/ppt/fonts/font18.dat" Id="R54a462cb1ee740c9" /><Relationship Type="http://schemas.openxmlformats.org/officeDocument/2006/relationships/font" Target="/ppt/fonts/font19.dat" Id="R23432d4e7a3147bb" /><Relationship Type="http://schemas.openxmlformats.org/officeDocument/2006/relationships/font" Target="/ppt/fonts/font20.dat" Id="Rea46297634914cd0" /><Relationship Type="http://schemas.openxmlformats.org/officeDocument/2006/relationships/font" Target="/ppt/fonts/font21.dat" Id="Rb507909efdea4083" /><Relationship Type="http://schemas.openxmlformats.org/officeDocument/2006/relationships/font" Target="/ppt/fonts/font22.dat" Id="R0de15c14218e40c5" /><Relationship Type="http://schemas.openxmlformats.org/officeDocument/2006/relationships/font" Target="/ppt/fonts/font23.dat" Id="R0bd916fd9df24da5" /><Relationship Type="http://schemas.openxmlformats.org/officeDocument/2006/relationships/font" Target="/ppt/fonts/font24.dat" Id="R80a65d413215445b" /><Relationship Type="http://schemas.openxmlformats.org/officeDocument/2006/relationships/slide" Target="/ppt/slides/slide1.xml" Id="R123442ac5ed14fd4" /><Relationship Type="http://schemas.openxmlformats.org/officeDocument/2006/relationships/slide" Target="/ppt/slides/slide2.xml" Id="R3abdf1d23abf4110" /><Relationship Type="http://schemas.openxmlformats.org/officeDocument/2006/relationships/slide" Target="/ppt/slides/slide3.xml" Id="R54a9786f950048d7" /><Relationship Type="http://schemas.openxmlformats.org/officeDocument/2006/relationships/slide" Target="/ppt/slides/slide4.xml" Id="R65330656e42f4a7c" /><Relationship Type="http://schemas.openxmlformats.org/officeDocument/2006/relationships/slide" Target="/ppt/slides/slide5.xml" Id="R789069fe78084e15" /><Relationship Type="http://schemas.openxmlformats.org/officeDocument/2006/relationships/slide" Target="/ppt/slides/slide6.xml" Id="R8d1c9e67263c43fc" /><Relationship Type="http://schemas.openxmlformats.org/officeDocument/2006/relationships/slide" Target="/ppt/slides/slide7.xml" Id="R2347659f600f4d69" /><Relationship Type="http://schemas.openxmlformats.org/officeDocument/2006/relationships/slide" Target="/ppt/slides/slide8.xml" Id="Raf8b46cb40a646e2" /><Relationship Type="http://schemas.openxmlformats.org/officeDocument/2006/relationships/slide" Target="/ppt/slides/slide9.xml" Id="R9df0a48163bc4cb1" /><Relationship Type="http://schemas.openxmlformats.org/officeDocument/2006/relationships/slide" Target="/ppt/slides/slide10.xml" Id="R42804f201269452a" /><Relationship Type="http://schemas.openxmlformats.org/officeDocument/2006/relationships/slide" Target="/ppt/slides/slide11.xml" Id="Rfb17d82f59174cd1" /><Relationship Type="http://schemas.openxmlformats.org/officeDocument/2006/relationships/slide" Target="/ppt/slides/slide12.xml" Id="R58f97af4d7674a81" /><Relationship Type="http://schemas.openxmlformats.org/officeDocument/2006/relationships/slide" Target="/ppt/slides/slide13.xml" Id="R5d15564073af4544" /><Relationship Type="http://schemas.openxmlformats.org/officeDocument/2006/relationships/slide" Target="/ppt/slides/slide14.xml" Id="Rfed72b8f603c422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4.xml" Id="Re481a30e4dff4a7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4.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c87aadae4324265" /><Relationship Type="http://schemas.openxmlformats.org/officeDocument/2006/relationships/notesMaster" Target="/ppt/notesMasters/notesMaster1.xml" Id="Rf5af1a696c2d4c7e" /></Relationships>
</file>

<file path=ppt/notesSlides/_rels/notesSlide2.xml.rels>&#65279;<?xml version="1.0" encoding="utf-8"?><Relationships xmlns="http://schemas.openxmlformats.org/package/2006/relationships"><Relationship Type="http://schemas.openxmlformats.org/officeDocument/2006/relationships/slide" Target="/ppt/slides/slide2.xml" Id="Rbd02a3e970f943d1" /><Relationship Type="http://schemas.openxmlformats.org/officeDocument/2006/relationships/notesMaster" Target="/ppt/notesMasters/notesMaster1.xml" Id="Rca31cd99e6f44351" /></Relationships>
</file>

<file path=ppt/notesSlides/_rels/notesSlide3.xml.rels>&#65279;<?xml version="1.0" encoding="utf-8"?><Relationships xmlns="http://schemas.openxmlformats.org/package/2006/relationships"><Relationship Type="http://schemas.openxmlformats.org/officeDocument/2006/relationships/slide" Target="/ppt/slides/slide3.xml" Id="R8b27e3bbcb5d47ee" /><Relationship Type="http://schemas.openxmlformats.org/officeDocument/2006/relationships/notesMaster" Target="/ppt/notesMasters/notesMaster1.xml" Id="R1e8a23e968994a77" /></Relationships>
</file>

<file path=ppt/notesSlides/_rels/notesSlide4.xml.rels>&#65279;<?xml version="1.0" encoding="utf-8"?><Relationships xmlns="http://schemas.openxmlformats.org/package/2006/relationships"><Relationship Type="http://schemas.openxmlformats.org/officeDocument/2006/relationships/slide" Target="/ppt/slides/slide4.xml" Id="R4a66f23f6479451f" /><Relationship Type="http://schemas.openxmlformats.org/officeDocument/2006/relationships/notesMaster" Target="/ppt/notesMasters/notesMaster1.xml" Id="Ra5f627e5bd17499e" /></Relationships>
</file>

<file path=ppt/notesSlides/_rels/notesSlide5.xml.rels>&#65279;<?xml version="1.0" encoding="utf-8"?><Relationships xmlns="http://schemas.openxmlformats.org/package/2006/relationships"><Relationship Type="http://schemas.openxmlformats.org/officeDocument/2006/relationships/slide" Target="/ppt/slides/slide5.xml" Id="R816b8fcac8044ad1" /><Relationship Type="http://schemas.openxmlformats.org/officeDocument/2006/relationships/notesMaster" Target="/ppt/notesMasters/notesMaster1.xml" Id="R8daf5f4504ed47e5" /></Relationships>
</file>

<file path=ppt/notesSlides/_rels/notesSlide6.xml.rels>&#65279;<?xml version="1.0" encoding="utf-8"?><Relationships xmlns="http://schemas.openxmlformats.org/package/2006/relationships"><Relationship Type="http://schemas.openxmlformats.org/officeDocument/2006/relationships/slide" Target="/ppt/slides/slide6.xml" Id="R6c2b83ef744b481d" /><Relationship Type="http://schemas.openxmlformats.org/officeDocument/2006/relationships/notesMaster" Target="/ppt/notesMasters/notesMaster1.xml" Id="R0f0904520c4f411d" /></Relationships>
</file>

<file path=ppt/notesSlides/_rels/notesSlide7.xml.rels>&#65279;<?xml version="1.0" encoding="utf-8"?><Relationships xmlns="http://schemas.openxmlformats.org/package/2006/relationships"><Relationship Type="http://schemas.openxmlformats.org/officeDocument/2006/relationships/slide" Target="/ppt/slides/slide7.xml" Id="R03512a72ed764c97" /><Relationship Type="http://schemas.openxmlformats.org/officeDocument/2006/relationships/notesMaster" Target="/ppt/notesMasters/notesMaster1.xml" Id="R31d3eff9d21a4764" /></Relationships>
</file>

<file path=ppt/notesSlides/_rels/notesSlide8.xml.rels>&#65279;<?xml version="1.0" encoding="utf-8"?><Relationships xmlns="http://schemas.openxmlformats.org/package/2006/relationships"><Relationship Type="http://schemas.openxmlformats.org/officeDocument/2006/relationships/slide" Target="/ppt/slides/slide8.xml" Id="Rdb0f8e97f53644d7" /><Relationship Type="http://schemas.openxmlformats.org/officeDocument/2006/relationships/notesMaster" Target="/ppt/notesMasters/notesMaster1.xml" Id="Rcec6fda6311d441e" /></Relationships>
</file>

<file path=ppt/notesSlides/_rels/notesSlide9.xml.rels>&#65279;<?xml version="1.0" encoding="utf-8"?><Relationships xmlns="http://schemas.openxmlformats.org/package/2006/relationships"><Relationship Type="http://schemas.openxmlformats.org/officeDocument/2006/relationships/slide" Target="/ppt/slides/slide9.xml" Id="R953c08635b2a45de" /><Relationship Type="http://schemas.openxmlformats.org/officeDocument/2006/relationships/notesMaster" Target="/ppt/notesMasters/notesMaster1.xml" Id="Rd3000f22b33c44c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2d67e97d1a44332" /><Relationship Type="http://schemas.openxmlformats.org/officeDocument/2006/relationships/notesMaster" Target="/ppt/notesMasters/notesMaster1.xml" Id="R7bdef56f7a57475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bb42c5987464756" /><Relationship Type="http://schemas.openxmlformats.org/officeDocument/2006/relationships/notesMaster" Target="/ppt/notesMasters/notesMaster1.xml" Id="Rbc51415ac3a0414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88b1a6f87d6421b" /><Relationship Type="http://schemas.openxmlformats.org/officeDocument/2006/relationships/notesMaster" Target="/ppt/notesMasters/notesMaster1.xml" Id="Rda48b7b0dd85491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2474225a89f45b1" /><Relationship Type="http://schemas.openxmlformats.org/officeDocument/2006/relationships/notesMaster" Target="/ppt/notesMasters/notesMaster1.xml" Id="Rc2b542d37dce44f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4d807f128d84ba3" /><Relationship Type="http://schemas.openxmlformats.org/officeDocument/2006/relationships/notesMaster" Target="/ppt/notesMasters/notesMaster1.xml" Id="R0f3f8a1ca93146d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Build a barebones libscap/libsinsp collector in small steps. Following along is optional. Set up Ubuntu first, then demonstrate attachment, event reading, filtering, and process context. Workshop code: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Following along is optional. Demonstrate each stage from the VM. The final collector prints minimal process execution records. There are no detection rules, JSON formatting, or production deployment exercises.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Optional Mac setup. Run only your platform’s setup script. It offers to install Multipass, creates Ubuntu 24.04, installs dependencies, and builds the Falco libraries. It creates no collector source files. Step 1 creates them. Approve the installer administrator prompt. After setup, keep terminal A on the host to run the platform step scripts. Open terminal B inside Ubuntu. Complete the first build before the workshop if possible. Sources: https://github.com/canonical/multipass/releases/tag/v1.16.4 and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Optional Windows setup. Run only your platform’s setup script. It offers to install Multipass, creates Ubuntu 24.04, installs dependencies, and builds the Falco libraries. It creates no collector source files. Step 1 creates them. Approve the installer administrator prompt. If Windows requests a restart, reboot and rerun the command. After setup, keep terminal A on the host to run the platform step scripts. Open terminal B inside Ubuntu. Complete the first build before the workshop if possible. Sources: https://github.com/canonical/multipass/releases/tag/v1.16.4 and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Terminal A stays on the host. Each platform step script creates the source files locally, copies them into the VM, builds them, and runs the collector there. Terminal B stays inside Ubuntu. All monitoring happens inside the VM.</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Run from the Mac repo folder in terminal A, one step at a time. Each script writes src/main.cpp and src/CMakeLists.txt locally, copies them to Ubuntu, and builds and runs the application. Step 1 attaches and stops immediately. Steps 2 through 4 capture for ten seconds. Comment blocks mark additions. Existing edits to these two files are overwritten locally and in the VM. Steps include all earlier changes and can be rerun or skipped. During steps 2 through 4, run /usr/bin/id in VM terminal B after Attached appears in A.</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Run from the Windows repo folder in terminal A, one step at a time. Each script writes src/main.cpp and src/CMakeLists.txt locally, copies them to Ubuntu, and builds and runs the application. Step 1 attaches and stops immediately. Steps 2 through 4 capture for ten seconds. Comment blocks mark additions. Existing edits to these two files are overwritten locally and in the VM. Steps include all earlier changes and can be rerun or skipped. During steps 2 through 4, run /usr/bin/id in VM terminal B after Attached appears in A.</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repository begins without collector source files. Step 1 creates the source directory and both files locally and copies them into Ubuntu. The full CMake file also sets C++17 and the output directory. The full main function handles exceptions and prints Attached to the Ubuntu kernel, then Capture stopped. No waiting for Enter or manual source editing is needed. The script runs the collector automatically.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step script installs this code automatically. The next slide shows the rest of the loop. The deadline expression is split for readability. next() uses an inspector-owned event pointer. Consume its contents before calling next() again.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continues the code installed by step 2. The count is events delivered successfully to this application, not a count of all syscalls on the machine. This first unfiltered run sees background activity. Run /usr/bin/id in terminal B if desired. SCAP_EOF is included for correct status handling; a live stream normally ends because the ten-second deadline expires.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&lt; direction is a syscall exit event, not process termination. Filtering chooses which events next() returns to the application. The default driver syscall set is unchanged, so libsinsp can still maintain its process and file state. Do not promise exactly one event; other processes may execute during the window.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 missing thread record is possible, so check for nullptr. Process names are short command names, not full executable paths or command lines. Use the event and thread data immediately; the inspector maintains their lifetime. Sources: https://github.com/falcosecurity/libs/blob/e72873882967cdd86b8753eca09ea3e9f91ccd4a/userspace/libsinsp/event.h and https://github.com/falcosecurity/libs/blob/e72873882967cdd86b8753eca09ea3e9f91ccd4a/userspace/libsinsp/threadinfo.h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output is illustrative, not a promise of one event. Step 4 includes all previous additions and works without running steps 1 and 2 first. It overwrites main.cpp, rebuilds, and starts capture. Process execution exit events can include failed calls; this workshop does not add success-only conditions or detection logic.</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Troubleshooting: run the collector with sudo inside Ubuntu. Setup prepares the libraries. The numbered scripts create and build the collector. Rerun the desired step if its binary is missing. If Multipass commands are missing immediately after installation, reopen the host terminal. Setup waits for the Ubuntu image catalog before launch. Windows setup has not been rehearsed here. Code and step scripts: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36802d03f8e487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34d7af5897b4e3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4e7f1b752d3473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34716e4cbc2401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248767722714e1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e77ca78b5174fb0"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01a84ff9d0234144"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d229ddc5718a4f91"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57cfca8ee93244e9"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a76e886b05134fb5"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bc0ea9aa8ad1446a"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9d8b442cbd3643e1"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2.xml" Id="R3a6ee00fef324b2f" /></Relationships>
</file>

<file path=ppt/slideLayouts/slideLayout1.xml><?xml version="1.0" encoding="utf-8"?>
<p:sldLayout xmlns:p="http://schemas.openxmlformats.org/presentationml/2006/main" matchingName="Generated (g3fae562e023_13_0)">
  <p:cSld name="Generated (g3fae562e023_13_0)">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
        <p:nvSpPr>
          <p:cNvPr id="11" name="Google Shape;11;p3">
            <a:extLst xmlns:a="http://schemas.openxmlformats.org/drawingml/2006/main">
              <a:ext uri="{FF2B5EF4-FFF2-40B4-BE49-F238E27FC236}">
                <a16:creationId xmlns:a16="http://schemas.microsoft.com/office/drawing/2014/main" id="{586C192D-233A-4CD9-96F0-F141F0B22DFA}"/>
              </a:ext>
            </a:extLst>
          </p:cNvPr>
          <p:cNvSpPr>
            <a:spLocks xmlns:a="http://schemas.openxmlformats.org/drawingml/2006/main" noGrp="1"/>
          </p:cNvSpPr>
          <p:nvPr>
            <p:ph type="ctrTitle" idx="0"/>
          </p:nvPr>
        </p:nvSpPr>
        <p:spPr>
          <a:xfrm xmlns:a="http://schemas.openxmlformats.org/drawingml/2006/main">
            <a:off x="311708" y="744575"/>
            <a:ext cx="8520600" cy="20526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5200"/>
              <a:buNone/>
              <a:defRPr sz="5200"/>
            </a:lvl1pPr>
            <a:lvl2pPr algn="ctr">
              <a:spcBef>
                <a:spcPts val="0"/>
              </a:spcBef>
              <a:spcAft>
                <a:spcPts val="0"/>
              </a:spcAft>
              <a:buSzPts val="5200"/>
              <a:buNone/>
              <a:defRPr sz="5200"/>
            </a:lvl2pPr>
            <a:lvl3pPr algn="ctr">
              <a:spcBef>
                <a:spcPts val="0"/>
              </a:spcBef>
              <a:spcAft>
                <a:spcPts val="0"/>
              </a:spcAft>
              <a:buSzPts val="5200"/>
              <a:buNone/>
              <a:defRPr sz="5200"/>
            </a:lvl3pPr>
            <a:lvl4pPr algn="ctr">
              <a:spcBef>
                <a:spcPts val="0"/>
              </a:spcBef>
              <a:spcAft>
                <a:spcPts val="0"/>
              </a:spcAft>
              <a:buSzPts val="5200"/>
              <a:buNone/>
              <a:defRPr sz="5200"/>
            </a:lvl4pPr>
            <a:lvl5pPr algn="ctr">
              <a:spcBef>
                <a:spcPts val="0"/>
              </a:spcBef>
              <a:spcAft>
                <a:spcPts val="0"/>
              </a:spcAft>
              <a:buSzPts val="5200"/>
              <a:buNone/>
              <a:defRPr sz="5200"/>
            </a:lvl5pPr>
            <a:lvl6pPr algn="ctr">
              <a:spcBef>
                <a:spcPts val="0"/>
              </a:spcBef>
              <a:spcAft>
                <a:spcPts val="0"/>
              </a:spcAft>
              <a:buSzPts val="5200"/>
              <a:buNone/>
              <a:defRPr sz="5200"/>
            </a:lvl6pPr>
            <a:lvl7pPr algn="ctr">
              <a:spcBef>
                <a:spcPts val="0"/>
              </a:spcBef>
              <a:spcAft>
                <a:spcPts val="0"/>
              </a:spcAft>
              <a:buSzPts val="5200"/>
              <a:buNone/>
              <a:defRPr sz="5200"/>
            </a:lvl7pPr>
            <a:lvl8pPr algn="ctr">
              <a:spcBef>
                <a:spcPts val="0"/>
              </a:spcBef>
              <a:spcAft>
                <a:spcPts val="0"/>
              </a:spcAft>
              <a:buSzPts val="5200"/>
              <a:buNone/>
              <a:defRPr sz="5200"/>
            </a:lvl8pPr>
            <a:lvl9pPr algn="ctr">
              <a:spcBef>
                <a:spcPts val="0"/>
              </a:spcBef>
              <a:spcAft>
                <a:spcPts val="0"/>
              </a:spcAft>
              <a:buSzPts val="5200"/>
              <a:buNone/>
              <a:defRPr sz="5200"/>
            </a:lvl9pPr>
          </a:lstStyle>
          <a:p xmlns:a="http://schemas.openxmlformats.org/drawingml/2006/main"/>
        </p:txBody>
      </p:sp>
      <p:sp>
        <p:nvSpPr>
          <p:cNvPr id="12" name="Google Shape;12;p3">
            <a:extLst xmlns:a="http://schemas.openxmlformats.org/drawingml/2006/main">
              <a:ext uri="{FF2B5EF4-FFF2-40B4-BE49-F238E27FC236}">
                <a16:creationId xmlns:a16="http://schemas.microsoft.com/office/drawing/2014/main" id="{BA657E44-9D04-4CDB-A546-ED37985F7A8A}"/>
              </a:ext>
            </a:extLst>
          </p:cNvPr>
          <p:cNvSpPr>
            <a:spLocks xmlns:a="http://schemas.openxmlformats.org/drawingml/2006/main" noGrp="1"/>
          </p:cNvSpPr>
          <p:nvPr>
            <p:ph type="subTitle" idx="1"/>
          </p:nvPr>
        </p:nvSpPr>
        <p:spPr>
          <a:xfrm xmlns:a="http://schemas.openxmlformats.org/drawingml/2006/main">
            <a:off x="311700" y="2834125"/>
            <a:ext cx="8520600" cy="7926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800"/>
              <a:buNone/>
              <a:defRPr sz="2800"/>
            </a:lvl1pPr>
            <a:lvl2pPr algn="ctr">
              <a:lnSpc>
                <a:spcPct val="100000"/>
              </a:lnSpc>
              <a:spcBef>
                <a:spcPts val="0"/>
              </a:spcBef>
              <a:spcAft>
                <a:spcPts val="0"/>
              </a:spcAft>
              <a:buSzPts val="2800"/>
              <a:buNone/>
              <a:defRPr sz="2800"/>
            </a:lvl2pPr>
            <a:lvl3pPr algn="ctr">
              <a:lnSpc>
                <a:spcPct val="100000"/>
              </a:lnSpc>
              <a:spcBef>
                <a:spcPts val="0"/>
              </a:spcBef>
              <a:spcAft>
                <a:spcPts val="0"/>
              </a:spcAft>
              <a:buSzPts val="2800"/>
              <a:buNone/>
              <a:defRPr sz="2800"/>
            </a:lvl3pPr>
            <a:lvl4pPr algn="ctr">
              <a:lnSpc>
                <a:spcPct val="100000"/>
              </a:lnSpc>
              <a:spcBef>
                <a:spcPts val="0"/>
              </a:spcBef>
              <a:spcAft>
                <a:spcPts val="0"/>
              </a:spcAft>
              <a:buSzPts val="2800"/>
              <a:buNone/>
              <a:defRPr sz="2800"/>
            </a:lvl4pPr>
            <a:lvl5pPr algn="ctr">
              <a:lnSpc>
                <a:spcPct val="100000"/>
              </a:lnSpc>
              <a:spcBef>
                <a:spcPts val="0"/>
              </a:spcBef>
              <a:spcAft>
                <a:spcPts val="0"/>
              </a:spcAft>
              <a:buSzPts val="2800"/>
              <a:buNone/>
              <a:defRPr sz="2800"/>
            </a:lvl5pPr>
            <a:lvl6pPr algn="ctr">
              <a:lnSpc>
                <a:spcPct val="100000"/>
              </a:lnSpc>
              <a:spcBef>
                <a:spcPts val="0"/>
              </a:spcBef>
              <a:spcAft>
                <a:spcPts val="0"/>
              </a:spcAft>
              <a:buSzPts val="2800"/>
              <a:buNone/>
              <a:defRPr sz="2800"/>
            </a:lvl6pPr>
            <a:lvl7pPr algn="ctr">
              <a:lnSpc>
                <a:spcPct val="100000"/>
              </a:lnSpc>
              <a:spcBef>
                <a:spcPts val="0"/>
              </a:spcBef>
              <a:spcAft>
                <a:spcPts val="0"/>
              </a:spcAft>
              <a:buSzPts val="2800"/>
              <a:buNone/>
              <a:defRPr sz="2800"/>
            </a:lvl7pPr>
            <a:lvl8pPr algn="ctr">
              <a:lnSpc>
                <a:spcPct val="100000"/>
              </a:lnSpc>
              <a:spcBef>
                <a:spcPts val="0"/>
              </a:spcBef>
              <a:spcAft>
                <a:spcPts val="0"/>
              </a:spcAft>
              <a:buSzPts val="2800"/>
              <a:buNone/>
              <a:defRPr sz="2800"/>
            </a:lvl8pPr>
            <a:lvl9pPr algn="ctr">
              <a:lnSpc>
                <a:spcPct val="100000"/>
              </a:lnSpc>
              <a:spcBef>
                <a:spcPts val="0"/>
              </a:spcBef>
              <a:spcAft>
                <a:spcPts val="0"/>
              </a:spcAft>
              <a:buSzPts val="2800"/>
              <a:buNone/>
              <a:defRPr sz="2800"/>
            </a:lvl9pPr>
          </a:lstStyle>
          <a:p xmlns:a="http://schemas.openxmlformats.org/drawingml/2006/main"/>
        </p:txBody>
      </p:sp>
      <p:sp>
        <p:nvSpPr>
          <p:cNvPr id="13" name="Google Shape;13;p3">
            <a:extLst xmlns:a="http://schemas.openxmlformats.org/drawingml/2006/main">
              <a:ext uri="{FF2B5EF4-FFF2-40B4-BE49-F238E27FC236}">
                <a16:creationId xmlns:a16="http://schemas.microsoft.com/office/drawing/2014/main" id="{67409D4B-B57F-44A3-8C73-F5B087FC6BF8}"/>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Section header" type="secHead">
  <p:cSld name="SECTION_HEADER">
    <p:spTree>
      <p:nvGrpSpPr>
        <p:cNvPr id="1" name=""/>
        <p:cNvGrpSpPr/>
        <p:nvPr/>
      </p:nvGrpSpPr>
      <p:grpSpPr>
        <a:xfrm xmlns:a="http://schemas.openxmlformats.org/drawingml/2006/main"/>
      </p:grpSpPr>
      <p:sp>
        <p:nvSpPr>
          <p:cNvPr id="15" name="Google Shape;15;p4">
            <a:extLst xmlns:a="http://schemas.openxmlformats.org/drawingml/2006/main">
              <a:ext uri="{FF2B5EF4-FFF2-40B4-BE49-F238E27FC236}">
                <a16:creationId xmlns:a16="http://schemas.microsoft.com/office/drawing/2014/main" id="{504D0A4C-DA58-4567-B743-2A8496906CE0}"/>
              </a:ext>
            </a:extLst>
          </p:cNvPr>
          <p:cNvSpPr>
            <a:spLocks xmlns:a="http://schemas.openxmlformats.org/drawingml/2006/main" noGrp="1"/>
          </p:cNvSpPr>
          <p:nvPr>
            <p:ph type="title" idx="0"/>
          </p:nvPr>
        </p:nvSpPr>
        <p:spPr>
          <a:xfrm xmlns:a="http://schemas.openxmlformats.org/drawingml/2006/main">
            <a:off x="311700" y="2150850"/>
            <a:ext cx="8520600" cy="841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lgn="ctr">
              <a:spcBef>
                <a:spcPts val="0"/>
              </a:spcBef>
              <a:spcAft>
                <a:spcPts val="0"/>
              </a:spcAft>
              <a:buSzPts val="3600"/>
              <a:buNone/>
              <a:defRPr sz="3600"/>
            </a:lvl1pPr>
            <a:lvl2pPr algn="ctr">
              <a:spcBef>
                <a:spcPts val="0"/>
              </a:spcBef>
              <a:spcAft>
                <a:spcPts val="0"/>
              </a:spcAft>
              <a:buSzPts val="3600"/>
              <a:buNone/>
              <a:defRPr sz="3600"/>
            </a:lvl2pPr>
            <a:lvl3pPr algn="ctr">
              <a:spcBef>
                <a:spcPts val="0"/>
              </a:spcBef>
              <a:spcAft>
                <a:spcPts val="0"/>
              </a:spcAft>
              <a:buSzPts val="3600"/>
              <a:buNone/>
              <a:defRPr sz="3600"/>
            </a:lvl3pPr>
            <a:lvl4pPr algn="ctr">
              <a:spcBef>
                <a:spcPts val="0"/>
              </a:spcBef>
              <a:spcAft>
                <a:spcPts val="0"/>
              </a:spcAft>
              <a:buSzPts val="3600"/>
              <a:buNone/>
              <a:defRPr sz="3600"/>
            </a:lvl4pPr>
            <a:lvl5pPr algn="ctr">
              <a:spcBef>
                <a:spcPts val="0"/>
              </a:spcBef>
              <a:spcAft>
                <a:spcPts val="0"/>
              </a:spcAft>
              <a:buSzPts val="3600"/>
              <a:buNone/>
              <a:defRPr sz="3600"/>
            </a:lvl5pPr>
            <a:lvl6pPr algn="ctr">
              <a:spcBef>
                <a:spcPts val="0"/>
              </a:spcBef>
              <a:spcAft>
                <a:spcPts val="0"/>
              </a:spcAft>
              <a:buSzPts val="3600"/>
              <a:buNone/>
              <a:defRPr sz="3600"/>
            </a:lvl6pPr>
            <a:lvl7pPr algn="ctr">
              <a:spcBef>
                <a:spcPts val="0"/>
              </a:spcBef>
              <a:spcAft>
                <a:spcPts val="0"/>
              </a:spcAft>
              <a:buSzPts val="3600"/>
              <a:buNone/>
              <a:defRPr sz="3600"/>
            </a:lvl7pPr>
            <a:lvl8pPr algn="ctr">
              <a:spcBef>
                <a:spcPts val="0"/>
              </a:spcBef>
              <a:spcAft>
                <a:spcPts val="0"/>
              </a:spcAft>
              <a:buSzPts val="3600"/>
              <a:buNone/>
              <a:defRPr sz="3600"/>
            </a:lvl8pPr>
            <a:lvl9pPr algn="ctr">
              <a:spcBef>
                <a:spcPts val="0"/>
              </a:spcBef>
              <a:spcAft>
                <a:spcPts val="0"/>
              </a:spcAft>
              <a:buSzPts val="3600"/>
              <a:buNone/>
              <a:defRPr sz="3600"/>
            </a:lvl9pPr>
          </a:lstStyle>
          <a:p xmlns:a="http://schemas.openxmlformats.org/drawingml/2006/main"/>
        </p:txBody>
      </p:sp>
      <p:sp>
        <p:nvSpPr>
          <p:cNvPr id="16" name="Google Shape;16;p4">
            <a:extLst xmlns:a="http://schemas.openxmlformats.org/drawingml/2006/main">
              <a:ext uri="{FF2B5EF4-FFF2-40B4-BE49-F238E27FC236}">
                <a16:creationId xmlns:a16="http://schemas.microsoft.com/office/drawing/2014/main" id="{6604BEDB-EF29-49B8-ABD6-694A65F0660C}"/>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Title and body">
  <p:cSld name="TITLE_AND_BODY">
    <p:spTree>
      <p:nvGrpSpPr>
        <p:cNvPr id="1" name=""/>
        <p:cNvGrpSpPr/>
        <p:nvPr/>
      </p:nvGrpSpPr>
      <p:grpSpPr>
        <a:xfrm xmlns:a="http://schemas.openxmlformats.org/drawingml/2006/main"/>
      </p:grpSpPr>
      <p:sp>
        <p:nvSpPr>
          <p:cNvPr id="18" name="Google Shape;18;p5">
            <a:extLst xmlns:a="http://schemas.openxmlformats.org/drawingml/2006/main">
              <a:ext uri="{FF2B5EF4-FFF2-40B4-BE49-F238E27FC236}">
                <a16:creationId xmlns:a16="http://schemas.microsoft.com/office/drawing/2014/main" id="{89D66C64-B6C8-4CA6-9A8D-73BD7B3B9D04}"/>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19" name="Google Shape;19;p5">
            <a:extLst xmlns:a="http://schemas.openxmlformats.org/drawingml/2006/main">
              <a:ext uri="{FF2B5EF4-FFF2-40B4-BE49-F238E27FC236}">
                <a16:creationId xmlns:a16="http://schemas.microsoft.com/office/drawing/2014/main" id="{2808FA39-F58F-445C-B36D-C45F277CCDAE}"/>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20" name="Google Shape;20;p5">
            <a:extLst xmlns:a="http://schemas.openxmlformats.org/drawingml/2006/main">
              <a:ext uri="{FF2B5EF4-FFF2-40B4-BE49-F238E27FC236}">
                <a16:creationId xmlns:a16="http://schemas.microsoft.com/office/drawing/2014/main" id="{C1853C1C-8C67-478B-BDFC-0C7554D58A5A}"/>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Title and two columns">
  <p:cSld name="TITLE_AND_TWO_COLUMNS">
    <p:spTree>
      <p:nvGrpSpPr>
        <p:cNvPr id="1" name=""/>
        <p:cNvGrpSpPr/>
        <p:nvPr/>
      </p:nvGrpSpPr>
      <p:grpSpPr>
        <a:xfrm xmlns:a="http://schemas.openxmlformats.org/drawingml/2006/main"/>
      </p:grpSpPr>
      <p:sp>
        <p:nvSpPr>
          <p:cNvPr id="22" name="Google Shape;22;p6">
            <a:extLst xmlns:a="http://schemas.openxmlformats.org/drawingml/2006/main">
              <a:ext uri="{FF2B5EF4-FFF2-40B4-BE49-F238E27FC236}">
                <a16:creationId xmlns:a16="http://schemas.microsoft.com/office/drawing/2014/main" id="{D77EEFC9-C72D-4769-BCE0-D95C82F8ED9D}"/>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3" name="Google Shape;23;p6">
            <a:extLst xmlns:a="http://schemas.openxmlformats.org/drawingml/2006/main">
              <a:ext uri="{FF2B5EF4-FFF2-40B4-BE49-F238E27FC236}">
                <a16:creationId xmlns:a16="http://schemas.microsoft.com/office/drawing/2014/main" id="{E041F5F1-3627-4E60-81A6-729B947E5228}"/>
              </a:ext>
            </a:extLst>
          </p:cNvPr>
          <p:cNvSpPr>
            <a:spLocks xmlns:a="http://schemas.openxmlformats.org/drawingml/2006/main" noGrp="1"/>
          </p:cNvSpPr>
          <p:nvPr>
            <p:ph type="body" idx="1"/>
          </p:nvPr>
        </p:nvSpPr>
        <p:spPr>
          <a:xfrm xmlns:a="http://schemas.openxmlformats.org/drawingml/2006/main">
            <a:off x="3117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4" name="Google Shape;24;p6">
            <a:extLst xmlns:a="http://schemas.openxmlformats.org/drawingml/2006/main">
              <a:ext uri="{FF2B5EF4-FFF2-40B4-BE49-F238E27FC236}">
                <a16:creationId xmlns:a16="http://schemas.microsoft.com/office/drawing/2014/main" id="{21CA697E-16EE-4EC0-9756-2BBF5097DA73}"/>
              </a:ext>
            </a:extLst>
          </p:cNvPr>
          <p:cNvSpPr>
            <a:spLocks xmlns:a="http://schemas.openxmlformats.org/drawingml/2006/main" noGrp="1"/>
          </p:cNvSpPr>
          <p:nvPr>
            <p:ph type="body" idx="2"/>
          </p:nvPr>
        </p:nvSpPr>
        <p:spPr>
          <a:xfrm xmlns:a="http://schemas.openxmlformats.org/drawingml/2006/main">
            <a:off x="48324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5" name="Google Shape;25;p6">
            <a:extLst xmlns:a="http://schemas.openxmlformats.org/drawingml/2006/main">
              <a:ext uri="{FF2B5EF4-FFF2-40B4-BE49-F238E27FC236}">
                <a16:creationId xmlns:a16="http://schemas.microsoft.com/office/drawing/2014/main" id="{255C5BA4-E087-4443-9E1C-CC7EE1AAE9EE}"/>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6.xml><?xml version="1.0" encoding="utf-8"?>
<p:sldLayout xmlns:p="http://schemas.openxmlformats.org/presentationml/2006/main" matchingName="Title only" type="titleOnly">
  <p:cSld name="TITLE_ONLY">
    <p:spTree>
      <p:nvGrpSpPr>
        <p:cNvPr id="1" name=""/>
        <p:cNvGrpSpPr/>
        <p:nvPr/>
      </p:nvGrpSpPr>
      <p:grpSpPr>
        <a:xfrm xmlns:a="http://schemas.openxmlformats.org/drawingml/2006/main"/>
      </p:grpSpPr>
      <p:sp>
        <p:nvSpPr>
          <p:cNvPr id="27" name="Google Shape;27;p7">
            <a:extLst xmlns:a="http://schemas.openxmlformats.org/drawingml/2006/main">
              <a:ext uri="{FF2B5EF4-FFF2-40B4-BE49-F238E27FC236}">
                <a16:creationId xmlns:a16="http://schemas.microsoft.com/office/drawing/2014/main" id="{0A9F9183-28D3-45C6-9ADE-EDE49C2399E5}"/>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8" name="Google Shape;28;p7">
            <a:extLst xmlns:a="http://schemas.openxmlformats.org/drawingml/2006/main">
              <a:ext uri="{FF2B5EF4-FFF2-40B4-BE49-F238E27FC236}">
                <a16:creationId xmlns:a16="http://schemas.microsoft.com/office/drawing/2014/main" id="{110C5491-99F8-473A-8B00-E00548F4CF59}"/>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7.xml><?xml version="1.0" encoding="utf-8"?>
<p:sldLayout xmlns:p="http://schemas.openxmlformats.org/presentationml/2006/main" matchingName="One column text">
  <p:cSld name="ONE_COLUMN_TEXT">
    <p:spTree>
      <p:nvGrpSpPr>
        <p:cNvPr id="1" name=""/>
        <p:cNvGrpSpPr/>
        <p:nvPr/>
      </p:nvGrpSpPr>
      <p:grpSpPr>
        <a:xfrm xmlns:a="http://schemas.openxmlformats.org/drawingml/2006/main"/>
      </p:grpSpPr>
      <p:sp>
        <p:nvSpPr>
          <p:cNvPr id="30" name="Google Shape;30;p8">
            <a:extLst xmlns:a="http://schemas.openxmlformats.org/drawingml/2006/main">
              <a:ext uri="{FF2B5EF4-FFF2-40B4-BE49-F238E27FC236}">
                <a16:creationId xmlns:a16="http://schemas.microsoft.com/office/drawing/2014/main" id="{5E905A46-E3DF-4BFA-9F59-6234472AFA29}"/>
              </a:ext>
            </a:extLst>
          </p:cNvPr>
          <p:cNvSpPr>
            <a:spLocks xmlns:a="http://schemas.openxmlformats.org/drawingml/2006/main" noGrp="1"/>
          </p:cNvSpPr>
          <p:nvPr>
            <p:ph type="title" idx="0"/>
          </p:nvPr>
        </p:nvSpPr>
        <p:spPr>
          <a:xfrm xmlns:a="http://schemas.openxmlformats.org/drawingml/2006/main">
            <a:off x="311700" y="555600"/>
            <a:ext cx="2808000" cy="7557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xmlns:a="http://schemas.openxmlformats.org/drawingml/2006/main"/>
        </p:txBody>
      </p:sp>
      <p:sp>
        <p:nvSpPr>
          <p:cNvPr id="31" name="Google Shape;31;p8">
            <a:extLst xmlns:a="http://schemas.openxmlformats.org/drawingml/2006/main">
              <a:ext uri="{FF2B5EF4-FFF2-40B4-BE49-F238E27FC236}">
                <a16:creationId xmlns:a16="http://schemas.microsoft.com/office/drawing/2014/main" id="{9301B87B-515D-48DA-AF17-E6B500518B02}"/>
              </a:ext>
            </a:extLst>
          </p:cNvPr>
          <p:cNvSpPr>
            <a:spLocks xmlns:a="http://schemas.openxmlformats.org/drawingml/2006/main" noGrp="1"/>
          </p:cNvSpPr>
          <p:nvPr>
            <p:ph type="body" idx="1"/>
          </p:nvPr>
        </p:nvSpPr>
        <p:spPr>
          <a:xfrm xmlns:a="http://schemas.openxmlformats.org/drawingml/2006/main">
            <a:off x="311700" y="1389600"/>
            <a:ext cx="2808000" cy="3179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04800">
              <a:spcBef>
                <a:spcPts val="0"/>
              </a:spcBef>
              <a:spcAft>
                <a:spcPts val="0"/>
              </a:spcAft>
              <a:buSzPts val="1200"/>
              <a:buChar char="●"/>
              <a:defRPr sz="12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32" name="Google Shape;32;p8">
            <a:extLst xmlns:a="http://schemas.openxmlformats.org/drawingml/2006/main">
              <a:ext uri="{FF2B5EF4-FFF2-40B4-BE49-F238E27FC236}">
                <a16:creationId xmlns:a16="http://schemas.microsoft.com/office/drawing/2014/main" id="{EE733B16-175B-4548-898F-2ACCEFCD6544}"/>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8.xml><?xml version="1.0" encoding="utf-8"?>
<p:sldLayout xmlns:p="http://schemas.openxmlformats.org/presentationml/2006/main" matchingName="Main point">
  <p:cSld name="MAIN_POINT">
    <p:spTree>
      <p:nvGrpSpPr>
        <p:cNvPr id="1" name=""/>
        <p:cNvGrpSpPr/>
        <p:nvPr/>
      </p:nvGrpSpPr>
      <p:grpSpPr>
        <a:xfrm xmlns:a="http://schemas.openxmlformats.org/drawingml/2006/main"/>
      </p:grpSpPr>
      <p:sp>
        <p:nvSpPr>
          <p:cNvPr id="34" name="Google Shape;34;p9">
            <a:extLst xmlns:a="http://schemas.openxmlformats.org/drawingml/2006/main">
              <a:ext uri="{FF2B5EF4-FFF2-40B4-BE49-F238E27FC236}">
                <a16:creationId xmlns:a16="http://schemas.microsoft.com/office/drawing/2014/main" id="{58F30EF6-5090-468A-83C1-D87E097A3246}"/>
              </a:ext>
            </a:extLst>
          </p:cNvPr>
          <p:cNvSpPr>
            <a:spLocks xmlns:a="http://schemas.openxmlformats.org/drawingml/2006/main" noGrp="1"/>
          </p:cNvSpPr>
          <p:nvPr>
            <p:ph type="title" idx="0"/>
          </p:nvPr>
        </p:nvSpPr>
        <p:spPr>
          <a:xfrm xmlns:a="http://schemas.openxmlformats.org/drawingml/2006/main">
            <a:off x="490250" y="450150"/>
            <a:ext cx="6367800" cy="4090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spcBef>
                <a:spcPts val="0"/>
              </a:spcBef>
              <a:spcAft>
                <a:spcPts val="0"/>
              </a:spcAft>
              <a:buSzPts val="4800"/>
              <a:buNone/>
              <a:defRPr sz="4800"/>
            </a:lvl1pPr>
            <a:lvl2pPr>
              <a:spcBef>
                <a:spcPts val="0"/>
              </a:spcBef>
              <a:spcAft>
                <a:spcPts val="0"/>
              </a:spcAft>
              <a:buSzPts val="4800"/>
              <a:buNone/>
              <a:defRPr sz="4800"/>
            </a:lvl2pPr>
            <a:lvl3pPr>
              <a:spcBef>
                <a:spcPts val="0"/>
              </a:spcBef>
              <a:spcAft>
                <a:spcPts val="0"/>
              </a:spcAft>
              <a:buSzPts val="4800"/>
              <a:buNone/>
              <a:defRPr sz="4800"/>
            </a:lvl3pPr>
            <a:lvl4pPr>
              <a:spcBef>
                <a:spcPts val="0"/>
              </a:spcBef>
              <a:spcAft>
                <a:spcPts val="0"/>
              </a:spcAft>
              <a:buSzPts val="4800"/>
              <a:buNone/>
              <a:defRPr sz="4800"/>
            </a:lvl4pPr>
            <a:lvl5pPr>
              <a:spcBef>
                <a:spcPts val="0"/>
              </a:spcBef>
              <a:spcAft>
                <a:spcPts val="0"/>
              </a:spcAft>
              <a:buSzPts val="4800"/>
              <a:buNone/>
              <a:defRPr sz="4800"/>
            </a:lvl5pPr>
            <a:lvl6pPr>
              <a:spcBef>
                <a:spcPts val="0"/>
              </a:spcBef>
              <a:spcAft>
                <a:spcPts val="0"/>
              </a:spcAft>
              <a:buSzPts val="4800"/>
              <a:buNone/>
              <a:defRPr sz="4800"/>
            </a:lvl6pPr>
            <a:lvl7pPr>
              <a:spcBef>
                <a:spcPts val="0"/>
              </a:spcBef>
              <a:spcAft>
                <a:spcPts val="0"/>
              </a:spcAft>
              <a:buSzPts val="4800"/>
              <a:buNone/>
              <a:defRPr sz="4800"/>
            </a:lvl7pPr>
            <a:lvl8pPr>
              <a:spcBef>
                <a:spcPts val="0"/>
              </a:spcBef>
              <a:spcAft>
                <a:spcPts val="0"/>
              </a:spcAft>
              <a:buSzPts val="4800"/>
              <a:buNone/>
              <a:defRPr sz="4800"/>
            </a:lvl8pPr>
            <a:lvl9pPr>
              <a:spcBef>
                <a:spcPts val="0"/>
              </a:spcBef>
              <a:spcAft>
                <a:spcPts val="0"/>
              </a:spcAft>
              <a:buSzPts val="4800"/>
              <a:buNone/>
              <a:defRPr sz="4800"/>
            </a:lvl9pPr>
          </a:lstStyle>
          <a:p xmlns:a="http://schemas.openxmlformats.org/drawingml/2006/main"/>
        </p:txBody>
      </p:sp>
      <p:sp>
        <p:nvSpPr>
          <p:cNvPr id="35" name="Google Shape;35;p9">
            <a:extLst xmlns:a="http://schemas.openxmlformats.org/drawingml/2006/main">
              <a:ext uri="{FF2B5EF4-FFF2-40B4-BE49-F238E27FC236}">
                <a16:creationId xmlns:a16="http://schemas.microsoft.com/office/drawing/2014/main" id="{1C7B0BFA-763F-47D1-BABC-6BA5E17ABD19}"/>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9.xml><?xml version="1.0" encoding="utf-8"?>
<p:sldLayout xmlns:p="http://schemas.openxmlformats.org/presentationml/2006/main" matchingName="Section title and description">
  <p:cSld name="SECTION_TITLE_AND_DESCRIPTION">
    <p:spTree>
      <p:nvGrpSpPr>
        <p:cNvPr id="1" name=""/>
        <p:cNvGrpSpPr/>
        <p:nvPr/>
      </p:nvGrpSpPr>
      <p:grpSpPr>
        <a:xfrm xmlns:a="http://schemas.openxmlformats.org/drawingml/2006/main"/>
      </p:grpSpPr>
      <p:sp>
        <p:nvSpPr>
          <p:cNvPr id="37" name="Google Shape;37;p10">
            <a:extLst xmlns:a="http://schemas.openxmlformats.org/drawingml/2006/main">
              <a:ext uri="{FF2B5EF4-FFF2-40B4-BE49-F238E27FC236}">
                <a16:creationId xmlns:a16="http://schemas.microsoft.com/office/drawing/2014/main" id="{80A0F435-7769-478F-A559-EFD142D32589}"/>
              </a:ext>
            </a:extLst>
          </p:cNvPr>
          <p:cNvSpPr>
            <a:spLocks xmlns:a="http://schemas.openxmlformats.org/drawingml/2006/main" noGrp="1"/>
          </p:cNvSpPr>
          <p:nvPr/>
        </p:nvSpPr>
        <p:spPr>
          <a:xfrm xmlns:a="http://schemas.openxmlformats.org/drawingml/2006/main">
            <a:off x="4572000" y="-125"/>
            <a:ext cx="4572000" cy="5143500"/>
          </a:xfrm>
          <a:prstGeom xmlns:a="http://schemas.openxmlformats.org/drawingml/2006/main" prst="rect">
            <a:avLst/>
          </a:prstGeom>
          <a:solidFill xmlns:a="http://schemas.openxmlformats.org/drawingml/2006/main">
            <a:schemeClr val="l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8" name="Google Shape;38;p10">
            <a:extLst xmlns:a="http://schemas.openxmlformats.org/drawingml/2006/main">
              <a:ext uri="{FF2B5EF4-FFF2-40B4-BE49-F238E27FC236}">
                <a16:creationId xmlns:a16="http://schemas.microsoft.com/office/drawing/2014/main" id="{31B33C7E-184C-43E8-BBAC-DE75A0F7EC4B}"/>
              </a:ext>
            </a:extLst>
          </p:cNvPr>
          <p:cNvSpPr>
            <a:spLocks xmlns:a="http://schemas.openxmlformats.org/drawingml/2006/main" noGrp="1"/>
          </p:cNvSpPr>
          <p:nvPr>
            <p:ph type="title" idx="0"/>
          </p:nvPr>
        </p:nvSpPr>
        <p:spPr>
          <a:xfrm xmlns:a="http://schemas.openxmlformats.org/drawingml/2006/main">
            <a:off x="265500" y="1233175"/>
            <a:ext cx="4045200" cy="14823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4200"/>
              <a:buNone/>
              <a:defRPr sz="4200"/>
            </a:lvl1pPr>
            <a:lvl2pPr algn="ctr">
              <a:spcBef>
                <a:spcPts val="0"/>
              </a:spcBef>
              <a:spcAft>
                <a:spcPts val="0"/>
              </a:spcAft>
              <a:buSzPts val="4200"/>
              <a:buNone/>
              <a:defRPr sz="4200"/>
            </a:lvl2pPr>
            <a:lvl3pPr algn="ctr">
              <a:spcBef>
                <a:spcPts val="0"/>
              </a:spcBef>
              <a:spcAft>
                <a:spcPts val="0"/>
              </a:spcAft>
              <a:buSzPts val="4200"/>
              <a:buNone/>
              <a:defRPr sz="4200"/>
            </a:lvl3pPr>
            <a:lvl4pPr algn="ctr">
              <a:spcBef>
                <a:spcPts val="0"/>
              </a:spcBef>
              <a:spcAft>
                <a:spcPts val="0"/>
              </a:spcAft>
              <a:buSzPts val="4200"/>
              <a:buNone/>
              <a:defRPr sz="4200"/>
            </a:lvl4pPr>
            <a:lvl5pPr algn="ctr">
              <a:spcBef>
                <a:spcPts val="0"/>
              </a:spcBef>
              <a:spcAft>
                <a:spcPts val="0"/>
              </a:spcAft>
              <a:buSzPts val="4200"/>
              <a:buNone/>
              <a:defRPr sz="4200"/>
            </a:lvl5pPr>
            <a:lvl6pPr algn="ctr">
              <a:spcBef>
                <a:spcPts val="0"/>
              </a:spcBef>
              <a:spcAft>
                <a:spcPts val="0"/>
              </a:spcAft>
              <a:buSzPts val="4200"/>
              <a:buNone/>
              <a:defRPr sz="4200"/>
            </a:lvl6pPr>
            <a:lvl7pPr algn="ctr">
              <a:spcBef>
                <a:spcPts val="0"/>
              </a:spcBef>
              <a:spcAft>
                <a:spcPts val="0"/>
              </a:spcAft>
              <a:buSzPts val="4200"/>
              <a:buNone/>
              <a:defRPr sz="4200"/>
            </a:lvl7pPr>
            <a:lvl8pPr algn="ctr">
              <a:spcBef>
                <a:spcPts val="0"/>
              </a:spcBef>
              <a:spcAft>
                <a:spcPts val="0"/>
              </a:spcAft>
              <a:buSzPts val="4200"/>
              <a:buNone/>
              <a:defRPr sz="4200"/>
            </a:lvl8pPr>
            <a:lvl9pPr algn="ctr">
              <a:spcBef>
                <a:spcPts val="0"/>
              </a:spcBef>
              <a:spcAft>
                <a:spcPts val="0"/>
              </a:spcAft>
              <a:buSzPts val="4200"/>
              <a:buNone/>
              <a:defRPr sz="4200"/>
            </a:lvl9pPr>
          </a:lstStyle>
          <a:p xmlns:a="http://schemas.openxmlformats.org/drawingml/2006/main"/>
        </p:txBody>
      </p:sp>
      <p:sp>
        <p:nvSpPr>
          <p:cNvPr id="39" name="Google Shape;39;p10">
            <a:extLst xmlns:a="http://schemas.openxmlformats.org/drawingml/2006/main">
              <a:ext uri="{FF2B5EF4-FFF2-40B4-BE49-F238E27FC236}">
                <a16:creationId xmlns:a16="http://schemas.microsoft.com/office/drawing/2014/main" id="{5C36214D-5D34-4D95-B7C4-F703F8E17146}"/>
              </a:ext>
            </a:extLst>
          </p:cNvPr>
          <p:cNvSpPr>
            <a:spLocks xmlns:a="http://schemas.openxmlformats.org/drawingml/2006/main" noGrp="1"/>
          </p:cNvSpPr>
          <p:nvPr>
            <p:ph type="subTitle" idx="1"/>
          </p:nvPr>
        </p:nvSpPr>
        <p:spPr>
          <a:xfrm xmlns:a="http://schemas.openxmlformats.org/drawingml/2006/main">
            <a:off x="265500" y="2803075"/>
            <a:ext cx="4045200" cy="12351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100"/>
              <a:buNone/>
              <a:defRPr sz="2100"/>
            </a:lvl1pPr>
            <a:lvl2pPr algn="ctr">
              <a:lnSpc>
                <a:spcPct val="100000"/>
              </a:lnSpc>
              <a:spcBef>
                <a:spcPts val="0"/>
              </a:spcBef>
              <a:spcAft>
                <a:spcPts val="0"/>
              </a:spcAft>
              <a:buSzPts val="2100"/>
              <a:buNone/>
              <a:defRPr sz="2100"/>
            </a:lvl2pPr>
            <a:lvl3pPr algn="ctr">
              <a:lnSpc>
                <a:spcPct val="100000"/>
              </a:lnSpc>
              <a:spcBef>
                <a:spcPts val="0"/>
              </a:spcBef>
              <a:spcAft>
                <a:spcPts val="0"/>
              </a:spcAft>
              <a:buSzPts val="2100"/>
              <a:buNone/>
              <a:defRPr sz="2100"/>
            </a:lvl3pPr>
            <a:lvl4pPr algn="ctr">
              <a:lnSpc>
                <a:spcPct val="100000"/>
              </a:lnSpc>
              <a:spcBef>
                <a:spcPts val="0"/>
              </a:spcBef>
              <a:spcAft>
                <a:spcPts val="0"/>
              </a:spcAft>
              <a:buSzPts val="2100"/>
              <a:buNone/>
              <a:defRPr sz="2100"/>
            </a:lvl4pPr>
            <a:lvl5pPr algn="ctr">
              <a:lnSpc>
                <a:spcPct val="100000"/>
              </a:lnSpc>
              <a:spcBef>
                <a:spcPts val="0"/>
              </a:spcBef>
              <a:spcAft>
                <a:spcPts val="0"/>
              </a:spcAft>
              <a:buSzPts val="2100"/>
              <a:buNone/>
              <a:defRPr sz="2100"/>
            </a:lvl5pPr>
            <a:lvl6pPr algn="ctr">
              <a:lnSpc>
                <a:spcPct val="100000"/>
              </a:lnSpc>
              <a:spcBef>
                <a:spcPts val="0"/>
              </a:spcBef>
              <a:spcAft>
                <a:spcPts val="0"/>
              </a:spcAft>
              <a:buSzPts val="2100"/>
              <a:buNone/>
              <a:defRPr sz="2100"/>
            </a:lvl6pPr>
            <a:lvl7pPr algn="ctr">
              <a:lnSpc>
                <a:spcPct val="100000"/>
              </a:lnSpc>
              <a:spcBef>
                <a:spcPts val="0"/>
              </a:spcBef>
              <a:spcAft>
                <a:spcPts val="0"/>
              </a:spcAft>
              <a:buSzPts val="2100"/>
              <a:buNone/>
              <a:defRPr sz="2100"/>
            </a:lvl7pPr>
            <a:lvl8pPr algn="ctr">
              <a:lnSpc>
                <a:spcPct val="100000"/>
              </a:lnSpc>
              <a:spcBef>
                <a:spcPts val="0"/>
              </a:spcBef>
              <a:spcAft>
                <a:spcPts val="0"/>
              </a:spcAft>
              <a:buSzPts val="2100"/>
              <a:buNone/>
              <a:defRPr sz="2100"/>
            </a:lvl8pPr>
            <a:lvl9pPr algn="ctr">
              <a:lnSpc>
                <a:spcPct val="100000"/>
              </a:lnSpc>
              <a:spcBef>
                <a:spcPts val="0"/>
              </a:spcBef>
              <a:spcAft>
                <a:spcPts val="0"/>
              </a:spcAft>
              <a:buSzPts val="2100"/>
              <a:buNone/>
              <a:defRPr sz="2100"/>
            </a:lvl9pPr>
          </a:lstStyle>
          <a:p xmlns:a="http://schemas.openxmlformats.org/drawingml/2006/main"/>
        </p:txBody>
      </p:sp>
      <p:sp>
        <p:nvSpPr>
          <p:cNvPr id="40" name="Google Shape;40;p10">
            <a:extLst xmlns:a="http://schemas.openxmlformats.org/drawingml/2006/main">
              <a:ext uri="{FF2B5EF4-FFF2-40B4-BE49-F238E27FC236}">
                <a16:creationId xmlns:a16="http://schemas.microsoft.com/office/drawing/2014/main" id="{21BF9CA2-FE0C-4DA0-9699-BA9D6661F001}"/>
              </a:ext>
            </a:extLst>
          </p:cNvPr>
          <p:cNvSpPr>
            <a:spLocks xmlns:a="http://schemas.openxmlformats.org/drawingml/2006/main" noGrp="1"/>
          </p:cNvSpPr>
          <p:nvPr>
            <p:ph type="body" idx="2"/>
          </p:nvPr>
        </p:nvSpPr>
        <p:spPr>
          <a:xfrm xmlns:a="http://schemas.openxmlformats.org/drawingml/2006/main">
            <a:off x="4939500" y="724075"/>
            <a:ext cx="3837000" cy="369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41" name="Google Shape;41;p10">
            <a:extLst xmlns:a="http://schemas.openxmlformats.org/drawingml/2006/main">
              <a:ext uri="{FF2B5EF4-FFF2-40B4-BE49-F238E27FC236}">
                <a16:creationId xmlns:a16="http://schemas.microsoft.com/office/drawing/2014/main" id="{93076F3D-A67D-4B6B-9690-5EC1B676900B}"/>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0.xml><?xml version="1.0" encoding="utf-8"?>
<p:sldLayout xmlns:p="http://schemas.openxmlformats.org/presentationml/2006/main" matchingName="Caption">
  <p:cSld name="CAPTION_ONLY">
    <p:spTree>
      <p:nvGrpSpPr>
        <p:cNvPr id="1" name=""/>
        <p:cNvGrpSpPr/>
        <p:nvPr/>
      </p:nvGrpSpPr>
      <p:grpSpPr>
        <a:xfrm xmlns:a="http://schemas.openxmlformats.org/drawingml/2006/main"/>
      </p:grpSpPr>
      <p:sp>
        <p:nvSpPr>
          <p:cNvPr id="43" name="Google Shape;43;p11">
            <a:extLst xmlns:a="http://schemas.openxmlformats.org/drawingml/2006/main">
              <a:ext uri="{FF2B5EF4-FFF2-40B4-BE49-F238E27FC236}">
                <a16:creationId xmlns:a16="http://schemas.microsoft.com/office/drawing/2014/main" id="{A58B9BD8-4E4E-4554-96F1-596D9040FCE9}"/>
              </a:ext>
            </a:extLst>
          </p:cNvPr>
          <p:cNvSpPr>
            <a:spLocks xmlns:a="http://schemas.openxmlformats.org/drawingml/2006/main" noGrp="1"/>
          </p:cNvSpPr>
          <p:nvPr>
            <p:ph type="body" idx="1"/>
          </p:nvPr>
        </p:nvSpPr>
        <p:spPr>
          <a:xfrm xmlns:a="http://schemas.openxmlformats.org/drawingml/2006/main">
            <a:off x="311700" y="4230575"/>
            <a:ext cx="5998800" cy="60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228600">
              <a:lnSpc>
                <a:spcPct val="100000"/>
              </a:lnSpc>
              <a:spcBef>
                <a:spcPts val="0"/>
              </a:spcBef>
              <a:spcAft>
                <a:spcPts val="0"/>
              </a:spcAft>
              <a:buSzPts val="1800"/>
              <a:buNone/>
              <a:defRPr/>
            </a:lvl1pPr>
          </a:lstStyle>
          <a:p xmlns:a="http://schemas.openxmlformats.org/drawingml/2006/main"/>
        </p:txBody>
      </p:sp>
      <p:sp>
        <p:nvSpPr>
          <p:cNvPr id="44" name="Google Shape;44;p11">
            <a:extLst xmlns:a="http://schemas.openxmlformats.org/drawingml/2006/main">
              <a:ext uri="{FF2B5EF4-FFF2-40B4-BE49-F238E27FC236}">
                <a16:creationId xmlns:a16="http://schemas.microsoft.com/office/drawing/2014/main" id="{2BE685DE-8A10-455B-9673-557B92D43C24}"/>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1.xml><?xml version="1.0" encoding="utf-8"?>
<p:sldLayout xmlns:p="http://schemas.openxmlformats.org/presentationml/2006/main" matchingName="Big number">
  <p:cSld name="BIG_NUMBER">
    <p:spTree>
      <p:nvGrpSpPr>
        <p:cNvPr id="1" name=""/>
        <p:cNvGrpSpPr/>
        <p:nvPr/>
      </p:nvGrpSpPr>
      <p:grpSpPr>
        <a:xfrm xmlns:a="http://schemas.openxmlformats.org/drawingml/2006/main"/>
      </p:grpSpPr>
      <p:sp>
        <p:nvSpPr>
          <p:cNvPr id="46" name="Google Shape;46;p12">
            <a:extLst xmlns:a="http://schemas.openxmlformats.org/drawingml/2006/main">
              <a:ext uri="{FF2B5EF4-FFF2-40B4-BE49-F238E27FC236}">
                <a16:creationId xmlns:a16="http://schemas.microsoft.com/office/drawing/2014/main" id="{DD097F06-A575-4117-B53D-49A727FFCAED}"/>
              </a:ext>
            </a:extLst>
          </p:cNvPr>
          <p:cNvSpPr>
            <a:spLocks xmlns:a="http://schemas.openxmlformats.org/drawingml/2006/main" noGrp="1"/>
          </p:cNvSpPr>
          <p:nvPr>
            <p:ph type="title" idx="0" hasCustomPrompt="1"/>
          </p:nvPr>
        </p:nvSpPr>
        <p:spPr>
          <a:xfrm xmlns:a="http://schemas.openxmlformats.org/drawingml/2006/main">
            <a:off x="311700" y="1106125"/>
            <a:ext cx="8520600" cy="19635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12000"/>
              <a:buNone/>
              <a:defRPr sz="12000"/>
            </a:lvl1pPr>
            <a:lvl2pPr algn="ctr">
              <a:spcBef>
                <a:spcPts val="0"/>
              </a:spcBef>
              <a:spcAft>
                <a:spcPts val="0"/>
              </a:spcAft>
              <a:buSzPts val="12000"/>
              <a:buNone/>
              <a:defRPr sz="12000"/>
            </a:lvl2pPr>
            <a:lvl3pPr algn="ctr">
              <a:spcBef>
                <a:spcPts val="0"/>
              </a:spcBef>
              <a:spcAft>
                <a:spcPts val="0"/>
              </a:spcAft>
              <a:buSzPts val="12000"/>
              <a:buNone/>
              <a:defRPr sz="12000"/>
            </a:lvl3pPr>
            <a:lvl4pPr algn="ctr">
              <a:spcBef>
                <a:spcPts val="0"/>
              </a:spcBef>
              <a:spcAft>
                <a:spcPts val="0"/>
              </a:spcAft>
              <a:buSzPts val="12000"/>
              <a:buNone/>
              <a:defRPr sz="12000"/>
            </a:lvl4pPr>
            <a:lvl5pPr algn="ctr">
              <a:spcBef>
                <a:spcPts val="0"/>
              </a:spcBef>
              <a:spcAft>
                <a:spcPts val="0"/>
              </a:spcAft>
              <a:buSzPts val="12000"/>
              <a:buNone/>
              <a:defRPr sz="12000"/>
            </a:lvl5pPr>
            <a:lvl6pPr algn="ctr">
              <a:spcBef>
                <a:spcPts val="0"/>
              </a:spcBef>
              <a:spcAft>
                <a:spcPts val="0"/>
              </a:spcAft>
              <a:buSzPts val="12000"/>
              <a:buNone/>
              <a:defRPr sz="12000"/>
            </a:lvl6pPr>
            <a:lvl7pPr algn="ctr">
              <a:spcBef>
                <a:spcPts val="0"/>
              </a:spcBef>
              <a:spcAft>
                <a:spcPts val="0"/>
              </a:spcAft>
              <a:buSzPts val="12000"/>
              <a:buNone/>
              <a:defRPr sz="12000"/>
            </a:lvl7pPr>
            <a:lvl8pPr algn="ctr">
              <a:spcBef>
                <a:spcPts val="0"/>
              </a:spcBef>
              <a:spcAft>
                <a:spcPts val="0"/>
              </a:spcAft>
              <a:buSzPts val="12000"/>
              <a:buNone/>
              <a:defRPr sz="12000"/>
            </a:lvl8pPr>
            <a:lvl9pPr algn="ctr">
              <a:spcBef>
                <a:spcPts val="0"/>
              </a:spcBef>
              <a:spcAft>
                <a:spcPts val="0"/>
              </a:spcAft>
              <a:buSzPts val="12000"/>
              <a:buNone/>
              <a:defRPr sz="12000"/>
            </a:lvl9pPr>
          </a:lstStyle>
          <a:p xmlns:a="http://schemas.openxmlformats.org/drawingml/2006/main">
            <a:r>
              <a:t>xx%</a:t>
            </a:r>
          </a:p>
        </p:txBody>
      </p:sp>
      <p:sp>
        <p:nvSpPr>
          <p:cNvPr id="47" name="Google Shape;47;p12">
            <a:extLst xmlns:a="http://schemas.openxmlformats.org/drawingml/2006/main">
              <a:ext uri="{FF2B5EF4-FFF2-40B4-BE49-F238E27FC236}">
                <a16:creationId xmlns:a16="http://schemas.microsoft.com/office/drawing/2014/main" id="{E0707E74-648C-47F4-BCBC-6627CF4902C3}"/>
              </a:ext>
            </a:extLst>
          </p:cNvPr>
          <p:cNvSpPr>
            <a:spLocks xmlns:a="http://schemas.openxmlformats.org/drawingml/2006/main" noGrp="1"/>
          </p:cNvSpPr>
          <p:nvPr>
            <p:ph type="body" idx="1"/>
          </p:nvPr>
        </p:nvSpPr>
        <p:spPr>
          <a:xfrm xmlns:a="http://schemas.openxmlformats.org/drawingml/2006/main">
            <a:off x="311700" y="3152225"/>
            <a:ext cx="8520600" cy="13008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lgn="ctr">
              <a:spcBef>
                <a:spcPts val="0"/>
              </a:spcBef>
              <a:spcAft>
                <a:spcPts val="0"/>
              </a:spcAft>
              <a:buSzPts val="1800"/>
              <a:buChar char="●"/>
              <a:defRPr/>
            </a:lvl1pPr>
            <a:lvl2pPr marL="914400" indent="-317500" algn="ctr">
              <a:spcBef>
                <a:spcPts val="0"/>
              </a:spcBef>
              <a:spcAft>
                <a:spcPts val="0"/>
              </a:spcAft>
              <a:buSzPts val="1400"/>
              <a:buChar char="○"/>
              <a:defRPr/>
            </a:lvl2pPr>
            <a:lvl3pPr marL="1371600" indent="-317500" algn="ctr">
              <a:spcBef>
                <a:spcPts val="0"/>
              </a:spcBef>
              <a:spcAft>
                <a:spcPts val="0"/>
              </a:spcAft>
              <a:buSzPts val="1400"/>
              <a:buChar char="■"/>
              <a:defRPr/>
            </a:lvl3pPr>
            <a:lvl4pPr marL="1828800" indent="-317500" algn="ctr">
              <a:spcBef>
                <a:spcPts val="0"/>
              </a:spcBef>
              <a:spcAft>
                <a:spcPts val="0"/>
              </a:spcAft>
              <a:buSzPts val="1400"/>
              <a:buChar char="●"/>
              <a:defRPr/>
            </a:lvl4pPr>
            <a:lvl5pPr marL="2286000" indent="-317500" algn="ctr">
              <a:spcBef>
                <a:spcPts val="0"/>
              </a:spcBef>
              <a:spcAft>
                <a:spcPts val="0"/>
              </a:spcAft>
              <a:buSzPts val="1400"/>
              <a:buChar char="○"/>
              <a:defRPr/>
            </a:lvl5pPr>
            <a:lvl6pPr marL="2743200" indent="-317500" algn="ctr">
              <a:spcBef>
                <a:spcPts val="0"/>
              </a:spcBef>
              <a:spcAft>
                <a:spcPts val="0"/>
              </a:spcAft>
              <a:buSzPts val="1400"/>
              <a:buChar char="■"/>
              <a:defRPr/>
            </a:lvl6pPr>
            <a:lvl7pPr marL="3200400" indent="-317500" algn="ctr">
              <a:spcBef>
                <a:spcPts val="0"/>
              </a:spcBef>
              <a:spcAft>
                <a:spcPts val="0"/>
              </a:spcAft>
              <a:buSzPts val="1400"/>
              <a:buChar char="●"/>
              <a:defRPr/>
            </a:lvl7pPr>
            <a:lvl8pPr marL="3657600" indent="-317500" algn="ctr">
              <a:spcBef>
                <a:spcPts val="0"/>
              </a:spcBef>
              <a:spcAft>
                <a:spcPts val="0"/>
              </a:spcAft>
              <a:buSzPts val="1400"/>
              <a:buChar char="○"/>
              <a:defRPr/>
            </a:lvl8pPr>
            <a:lvl9pPr marL="4114800" indent="-317500" algn="ctr">
              <a:spcBef>
                <a:spcPts val="0"/>
              </a:spcBef>
              <a:spcAft>
                <a:spcPts val="0"/>
              </a:spcAft>
              <a:buSzPts val="1400"/>
              <a:buChar char="■"/>
              <a:defRPr/>
            </a:lvl9pPr>
          </a:lstStyle>
          <a:p xmlns:a="http://schemas.openxmlformats.org/drawingml/2006/main"/>
        </p:txBody>
      </p:sp>
      <p:sp>
        <p:nvSpPr>
          <p:cNvPr id="48" name="Google Shape;48;p12">
            <a:extLst xmlns:a="http://schemas.openxmlformats.org/drawingml/2006/main">
              <a:ext uri="{FF2B5EF4-FFF2-40B4-BE49-F238E27FC236}">
                <a16:creationId xmlns:a16="http://schemas.microsoft.com/office/drawing/2014/main" id="{8AE0A9B9-2BF1-4565-92E7-E82FBD44582A}"/>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2.xml><?xml version="1.0" encoding="utf-8"?>
<p:sldLayout xmlns:p="http://schemas.openxmlformats.org/presentationml/2006/main" matchingName="Blank" type="blank">
  <p:cSld name="BLANK">
    <p:spTree>
      <p:nvGrpSpPr>
        <p:cNvPr id="1" name=""/>
        <p:cNvGrpSpPr/>
        <p:nvPr/>
      </p:nvGrpSpPr>
      <p:grpSpPr>
        <a:xfrm xmlns:a="http://schemas.openxmlformats.org/drawingml/2006/main"/>
      </p:grpSpPr>
      <p:sp>
        <p:nvSpPr>
          <p:cNvPr id="50" name="Google Shape;50;p13">
            <a:extLst xmlns:a="http://schemas.openxmlformats.org/drawingml/2006/main">
              <a:ext uri="{FF2B5EF4-FFF2-40B4-BE49-F238E27FC236}">
                <a16:creationId xmlns:a16="http://schemas.microsoft.com/office/drawing/2014/main" id="{A838B777-9827-4993-8C12-A96ED7758653}"/>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3.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e2e208aadce4e47" /><Relationship Type="http://schemas.openxmlformats.org/officeDocument/2006/relationships/slideLayout" Target="/ppt/slideLayouts/slideLayout1.xml" Id="R463c6712946c4d6a" /><Relationship Type="http://schemas.openxmlformats.org/officeDocument/2006/relationships/slideLayout" Target="/ppt/slideLayouts/slideLayout2.xml" Id="Ra8d04446e15a49f2" /><Relationship Type="http://schemas.openxmlformats.org/officeDocument/2006/relationships/slideLayout" Target="/ppt/slideLayouts/slideLayout3.xml" Id="R84fd8ad1791844bd" /><Relationship Type="http://schemas.openxmlformats.org/officeDocument/2006/relationships/slideLayout" Target="/ppt/slideLayouts/slideLayout4.xml" Id="Rdc87cbb5342341f7" /><Relationship Type="http://schemas.openxmlformats.org/officeDocument/2006/relationships/slideLayout" Target="/ppt/slideLayouts/slideLayout5.xml" Id="Reb99180b88b041e1" /><Relationship Type="http://schemas.openxmlformats.org/officeDocument/2006/relationships/slideLayout" Target="/ppt/slideLayouts/slideLayout6.xml" Id="R948abdc3a23e4e74" /><Relationship Type="http://schemas.openxmlformats.org/officeDocument/2006/relationships/slideLayout" Target="/ppt/slideLayouts/slideLayout7.xml" Id="R4a5872f04a6849cc" /><Relationship Type="http://schemas.openxmlformats.org/officeDocument/2006/relationships/slideLayout" Target="/ppt/slideLayouts/slideLayout8.xml" Id="R1bc874233496402f" /><Relationship Type="http://schemas.openxmlformats.org/officeDocument/2006/relationships/slideLayout" Target="/ppt/slideLayouts/slideLayout9.xml" Id="R1c1309029f274d14" /><Relationship Type="http://schemas.openxmlformats.org/officeDocument/2006/relationships/slideLayout" Target="/ppt/slideLayouts/slideLayout10.xml" Id="Rf6efb3858afc46d3" /><Relationship Type="http://schemas.openxmlformats.org/officeDocument/2006/relationships/slideLayout" Target="/ppt/slideLayouts/slideLayout11.xml" Id="R9f1a083709d649dc" /><Relationship Type="http://schemas.openxmlformats.org/officeDocument/2006/relationships/slideLayout" Target="/ppt/slideLayouts/slideLayout12.xml" Id="Re09ba15bdefd49be" /></Relationships>
</file>

<file path=ppt/slideMasters/_rels/slideMaster2.xml.rels>&#65279;<?xml version="1.0" encoding="utf-8"?><Relationships xmlns="http://schemas.openxmlformats.org/package/2006/relationships"><Relationship Type="http://schemas.openxmlformats.org/officeDocument/2006/relationships/theme" Target="/ppt/slideMasters/theme/theme3.xml" Id="R4a7480eedc684af2" /><Relationship Type="http://schemas.openxmlformats.org/officeDocument/2006/relationships/slideLayout" Target="/ppt/slideLayouts/slideLayout13.xml" Id="Reb1add45ec6e4494" /></Relationships>
</file>

<file path=ppt/slideMasters/slideMaster1.xml><?xml version="1.0" encoding="utf-8"?>
<p:sldMaster xmlns:p="http://schemas.openxmlformats.org/presentationml/2006/main">
  <p:cSld name="simple-light-2">
    <p:bg>
      <p:bgPr>
        <a:solidFill xmlns:a="http://schemas.openxmlformats.org/drawingml/2006/main">
          <a:schemeClr val="lt1"/>
        </a:solidFill>
      </p:bgPr>
    </p:bg>
    <p:spTree>
      <p:nvGrpSpPr>
        <p:cNvPr id="1" name=""/>
        <p:cNvGrpSpPr/>
        <p:nvPr/>
      </p:nvGrpSpPr>
      <p:grpSpPr>
        <a:xfrm xmlns:a="http://schemas.openxmlformats.org/drawingml/2006/main"/>
      </p:grpSpPr>
      <p:sp>
        <p:nvSpPr>
          <p:cNvPr id="6" name="Google Shape;6;p1">
            <a:extLst xmlns:a="http://schemas.openxmlformats.org/drawingml/2006/main">
              <a:ext uri="{FF2B5EF4-FFF2-40B4-BE49-F238E27FC236}">
                <a16:creationId xmlns:a16="http://schemas.microsoft.com/office/drawing/2014/main" id="{DA1BD362-98EE-4F13-9996-BA24B50AC9C8}"/>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Clr>
                <a:schemeClr val="dk1"/>
              </a:buClr>
              <a:buSzPts val="2800"/>
              <a:buNone/>
              <a:defRPr sz="2800">
                <a:solidFill>
                  <a:schemeClr val="dk1"/>
                </a:solidFill>
              </a:defRPr>
            </a:lvl1pPr>
            <a:lvl2pPr>
              <a:spcBef>
                <a:spcPts val="0"/>
              </a:spcBef>
              <a:spcAft>
                <a:spcPts val="0"/>
              </a:spcAft>
              <a:buClr>
                <a:schemeClr val="dk1"/>
              </a:buClr>
              <a:buSzPts val="2800"/>
              <a:buNone/>
              <a:defRPr sz="2800">
                <a:solidFill>
                  <a:schemeClr val="dk1"/>
                </a:solidFill>
              </a:defRPr>
            </a:lvl2pPr>
            <a:lvl3pPr>
              <a:spcBef>
                <a:spcPts val="0"/>
              </a:spcBef>
              <a:spcAft>
                <a:spcPts val="0"/>
              </a:spcAft>
              <a:buClr>
                <a:schemeClr val="dk1"/>
              </a:buClr>
              <a:buSzPts val="2800"/>
              <a:buNone/>
              <a:defRPr sz="2800">
                <a:solidFill>
                  <a:schemeClr val="dk1"/>
                </a:solidFill>
              </a:defRPr>
            </a:lvl3pPr>
            <a:lvl4pPr>
              <a:spcBef>
                <a:spcPts val="0"/>
              </a:spcBef>
              <a:spcAft>
                <a:spcPts val="0"/>
              </a:spcAft>
              <a:buClr>
                <a:schemeClr val="dk1"/>
              </a:buClr>
              <a:buSzPts val="2800"/>
              <a:buNone/>
              <a:defRPr sz="2800">
                <a:solidFill>
                  <a:schemeClr val="dk1"/>
                </a:solidFill>
              </a:defRPr>
            </a:lvl4pPr>
            <a:lvl5pPr>
              <a:spcBef>
                <a:spcPts val="0"/>
              </a:spcBef>
              <a:spcAft>
                <a:spcPts val="0"/>
              </a:spcAft>
              <a:buClr>
                <a:schemeClr val="dk1"/>
              </a:buClr>
              <a:buSzPts val="2800"/>
              <a:buNone/>
              <a:defRPr sz="2800">
                <a:solidFill>
                  <a:schemeClr val="dk1"/>
                </a:solidFill>
              </a:defRPr>
            </a:lvl5pPr>
            <a:lvl6pPr>
              <a:spcBef>
                <a:spcPts val="0"/>
              </a:spcBef>
              <a:spcAft>
                <a:spcPts val="0"/>
              </a:spcAft>
              <a:buClr>
                <a:schemeClr val="dk1"/>
              </a:buClr>
              <a:buSzPts val="2800"/>
              <a:buNone/>
              <a:defRPr sz="2800">
                <a:solidFill>
                  <a:schemeClr val="dk1"/>
                </a:solidFill>
              </a:defRPr>
            </a:lvl6pPr>
            <a:lvl7pPr>
              <a:spcBef>
                <a:spcPts val="0"/>
              </a:spcBef>
              <a:spcAft>
                <a:spcPts val="0"/>
              </a:spcAft>
              <a:buClr>
                <a:schemeClr val="dk1"/>
              </a:buClr>
              <a:buSzPts val="2800"/>
              <a:buNone/>
              <a:defRPr sz="2800">
                <a:solidFill>
                  <a:schemeClr val="dk1"/>
                </a:solidFill>
              </a:defRPr>
            </a:lvl7pPr>
            <a:lvl8pPr>
              <a:spcBef>
                <a:spcPts val="0"/>
              </a:spcBef>
              <a:spcAft>
                <a:spcPts val="0"/>
              </a:spcAft>
              <a:buClr>
                <a:schemeClr val="dk1"/>
              </a:buClr>
              <a:buSzPts val="2800"/>
              <a:buNone/>
              <a:defRPr sz="2800">
                <a:solidFill>
                  <a:schemeClr val="dk1"/>
                </a:solidFill>
              </a:defRPr>
            </a:lvl8pPr>
            <a:lvl9pPr>
              <a:spcBef>
                <a:spcPts val="0"/>
              </a:spcBef>
              <a:spcAft>
                <a:spcPts val="0"/>
              </a:spcAft>
              <a:buClr>
                <a:schemeClr val="dk1"/>
              </a:buClr>
              <a:buSzPts val="2800"/>
              <a:buNone/>
              <a:defRPr sz="2800">
                <a:solidFill>
                  <a:schemeClr val="dk1"/>
                </a:solidFill>
              </a:defRPr>
            </a:lvl9pPr>
          </a:lstStyle>
          <a:p xmlns:a="http://schemas.openxmlformats.org/drawingml/2006/main"/>
        </p:txBody>
      </p:sp>
      <p:sp>
        <p:nvSpPr>
          <p:cNvPr id="7" name="Google Shape;7;p1">
            <a:extLst xmlns:a="http://schemas.openxmlformats.org/drawingml/2006/main">
              <a:ext uri="{FF2B5EF4-FFF2-40B4-BE49-F238E27FC236}">
                <a16:creationId xmlns:a16="http://schemas.microsoft.com/office/drawing/2014/main" id="{A0780717-8ECE-4B81-AD2B-DD93B494FF0F}"/>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marL="457200" indent="-342900">
              <a:lnSpc>
                <a:spcPct val="115000"/>
              </a:lnSpc>
              <a:spcBef>
                <a:spcPts val="0"/>
              </a:spcBef>
              <a:spcAft>
                <a:spcPts val="0"/>
              </a:spcAft>
              <a:buClr>
                <a:schemeClr val="dk2"/>
              </a:buClr>
              <a:buSzPts val="1800"/>
              <a:buChar char="●"/>
              <a:defRPr sz="1800">
                <a:solidFill>
                  <a:schemeClr val="dk2"/>
                </a:solidFill>
              </a:defRPr>
            </a:lvl1pPr>
            <a:lvl2pPr marL="914400" indent="-317500">
              <a:lnSpc>
                <a:spcPct val="115000"/>
              </a:lnSpc>
              <a:spcBef>
                <a:spcPts val="0"/>
              </a:spcBef>
              <a:spcAft>
                <a:spcPts val="0"/>
              </a:spcAft>
              <a:buClr>
                <a:schemeClr val="dk2"/>
              </a:buClr>
              <a:buSzPts val="1400"/>
              <a:buChar char="○"/>
              <a:defRPr>
                <a:solidFill>
                  <a:schemeClr val="dk2"/>
                </a:solidFill>
              </a:defRPr>
            </a:lvl2pPr>
            <a:lvl3pPr marL="1371600" indent="-317500">
              <a:lnSpc>
                <a:spcPct val="115000"/>
              </a:lnSpc>
              <a:spcBef>
                <a:spcPts val="0"/>
              </a:spcBef>
              <a:spcAft>
                <a:spcPts val="0"/>
              </a:spcAft>
              <a:buClr>
                <a:schemeClr val="dk2"/>
              </a:buClr>
              <a:buSzPts val="1400"/>
              <a:buChar char="■"/>
              <a:defRPr>
                <a:solidFill>
                  <a:schemeClr val="dk2"/>
                </a:solidFill>
              </a:defRPr>
            </a:lvl3pPr>
            <a:lvl4pPr marL="1828800" indent="-317500">
              <a:lnSpc>
                <a:spcPct val="115000"/>
              </a:lnSpc>
              <a:spcBef>
                <a:spcPts val="0"/>
              </a:spcBef>
              <a:spcAft>
                <a:spcPts val="0"/>
              </a:spcAft>
              <a:buClr>
                <a:schemeClr val="dk2"/>
              </a:buClr>
              <a:buSzPts val="1400"/>
              <a:buChar char="●"/>
              <a:defRPr>
                <a:solidFill>
                  <a:schemeClr val="dk2"/>
                </a:solidFill>
              </a:defRPr>
            </a:lvl4pPr>
            <a:lvl5pPr marL="2286000" indent="-317500">
              <a:lnSpc>
                <a:spcPct val="115000"/>
              </a:lnSpc>
              <a:spcBef>
                <a:spcPts val="0"/>
              </a:spcBef>
              <a:spcAft>
                <a:spcPts val="0"/>
              </a:spcAft>
              <a:buClr>
                <a:schemeClr val="dk2"/>
              </a:buClr>
              <a:buSzPts val="1400"/>
              <a:buChar char="○"/>
              <a:defRPr>
                <a:solidFill>
                  <a:schemeClr val="dk2"/>
                </a:solidFill>
              </a:defRPr>
            </a:lvl5pPr>
            <a:lvl6pPr marL="2743200" indent="-317500">
              <a:lnSpc>
                <a:spcPct val="115000"/>
              </a:lnSpc>
              <a:spcBef>
                <a:spcPts val="0"/>
              </a:spcBef>
              <a:spcAft>
                <a:spcPts val="0"/>
              </a:spcAft>
              <a:buClr>
                <a:schemeClr val="dk2"/>
              </a:buClr>
              <a:buSzPts val="1400"/>
              <a:buChar char="■"/>
              <a:defRPr>
                <a:solidFill>
                  <a:schemeClr val="dk2"/>
                </a:solidFill>
              </a:defRPr>
            </a:lvl6pPr>
            <a:lvl7pPr marL="3200400" indent="-317500">
              <a:lnSpc>
                <a:spcPct val="115000"/>
              </a:lnSpc>
              <a:spcBef>
                <a:spcPts val="0"/>
              </a:spcBef>
              <a:spcAft>
                <a:spcPts val="0"/>
              </a:spcAft>
              <a:buClr>
                <a:schemeClr val="dk2"/>
              </a:buClr>
              <a:buSzPts val="1400"/>
              <a:buChar char="●"/>
              <a:defRPr>
                <a:solidFill>
                  <a:schemeClr val="dk2"/>
                </a:solidFill>
              </a:defRPr>
            </a:lvl7pPr>
            <a:lvl8pPr marL="3657600" indent="-317500">
              <a:lnSpc>
                <a:spcPct val="115000"/>
              </a:lnSpc>
              <a:spcBef>
                <a:spcPts val="0"/>
              </a:spcBef>
              <a:spcAft>
                <a:spcPts val="0"/>
              </a:spcAft>
              <a:buClr>
                <a:schemeClr val="dk2"/>
              </a:buClr>
              <a:buSzPts val="1400"/>
              <a:buChar char="○"/>
              <a:defRPr>
                <a:solidFill>
                  <a:schemeClr val="dk2"/>
                </a:solidFill>
              </a:defRPr>
            </a:lvl8pPr>
            <a:lvl9pPr marL="4114800" indent="-317500">
              <a:lnSpc>
                <a:spcPct val="115000"/>
              </a:lnSpc>
              <a:spcBef>
                <a:spcPts val="0"/>
              </a:spcBef>
              <a:spcAft>
                <a:spcPts val="0"/>
              </a:spcAft>
              <a:buClr>
                <a:schemeClr val="dk2"/>
              </a:buClr>
              <a:buSzPts val="1400"/>
              <a:buChar char="■"/>
              <a:defRPr>
                <a:solidFill>
                  <a:schemeClr val="dk2"/>
                </a:solidFill>
              </a:defRPr>
            </a:lvl9pPr>
          </a:lstStyle>
          <a:p xmlns:a="http://schemas.openxmlformats.org/drawingml/2006/main"/>
        </p:txBody>
      </p:sp>
      <p:sp>
        <p:nvSpPr>
          <p:cNvPr id="8" name="Google Shape;8;p1">
            <a:extLst xmlns:a="http://schemas.openxmlformats.org/drawingml/2006/main">
              <a:ext uri="{FF2B5EF4-FFF2-40B4-BE49-F238E27FC236}">
                <a16:creationId xmlns:a16="http://schemas.microsoft.com/office/drawing/2014/main" id="{D25FD48D-64B5-412D-AF69-FA5238A4D65E}"/>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rmAutofit/>
          </a:bodyPr>
          <a:lstStyle xmlns:a="http://schemas.openxmlformats.org/drawingml/2006/main">
            <a:lvl1pPr algn="r">
              <a:buNone/>
              <a:defRPr sz="1000">
                <a:solidFill>
                  <a:schemeClr val="dk2"/>
                </a:solidFill>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463c6712946c4d6a"/>
    <p:sldLayoutId xmlns:r="http://schemas.openxmlformats.org/officeDocument/2006/relationships" id="2147483650" r:id="Ra8d04446e15a49f2"/>
    <p:sldLayoutId xmlns:r="http://schemas.openxmlformats.org/officeDocument/2006/relationships" id="2147483651" r:id="R84fd8ad1791844bd"/>
    <p:sldLayoutId xmlns:r="http://schemas.openxmlformats.org/officeDocument/2006/relationships" id="2147483652" r:id="Rdc87cbb5342341f7"/>
    <p:sldLayoutId xmlns:r="http://schemas.openxmlformats.org/officeDocument/2006/relationships" id="2147483653" r:id="Reb99180b88b041e1"/>
    <p:sldLayoutId xmlns:r="http://schemas.openxmlformats.org/officeDocument/2006/relationships" id="2147483654" r:id="R948abdc3a23e4e74"/>
    <p:sldLayoutId xmlns:r="http://schemas.openxmlformats.org/officeDocument/2006/relationships" id="2147483655" r:id="R4a5872f04a6849cc"/>
    <p:sldLayoutId xmlns:r="http://schemas.openxmlformats.org/officeDocument/2006/relationships" id="2147483656" r:id="R1bc874233496402f"/>
    <p:sldLayoutId xmlns:r="http://schemas.openxmlformats.org/officeDocument/2006/relationships" id="2147483657" r:id="R1c1309029f274d14"/>
    <p:sldLayoutId xmlns:r="http://schemas.openxmlformats.org/officeDocument/2006/relationships" id="2147483658" r:id="Rf6efb3858afc46d3"/>
    <p:sldLayoutId xmlns:r="http://schemas.openxmlformats.org/officeDocument/2006/relationships" id="2147483659" r:id="R9f1a083709d649dc"/>
    <p:sldLayoutId xmlns:r="http://schemas.openxmlformats.org/officeDocument/2006/relationships" id="2147483660" r:id="Re09ba15bdefd49be"/>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slideMaster2.xml><?xml version="1.0" encoding="utf-8"?>
<p:sldMaster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62" r:id="Reb1add45ec6e4494"/>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e4a5c77115f4c60" /><Relationship Type="http://schemas.openxmlformats.org/officeDocument/2006/relationships/image" Target="/ppt/media/image.png" Id="R2b26c8b851f24fc4" /><Relationship Type="http://schemas.openxmlformats.org/officeDocument/2006/relationships/notesSlide" Target="/ppt/notesSlides/notesSlide1.xml" Id="R15c2b6becbc4484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f10d98fe0094169" /><Relationship Type="http://schemas.openxmlformats.org/officeDocument/2006/relationships/image" Target="/ppt/media/image.png" Id="R6becd55c02f244a0" /><Relationship Type="http://schemas.openxmlformats.org/officeDocument/2006/relationships/notesSlide" Target="/ppt/notesSlides/notesSlide2.xml" Id="R12633cdc0c474dc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a52d6c3679f4474" /><Relationship Type="http://schemas.openxmlformats.org/officeDocument/2006/relationships/image" Target="/ppt/media/image.png" Id="Rb8b09f40538a403d" /><Relationship Type="http://schemas.openxmlformats.org/officeDocument/2006/relationships/notesSlide" Target="/ppt/notesSlides/notesSlide3.xml" Id="R228a414ce8614c1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a4be67e5c144151" /><Relationship Type="http://schemas.openxmlformats.org/officeDocument/2006/relationships/image" Target="/ppt/media/image.png" Id="R53b13d0774ba4afb" /><Relationship Type="http://schemas.openxmlformats.org/officeDocument/2006/relationships/notesSlide" Target="/ppt/notesSlides/notesSlide4.xml" Id="R9e2039d63f774f4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0d187da5d8f46ea" /><Relationship Type="http://schemas.openxmlformats.org/officeDocument/2006/relationships/image" Target="/ppt/media/image.png" Id="R6c73447341df4dbf" /><Relationship Type="http://schemas.openxmlformats.org/officeDocument/2006/relationships/notesSlide" Target="/ppt/notesSlides/notesSlide5.xml" Id="R605fecea7d2749c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deefff3e91d4326" /><Relationship Type="http://schemas.openxmlformats.org/officeDocument/2006/relationships/image" Target="/ppt/media/image.png" Id="R04ecfb2ad1794182" /><Relationship Type="http://schemas.openxmlformats.org/officeDocument/2006/relationships/notesSlide" Target="/ppt/notesSlides/notesSlide6.xml" Id="R072e6855301247c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ec4fa04f13e4ef2" /><Relationship Type="http://schemas.openxmlformats.org/officeDocument/2006/relationships/image" Target="/ppt/media/image.png" Id="R0082e0bb41e24eca" /><Relationship Type="http://schemas.openxmlformats.org/officeDocument/2006/relationships/notesSlide" Target="/ppt/notesSlides/notesSlide7.xml" Id="R2af32360625a4a4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ad97f5bc3934023" /><Relationship Type="http://schemas.openxmlformats.org/officeDocument/2006/relationships/image" Target="/ppt/media/image.png" Id="R2c5b7ed6c7894b05" /><Relationship Type="http://schemas.openxmlformats.org/officeDocument/2006/relationships/notesSlide" Target="/ppt/notesSlides/notesSlide8.xml" Id="Rc99edf48bf36451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4fa04426ba04d6a" /><Relationship Type="http://schemas.openxmlformats.org/officeDocument/2006/relationships/image" Target="/ppt/media/image.png" Id="Rfaaa9e74fc7c4b7d" /><Relationship Type="http://schemas.openxmlformats.org/officeDocument/2006/relationships/notesSlide" Target="/ppt/notesSlides/notesSlide9.xml" Id="Rc7e531afb9714f4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4c3adfbe43249f4" /><Relationship Type="http://schemas.openxmlformats.org/officeDocument/2006/relationships/image" Target="/ppt/media/image.png" Id="Rb19d1905c50a4192" /><Relationship Type="http://schemas.openxmlformats.org/officeDocument/2006/relationships/notesSlide" Target="/ppt/notesSlides/notesSlide10.xml" Id="Re856d0c0ed204e9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601c34ff026425c" /><Relationship Type="http://schemas.openxmlformats.org/officeDocument/2006/relationships/image" Target="/ppt/media/image.png" Id="R9ad106ea1b4b4def" /><Relationship Type="http://schemas.openxmlformats.org/officeDocument/2006/relationships/notesSlide" Target="/ppt/notesSlides/notesSlide11.xml" Id="Ra0f07bc8eb2e4da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80ed84fed71415f" /><Relationship Type="http://schemas.openxmlformats.org/officeDocument/2006/relationships/image" Target="/ppt/media/image.png" Id="R2647ac204c2643e7" /><Relationship Type="http://schemas.openxmlformats.org/officeDocument/2006/relationships/notesSlide" Target="/ppt/notesSlides/notesSlide12.xml" Id="Rf8994df0c75346c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562285aea47744c2" /><Relationship Type="http://schemas.openxmlformats.org/officeDocument/2006/relationships/image" Target="/ppt/media/image.png" Id="Rd6fd567145f048ef" /><Relationship Type="http://schemas.openxmlformats.org/officeDocument/2006/relationships/notesSlide" Target="/ppt/notesSlides/notesSlide13.xml" Id="R0e88c1187a454c0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42e12523aeb432f" /><Relationship Type="http://schemas.openxmlformats.org/officeDocument/2006/relationships/image" Target="/ppt/media/image.png" Id="R77e57a7775a54c45" /><Relationship Type="http://schemas.openxmlformats.org/officeDocument/2006/relationships/notesSlide" Target="/ppt/notesSlides/notesSlide14.xml" Id="R89e5a4eeeede402d"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164" name="Google Shape;164;p18">
            <a:extLst xmlns:a="http://schemas.openxmlformats.org/drawingml/2006/main">
              <a:ext uri="{FF2B5EF4-FFF2-40B4-BE49-F238E27FC236}">
                <a16:creationId xmlns:a16="http://schemas.microsoft.com/office/drawing/2014/main" id="{0DE056B8-D730-4511-848E-5B377B40D5A6}"/>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5" name="Google Shape;165;p18">
            <a:extLst xmlns:a="http://schemas.openxmlformats.org/drawingml/2006/main">
              <a:ext uri="{FF2B5EF4-FFF2-40B4-BE49-F238E27FC236}">
                <a16:creationId xmlns:a16="http://schemas.microsoft.com/office/drawing/2014/main" id="{F4B0C67B-0239-46A8-981F-6F37BFB92ABC}"/>
              </a:ext>
            </a:extLst>
          </p:cNvPr>
          <p:cNvSpPr>
            <a:spLocks xmlns:a="http://schemas.openxmlformats.org/drawingml/2006/main" noGrp="1"/>
          </p:cNvSpPr>
          <p:nvPr/>
        </p:nvSpPr>
        <p:spPr>
          <a:xfrm xmlns:a="http://schemas.openxmlformats.org/drawingml/2006/main">
            <a:off x="0" y="0"/>
            <a:ext cx="152400" cy="51435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6" name="Google Shape;166;p18">
            <a:extLst xmlns:a="http://schemas.openxmlformats.org/drawingml/2006/main">
              <a:ext uri="{FF2B5EF4-FFF2-40B4-BE49-F238E27FC236}">
                <a16:creationId xmlns:a16="http://schemas.microsoft.com/office/drawing/2014/main" id="{6E568AF2-9DF2-479D-B55D-9D4F1DBC8A85}"/>
              </a:ext>
            </a:extLst>
          </p:cNvPr>
          <p:cNvSpPr>
            <a:spLocks xmlns:a="http://schemas.openxmlformats.org/drawingml/2006/main" noGrp="1"/>
          </p:cNvSpPr>
          <p:nvPr/>
        </p:nvSpPr>
        <p:spPr>
          <a:xfrm xmlns:a="http://schemas.openxmlformats.org/drawingml/2006/main">
            <a:off x="152400" y="4191000"/>
            <a:ext cx="952500" cy="9525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7" name="Google Shape;167;p18">
            <a:extLst xmlns:a="http://schemas.openxmlformats.org/drawingml/2006/main">
              <a:ext uri="{FF2B5EF4-FFF2-40B4-BE49-F238E27FC236}">
                <a16:creationId xmlns:a16="http://schemas.microsoft.com/office/drawing/2014/main" id="{D027E377-6ED6-4E09-902F-2C5AB077D364}"/>
              </a:ext>
            </a:extLst>
          </p:cNvPr>
          <p:cNvSpPr>
            <a:spLocks xmlns:a="http://schemas.openxmlformats.org/drawingml/2006/main" noGrp="1"/>
          </p:cNvSpPr>
          <p:nvPr/>
        </p:nvSpPr>
        <p:spPr>
          <a:xfrm xmlns:a="http://schemas.openxmlformats.org/drawingml/2006/main">
            <a:off x="6667500" y="-476250"/>
            <a:ext cx="2857500" cy="2857500"/>
          </a:xfrm>
          <a:prstGeom xmlns:a="http://schemas.openxmlformats.org/drawingml/2006/main" prst="ellipse">
            <a:avLst/>
          </a:prstGeom>
          <a:solidFill xmlns:a="http://schemas.openxmlformats.org/drawingml/2006/main">
            <a:srgbClr val="00E5FF">
              <a:alpha val="1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9" name="Google Shape;169;p18">
            <a:extLst xmlns:a="http://schemas.openxmlformats.org/drawingml/2006/main">
              <a:ext uri="{FF2B5EF4-FFF2-40B4-BE49-F238E27FC236}">
                <a16:creationId xmlns:a16="http://schemas.microsoft.com/office/drawing/2014/main" id="{DBCB817E-3340-43EB-A640-BA03D36E2D78}"/>
              </a:ext>
            </a:extLst>
          </p:cNvPr>
          <p:cNvSpPr>
            <a:spLocks xmlns:a="http://schemas.openxmlformats.org/drawingml/2006/main" noGrp="1"/>
          </p:cNvSpPr>
          <p:nvPr/>
        </p:nvSpPr>
        <p:spPr>
          <a:xfrm xmlns:a="http://schemas.openxmlformats.org/drawingml/2006/main" rot="0" flipH="0" flipV="0">
            <a:off x="76200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0" name="Google Shape;170;p18">
            <a:extLst xmlns:a="http://schemas.openxmlformats.org/drawingml/2006/main">
              <a:ext uri="{FF2B5EF4-FFF2-40B4-BE49-F238E27FC236}">
                <a16:creationId xmlns:a16="http://schemas.microsoft.com/office/drawing/2014/main" id="{846D5E5D-2DE7-43FC-8463-89F0A1EC1988}"/>
              </a:ext>
            </a:extLst>
          </p:cNvPr>
          <p:cNvSpPr>
            <a:spLocks xmlns:a="http://schemas.openxmlformats.org/drawingml/2006/main" noGrp="1"/>
          </p:cNvSpPr>
          <p:nvPr/>
        </p:nvSpPr>
        <p:spPr>
          <a:xfrm xmlns:a="http://schemas.openxmlformats.org/drawingml/2006/main" rot="0" flipH="0" flipV="0">
            <a:off x="77343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1" name="Google Shape;171;p18">
            <a:extLst xmlns:a="http://schemas.openxmlformats.org/drawingml/2006/main">
              <a:ext uri="{FF2B5EF4-FFF2-40B4-BE49-F238E27FC236}">
                <a16:creationId xmlns:a16="http://schemas.microsoft.com/office/drawing/2014/main" id="{8EC11F0F-9A7B-4F12-9E01-17CAC8D3DF77}"/>
              </a:ext>
            </a:extLst>
          </p:cNvPr>
          <p:cNvSpPr>
            <a:spLocks xmlns:a="http://schemas.openxmlformats.org/drawingml/2006/main" noGrp="1"/>
          </p:cNvSpPr>
          <p:nvPr/>
        </p:nvSpPr>
        <p:spPr>
          <a:xfrm xmlns:a="http://schemas.openxmlformats.org/drawingml/2006/main" rot="0" flipH="0" flipV="0">
            <a:off x="78486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2" name="Google Shape;172;p18">
            <a:extLst xmlns:a="http://schemas.openxmlformats.org/drawingml/2006/main">
              <a:ext uri="{FF2B5EF4-FFF2-40B4-BE49-F238E27FC236}">
                <a16:creationId xmlns:a16="http://schemas.microsoft.com/office/drawing/2014/main" id="{0B6796F8-8912-4B22-8BDF-CBC60F1C980C}"/>
              </a:ext>
            </a:extLst>
          </p:cNvPr>
          <p:cNvSpPr>
            <a:spLocks xmlns:a="http://schemas.openxmlformats.org/drawingml/2006/main" noGrp="1"/>
          </p:cNvSpPr>
          <p:nvPr/>
        </p:nvSpPr>
        <p:spPr>
          <a:xfrm xmlns:a="http://schemas.openxmlformats.org/drawingml/2006/main" rot="0" flipH="0" flipV="0">
            <a:off x="79629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3" name="Google Shape;173;p18">
            <a:extLst xmlns:a="http://schemas.openxmlformats.org/drawingml/2006/main">
              <a:ext uri="{FF2B5EF4-FFF2-40B4-BE49-F238E27FC236}">
                <a16:creationId xmlns:a16="http://schemas.microsoft.com/office/drawing/2014/main" id="{67EC2D93-D578-42DC-9834-1253F3915058}"/>
              </a:ext>
            </a:extLst>
          </p:cNvPr>
          <p:cNvSpPr>
            <a:spLocks xmlns:a="http://schemas.openxmlformats.org/drawingml/2006/main" noGrp="1"/>
          </p:cNvSpPr>
          <p:nvPr/>
        </p:nvSpPr>
        <p:spPr>
          <a:xfrm xmlns:a="http://schemas.openxmlformats.org/drawingml/2006/main" rot="0" flipH="0" flipV="0">
            <a:off x="76200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4" name="Google Shape;174;p18">
            <a:extLst xmlns:a="http://schemas.openxmlformats.org/drawingml/2006/main">
              <a:ext uri="{FF2B5EF4-FFF2-40B4-BE49-F238E27FC236}">
                <a16:creationId xmlns:a16="http://schemas.microsoft.com/office/drawing/2014/main" id="{81DB0D2C-54A9-4654-8D40-879437C4764E}"/>
              </a:ext>
            </a:extLst>
          </p:cNvPr>
          <p:cNvSpPr>
            <a:spLocks xmlns:a="http://schemas.openxmlformats.org/drawingml/2006/main" noGrp="1"/>
          </p:cNvSpPr>
          <p:nvPr/>
        </p:nvSpPr>
        <p:spPr>
          <a:xfrm xmlns:a="http://schemas.openxmlformats.org/drawingml/2006/main" rot="0" flipH="0" flipV="0">
            <a:off x="77343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5" name="Google Shape;175;p18">
            <a:extLst xmlns:a="http://schemas.openxmlformats.org/drawingml/2006/main">
              <a:ext uri="{FF2B5EF4-FFF2-40B4-BE49-F238E27FC236}">
                <a16:creationId xmlns:a16="http://schemas.microsoft.com/office/drawing/2014/main" id="{7FF5E12C-7527-4E16-B174-43D64216977E}"/>
              </a:ext>
            </a:extLst>
          </p:cNvPr>
          <p:cNvSpPr>
            <a:spLocks xmlns:a="http://schemas.openxmlformats.org/drawingml/2006/main" noGrp="1"/>
          </p:cNvSpPr>
          <p:nvPr/>
        </p:nvSpPr>
        <p:spPr>
          <a:xfrm xmlns:a="http://schemas.openxmlformats.org/drawingml/2006/main" rot="0" flipH="0" flipV="0">
            <a:off x="78486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6" name="Google Shape;176;p18">
            <a:extLst xmlns:a="http://schemas.openxmlformats.org/drawingml/2006/main">
              <a:ext uri="{FF2B5EF4-FFF2-40B4-BE49-F238E27FC236}">
                <a16:creationId xmlns:a16="http://schemas.microsoft.com/office/drawing/2014/main" id="{44D038AA-5BD2-453E-9E5A-820DDF77B688}"/>
              </a:ext>
            </a:extLst>
          </p:cNvPr>
          <p:cNvSpPr>
            <a:spLocks xmlns:a="http://schemas.openxmlformats.org/drawingml/2006/main" noGrp="1"/>
          </p:cNvSpPr>
          <p:nvPr/>
        </p:nvSpPr>
        <p:spPr>
          <a:xfrm xmlns:a="http://schemas.openxmlformats.org/drawingml/2006/main" rot="0" flipH="0" flipV="0">
            <a:off x="79629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210" name="Google Shape;177;p18"/>
          <p:cNvPicPr>
            <a:picLocks xmlns:a="http://schemas.openxmlformats.org/drawingml/2006/main" noChangeAspect="1"/>
          </p:cNvPicPr>
          <p:nvPr/>
        </p:nvPicPr>
        <p:blipFill rotWithShape="1">
          <a:blip xmlns:r="http://schemas.openxmlformats.org/officeDocument/2006/relationships" xmlns:a="http://schemas.openxmlformats.org/drawingml/2006/main" r:embed="R2b26c8b851f24fc4">
            <a:alphaModFix/>
          </a:blip>
          <a:srcRect xmlns:a="http://schemas.openxmlformats.org/drawingml/2006/main" l="0" t="0" r="0" b="0"/>
          <a:stretch xmlns:a="http://schemas.openxmlformats.org/drawingml/2006/main"/>
        </p:blipFill>
        <p:spPr>
          <a:xfrm xmlns:a="http://schemas.openxmlformats.org/drawingml/2006/main" rot="0" flipH="0" flipV="0">
            <a:off x="7620000" y="4038600"/>
            <a:ext cx="38100" cy="38100"/>
          </a:xfrm>
          <a:prstGeom xmlns:a="http://schemas.openxmlformats.org/drawingml/2006/main" prst="rect">
            <a:avLst/>
          </a:prstGeom>
          <a:ln xmlns:a="http://schemas.openxmlformats.org/drawingml/2006/main">
            <a:noFill/>
          </a:ln>
        </p:spPr>
      </p:pic>
      <p:pic>
        <p:nvPicPr>
          <p:cNvPr id="211" name="Google Shape;178;p18"/>
          <p:cNvPicPr>
            <a:picLocks xmlns:a="http://schemas.openxmlformats.org/drawingml/2006/main" noChangeAspect="1"/>
          </p:cNvPicPr>
          <p:nvPr/>
        </p:nvPicPr>
        <p:blipFill rotWithShape="1">
          <a:blip xmlns:r="http://schemas.openxmlformats.org/officeDocument/2006/relationships" xmlns:a="http://schemas.openxmlformats.org/drawingml/2006/main" r:embed="R2b26c8b851f24fc4">
            <a:alphaModFix/>
          </a:blip>
          <a:srcRect xmlns:a="http://schemas.openxmlformats.org/drawingml/2006/main" l="0" t="0" r="0" b="0"/>
          <a:stretch xmlns:a="http://schemas.openxmlformats.org/drawingml/2006/main"/>
        </p:blipFill>
        <p:spPr>
          <a:xfrm xmlns:a="http://schemas.openxmlformats.org/drawingml/2006/main" rot="0" flipH="0" flipV="0">
            <a:off x="7734300" y="4038600"/>
            <a:ext cx="38100" cy="38100"/>
          </a:xfrm>
          <a:prstGeom xmlns:a="http://schemas.openxmlformats.org/drawingml/2006/main" prst="rect">
            <a:avLst/>
          </a:prstGeom>
          <a:ln xmlns:a="http://schemas.openxmlformats.org/drawingml/2006/main">
            <a:noFill/>
          </a:ln>
        </p:spPr>
      </p:pic>
      <p:pic>
        <p:nvPicPr>
          <p:cNvPr id="212" name="Google Shape;179;p18"/>
          <p:cNvPicPr>
            <a:picLocks xmlns:a="http://schemas.openxmlformats.org/drawingml/2006/main" noChangeAspect="1"/>
          </p:cNvPicPr>
          <p:nvPr/>
        </p:nvPicPr>
        <p:blipFill rotWithShape="1">
          <a:blip xmlns:r="http://schemas.openxmlformats.org/officeDocument/2006/relationships" xmlns:a="http://schemas.openxmlformats.org/drawingml/2006/main" r:embed="R2b26c8b851f24fc4">
            <a:alphaModFix/>
          </a:blip>
          <a:srcRect xmlns:a="http://schemas.openxmlformats.org/drawingml/2006/main" l="0" t="0" r="0" b="0"/>
          <a:stretch xmlns:a="http://schemas.openxmlformats.org/drawingml/2006/main"/>
        </p:blipFill>
        <p:spPr>
          <a:xfrm xmlns:a="http://schemas.openxmlformats.org/drawingml/2006/main" rot="0" flipH="0" flipV="0">
            <a:off x="7848600" y="4038600"/>
            <a:ext cx="38100" cy="38100"/>
          </a:xfrm>
          <a:prstGeom xmlns:a="http://schemas.openxmlformats.org/drawingml/2006/main" prst="rect">
            <a:avLst/>
          </a:prstGeom>
          <a:ln xmlns:a="http://schemas.openxmlformats.org/drawingml/2006/main">
            <a:noFill/>
          </a:ln>
        </p:spPr>
      </p:pic>
      <p:pic>
        <p:nvPicPr>
          <p:cNvPr id="213" name="Google Shape;180;p18"/>
          <p:cNvPicPr>
            <a:picLocks xmlns:a="http://schemas.openxmlformats.org/drawingml/2006/main" noChangeAspect="1"/>
          </p:cNvPicPr>
          <p:nvPr/>
        </p:nvPicPr>
        <p:blipFill rotWithShape="1">
          <a:blip xmlns:r="http://schemas.openxmlformats.org/officeDocument/2006/relationships" xmlns:a="http://schemas.openxmlformats.org/drawingml/2006/main" r:embed="R2b26c8b851f24fc4">
            <a:alphaModFix/>
          </a:blip>
          <a:srcRect xmlns:a="http://schemas.openxmlformats.org/drawingml/2006/main" l="0" t="0" r="0" b="0"/>
          <a:stretch xmlns:a="http://schemas.openxmlformats.org/drawingml/2006/main"/>
        </p:blipFill>
        <p:spPr>
          <a:xfrm xmlns:a="http://schemas.openxmlformats.org/drawingml/2006/main" rot="0" flipH="0" flipV="0">
            <a:off x="7962900" y="4038600"/>
            <a:ext cx="38100" cy="38100"/>
          </a:xfrm>
          <a:prstGeom xmlns:a="http://schemas.openxmlformats.org/drawingml/2006/main" prst="rect">
            <a:avLst/>
          </a:prstGeom>
          <a:ln xmlns:a="http://schemas.openxmlformats.org/drawingml/2006/main">
            <a:noFill/>
          </a:ln>
        </p:spPr>
      </p:pic>
      <p:pic>
        <p:nvPicPr>
          <p:cNvPr id="214" name="Google Shape;181;p18"/>
          <p:cNvPicPr>
            <a:picLocks xmlns:a="http://schemas.openxmlformats.org/drawingml/2006/main" noChangeAspect="1"/>
          </p:cNvPicPr>
          <p:nvPr/>
        </p:nvPicPr>
        <p:blipFill rotWithShape="1">
          <a:blip xmlns:r="http://schemas.openxmlformats.org/officeDocument/2006/relationships" xmlns:a="http://schemas.openxmlformats.org/drawingml/2006/main" r:embed="R2b26c8b851f24fc4">
            <a:alphaModFix/>
          </a:blip>
          <a:srcRect xmlns:a="http://schemas.openxmlformats.org/drawingml/2006/main" l="0" t="0" r="0" b="0"/>
          <a:stretch xmlns:a="http://schemas.openxmlformats.org/drawingml/2006/main"/>
        </p:blipFill>
        <p:spPr>
          <a:xfrm xmlns:a="http://schemas.openxmlformats.org/drawingml/2006/main" rot="0" flipH="0" flipV="0">
            <a:off x="7620000" y="4152900"/>
            <a:ext cx="38100" cy="38100"/>
          </a:xfrm>
          <a:prstGeom xmlns:a="http://schemas.openxmlformats.org/drawingml/2006/main" prst="rect">
            <a:avLst/>
          </a:prstGeom>
          <a:ln xmlns:a="http://schemas.openxmlformats.org/drawingml/2006/main">
            <a:noFill/>
          </a:ln>
        </p:spPr>
      </p:pic>
      <p:pic>
        <p:nvPicPr>
          <p:cNvPr id="215" name="Google Shape;182;p18"/>
          <p:cNvPicPr>
            <a:picLocks xmlns:a="http://schemas.openxmlformats.org/drawingml/2006/main" noChangeAspect="1"/>
          </p:cNvPicPr>
          <p:nvPr/>
        </p:nvPicPr>
        <p:blipFill rotWithShape="1">
          <a:blip xmlns:r="http://schemas.openxmlformats.org/officeDocument/2006/relationships" xmlns:a="http://schemas.openxmlformats.org/drawingml/2006/main" r:embed="R2b26c8b851f24fc4">
            <a:alphaModFix/>
          </a:blip>
          <a:srcRect xmlns:a="http://schemas.openxmlformats.org/drawingml/2006/main" l="0" t="0" r="0" b="0"/>
          <a:stretch xmlns:a="http://schemas.openxmlformats.org/drawingml/2006/main"/>
        </p:blipFill>
        <p:spPr>
          <a:xfrm xmlns:a="http://schemas.openxmlformats.org/drawingml/2006/main" rot="0" flipH="0" flipV="0">
            <a:off x="7734300" y="4152900"/>
            <a:ext cx="38100" cy="38100"/>
          </a:xfrm>
          <a:prstGeom xmlns:a="http://schemas.openxmlformats.org/drawingml/2006/main" prst="rect">
            <a:avLst/>
          </a:prstGeom>
          <a:ln xmlns:a="http://schemas.openxmlformats.org/drawingml/2006/main">
            <a:noFill/>
          </a:ln>
        </p:spPr>
      </p:pic>
      <p:pic>
        <p:nvPicPr>
          <p:cNvPr id="216" name="Google Shape;183;p18"/>
          <p:cNvPicPr>
            <a:picLocks xmlns:a="http://schemas.openxmlformats.org/drawingml/2006/main" noChangeAspect="1"/>
          </p:cNvPicPr>
          <p:nvPr/>
        </p:nvPicPr>
        <p:blipFill rotWithShape="1">
          <a:blip xmlns:r="http://schemas.openxmlformats.org/officeDocument/2006/relationships" xmlns:a="http://schemas.openxmlformats.org/drawingml/2006/main" r:embed="R2b26c8b851f24fc4">
            <a:alphaModFix/>
          </a:blip>
          <a:srcRect xmlns:a="http://schemas.openxmlformats.org/drawingml/2006/main" l="0" t="0" r="0" b="0"/>
          <a:stretch xmlns:a="http://schemas.openxmlformats.org/drawingml/2006/main"/>
        </p:blipFill>
        <p:spPr>
          <a:xfrm xmlns:a="http://schemas.openxmlformats.org/drawingml/2006/main" rot="0" flipH="0" flipV="0">
            <a:off x="7848600" y="4152900"/>
            <a:ext cx="38100" cy="38100"/>
          </a:xfrm>
          <a:prstGeom xmlns:a="http://schemas.openxmlformats.org/drawingml/2006/main" prst="rect">
            <a:avLst/>
          </a:prstGeom>
          <a:ln xmlns:a="http://schemas.openxmlformats.org/drawingml/2006/main">
            <a:noFill/>
          </a:ln>
        </p:spPr>
      </p:pic>
      <p:pic>
        <p:nvPicPr>
          <p:cNvPr id="217" name="Google Shape;184;p18"/>
          <p:cNvPicPr>
            <a:picLocks xmlns:a="http://schemas.openxmlformats.org/drawingml/2006/main" noChangeAspect="1"/>
          </p:cNvPicPr>
          <p:nvPr/>
        </p:nvPicPr>
        <p:blipFill rotWithShape="1">
          <a:blip xmlns:r="http://schemas.openxmlformats.org/officeDocument/2006/relationships" xmlns:a="http://schemas.openxmlformats.org/drawingml/2006/main" r:embed="R2b26c8b851f24fc4">
            <a:alphaModFix/>
          </a:blip>
          <a:srcRect xmlns:a="http://schemas.openxmlformats.org/drawingml/2006/main" l="0" t="0" r="0" b="0"/>
          <a:stretch xmlns:a="http://schemas.openxmlformats.org/drawingml/2006/main"/>
        </p:blipFill>
        <p:spPr>
          <a:xfrm xmlns:a="http://schemas.openxmlformats.org/drawingml/2006/main" rot="0" flipH="0" flipV="0">
            <a:off x="7962900" y="4152900"/>
            <a:ext cx="38100" cy="38100"/>
          </a:xfrm>
          <a:prstGeom xmlns:a="http://schemas.openxmlformats.org/drawingml/2006/main" prst="rect">
            <a:avLst/>
          </a:prstGeom>
          <a:ln xmlns:a="http://schemas.openxmlformats.org/drawingml/2006/main">
            <a:noFill/>
          </a:ln>
        </p:spPr>
      </p:pic>
      <p:sp>
        <p:nvSpPr>
          <p:cNvPr id="186" name="Google Shape;186;p18">
            <a:extLst xmlns:a="http://schemas.openxmlformats.org/drawingml/2006/main">
              <a:ext uri="{FF2B5EF4-FFF2-40B4-BE49-F238E27FC236}">
                <a16:creationId xmlns:a16="http://schemas.microsoft.com/office/drawing/2014/main" id="{17AA0CF5-EF20-44C8-A567-10D0EE52A5DA}"/>
              </a:ext>
            </a:extLst>
          </p:cNvPr>
          <p:cNvSpPr>
            <a:spLocks xmlns:a="http://schemas.openxmlformats.org/drawingml/2006/main" noGrp="1"/>
          </p:cNvSpPr>
          <p:nvPr/>
        </p:nvSpPr>
        <p:spPr>
          <a:xfrm xmlns:a="http://schemas.openxmlformats.org/drawingml/2006/main" rot="0" flipH="0" flipV="0">
            <a:off x="8534400" y="304800"/>
            <a:ext cx="152400" cy="152400"/>
          </a:xfrm>
          <a:prstGeom xmlns:a="http://schemas.openxmlformats.org/drawingml/2006/main" prst="rect">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7" name="Google Shape;187;p18">
            <a:extLst xmlns:a="http://schemas.openxmlformats.org/drawingml/2006/main">
              <a:ext uri="{FF2B5EF4-FFF2-40B4-BE49-F238E27FC236}">
                <a16:creationId xmlns:a16="http://schemas.microsoft.com/office/drawing/2014/main" id="{D505B9D4-D241-4154-8C0B-A07A73AC634C}"/>
              </a:ext>
            </a:extLst>
          </p:cNvPr>
          <p:cNvSpPr>
            <a:spLocks xmlns:a="http://schemas.openxmlformats.org/drawingml/2006/main" noGrp="1"/>
          </p:cNvSpPr>
          <p:nvPr/>
        </p:nvSpPr>
        <p:spPr>
          <a:xfrm xmlns:a="http://schemas.openxmlformats.org/drawingml/2006/main" rot="0" flipH="0" flipV="0">
            <a:off x="8648700" y="4191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8" name="Google Shape;188;p18">
            <a:extLst xmlns:a="http://schemas.openxmlformats.org/drawingml/2006/main">
              <a:ext uri="{FF2B5EF4-FFF2-40B4-BE49-F238E27FC236}">
                <a16:creationId xmlns:a16="http://schemas.microsoft.com/office/drawing/2014/main" id="{1AA2AA82-67D5-4A9C-AAF1-D86E9A8C367B}"/>
              </a:ext>
            </a:extLst>
          </p:cNvPr>
          <p:cNvSpPr>
            <a:spLocks xmlns:a="http://schemas.openxmlformats.org/drawingml/2006/main" noGrp="1"/>
          </p:cNvSpPr>
          <p:nvPr/>
        </p:nvSpPr>
        <p:spPr>
          <a:xfrm xmlns:a="http://schemas.openxmlformats.org/drawingml/2006/main" rot="0" flipH="0" flipV="0">
            <a:off x="8763000" y="304800"/>
            <a:ext cx="152400" cy="1524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9" name="Google Shape;189;p18">
            <a:extLst xmlns:a="http://schemas.openxmlformats.org/drawingml/2006/main">
              <a:ext uri="{FF2B5EF4-FFF2-40B4-BE49-F238E27FC236}">
                <a16:creationId xmlns:a16="http://schemas.microsoft.com/office/drawing/2014/main" id="{35E75DEF-0A60-4D1C-83EB-DDD861167DA2}"/>
              </a:ext>
            </a:extLst>
          </p:cNvPr>
          <p:cNvSpPr>
            <a:spLocks xmlns:a="http://schemas.openxmlformats.org/drawingml/2006/main" noGrp="1"/>
          </p:cNvSpPr>
          <p:nvPr/>
        </p:nvSpPr>
        <p:spPr>
          <a:xfrm xmlns:a="http://schemas.openxmlformats.org/drawingml/2006/main">
            <a:off x="762000" y="1143000"/>
            <a:ext cx="7620000" cy="2857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ctr">
              <a:spcBef>
                <a:spcPts val="0"/>
              </a:spcBef>
              <a:spcAft>
                <a:spcPts val="0"/>
              </a:spcAft>
              <a:buNone/>
            </a:pPr>
            <a:r>
              <a:rPr sz="1500" b="0">
                <a:solidFill>
                  <a:srgbClr val="00E5FF"/>
                </a:solidFill>
                <a:latin typeface="Montserrat ExtraBold"/>
                <a:ea typeface="Montserrat ExtraBold"/>
                <a:cs typeface="Montserrat ExtraBold"/>
              </a:rPr>
              <a:t>Falco libs</a:t>
            </a:r>
            <a:endParaRPr sz="1500" b="0">
              <a:solidFill>
                <a:srgbClr val="00E5FF"/>
              </a:solidFill>
              <a:latin typeface="Montserrat ExtraBold"/>
              <a:ea typeface="Montserrat ExtraBold"/>
              <a:cs typeface="Montserrat ExtraBold"/>
            </a:endParaRPr>
          </a:p>
          <a:p xmlns:a="http://schemas.openxmlformats.org/drawingml/2006/main">
            <a:pPr marL="0" lvl="0" indent="0" algn="ctr">
              <a:spcBef>
                <a:spcPts val="1800"/>
              </a:spcBef>
              <a:spcAft>
                <a:spcPts val="0"/>
              </a:spcAft>
              <a:buNone/>
            </a:pPr>
            <a:r>
              <a:rPr sz="3600">
                <a:solidFill>
                  <a:srgbClr val="FFFFFF"/>
                </a:solidFill>
                <a:latin typeface="Montserrat Black"/>
                <a:ea typeface="Montserrat Black"/>
                <a:cs typeface="Montserrat Black"/>
              </a:rPr>
              <a:t>Building a syscall
monitoring agent with
libscap and libsinsp</a:t>
            </a:r>
            <a:endParaRPr sz="3600" b="0">
              <a:solidFill>
                <a:srgbClr val="FFFFFF"/>
              </a:solidFill>
              <a:latin typeface="Montserrat Black"/>
              <a:ea typeface="Montserrat Black"/>
              <a:cs typeface="Montserrat Black"/>
            </a:endParaRPr>
          </a:p>
        </p:txBody>
      </p:sp>
    </p:spTree>
    <p:extLst>
      <p:ext uri="{BB962C8B-B14F-4D97-AF65-F5344CB8AC3E}">
        <p14:creationId xmlns:p14="http://schemas.microsoft.com/office/powerpoint/2010/main" val="183891831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A collector, one step at a time</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Follow along or watch the presenter.</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Set up Ubuntu first. Then add one small piece and run it again.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libscap captures syscalls. libsinsp provides event and process context.</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The workshop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1  Create src/ and attach</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2  Read and count events</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3  Keep process executions</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4  Add process name and PID</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6becd55c02f244a0">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6becd55c02f244a0">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6becd55c02f244a0">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6becd55c02f244a0">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Mac setup</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Following along? Open Terminal.</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Mac: clone, then run setup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git clone https://github.com/julianshalaby-perj/falco-libs-workshop.git</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cd falco-libs-workshop</a:t>
            </a:r>
          </a:p>
          <a:p xmlns:a="http://schemas.openxmlformats.org/drawingml/2006/main">
            <a:pPr marL="0" indent="0">
              <a:spcBef>
                <a:spcPts val="0"/>
              </a:spcBef>
              <a:spcAft>
                <a:spcPts val="0"/>
              </a:spcAft>
              <a:buNone/>
            </a:pPr>
            <a:r>
              <a:rPr sz="15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scripts/mac/setup.sh</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b8b09f40538a403d">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b8b09f40538a403d">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b8b09f40538a403d">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b8b09f40538a403d">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Windows setup</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Following along? Open PowerShell.</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Windows: clone, then run setup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git clone https://github.com/julianshalaby-perj/falco-libs-workshop.git</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cd falco-libs-workshop</a:t>
            </a:r>
          </a:p>
          <a:p xmlns:a="http://schemas.openxmlformats.org/drawingml/2006/main">
            <a:pPr marL="0" indent="0">
              <a:spcBef>
                <a:spcPts val="0"/>
              </a:spcBef>
              <a:spcAft>
                <a:spcPts val="0"/>
              </a:spcAft>
              <a:buNone/>
            </a:pPr>
            <a:r>
              <a:rPr sz="15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scripts/windows/setup.ps1</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53b13d0774ba4afb">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53b13d0774ba4afb">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53b13d0774ba4afb">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53b13d0774ba4afb">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Two terminals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 keep your Mac or Windows terminal in the repo folder. Run your platform’s step scripts here.</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B: open a second terminal and enter Ubuntu. Run commands for the collector to observe.</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Terminal B: enter Ubuntu</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shell falco-lab</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cd ~/falco-libs-workshop</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During steps 2–4</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/usr/bin/id</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6c73447341df4dbf">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6c73447341df4dbf">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6c73447341df4dbf">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6c73447341df4dbf">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Mac steps</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Terminal A: run each step when we reach it.</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Mac: Terminal in the repo folder</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scripts/mac/step-1.sh</a:t>
            </a:r>
          </a:p>
          <a:p xmlns:a="http://schemas.openxmlformats.org/drawingml/2006/main">
            <a:pPr marL="0" indent="0">
              <a:spcBef>
                <a:spcPts val="0"/>
              </a:spcBef>
              <a:spcAft>
                <a:spcPts val="0"/>
              </a:spcAft>
              <a:buNone/>
            </a:pPr>
            <a:r>
              <a:rPr sz="15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scripts/mac/step-2.sh</a:t>
            </a:r>
          </a:p>
          <a:p xmlns:a="http://schemas.openxmlformats.org/drawingml/2006/main">
            <a:pPr marL="0" indent="0">
              <a:spcBef>
                <a:spcPts val="0"/>
              </a:spcBef>
              <a:spcAft>
                <a:spcPts val="0"/>
              </a:spcAft>
              <a:buNone/>
            </a:pPr>
            <a:r>
              <a:rPr sz="15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scripts/mac/step-3.sh</a:t>
            </a:r>
          </a:p>
          <a:p xmlns:a="http://schemas.openxmlformats.org/drawingml/2006/main">
            <a:pPr marL="0" indent="0">
              <a:spcBef>
                <a:spcPts val="0"/>
              </a:spcBef>
              <a:spcAft>
                <a:spcPts val="0"/>
              </a:spcAft>
              <a:buNone/>
            </a:pPr>
            <a:r>
              <a:rPr sz="15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scripts/mac/step-4.sh</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04ecfb2ad1794182">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04ecfb2ad1794182">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04ecfb2ad1794182">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04ecfb2ad1794182">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Windows steps</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Terminal A: run each step when we reach it.</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Windows: PowerShell in the repo folder</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scripts/windows/step-1.ps1</a:t>
            </a:r>
          </a:p>
          <a:p xmlns:a="http://schemas.openxmlformats.org/drawingml/2006/main">
            <a:pPr marL="0" indent="0">
              <a:spcBef>
                <a:spcPts val="0"/>
              </a:spcBef>
              <a:spcAft>
                <a:spcPts val="0"/>
              </a:spcAft>
              <a:buNone/>
            </a:pPr>
            <a:r>
              <a:rPr sz="15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scripts/windows/step-2.ps1</a:t>
            </a:r>
          </a:p>
          <a:p xmlns:a="http://schemas.openxmlformats.org/drawingml/2006/main">
            <a:pPr marL="0" indent="0">
              <a:spcBef>
                <a:spcPts val="0"/>
              </a:spcBef>
              <a:spcAft>
                <a:spcPts val="0"/>
              </a:spcAft>
              <a:buNone/>
            </a:pPr>
            <a:r>
              <a:rPr sz="15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scripts/windows/step-3.ps1</a:t>
            </a:r>
          </a:p>
          <a:p xmlns:a="http://schemas.openxmlformats.org/drawingml/2006/main">
            <a:pPr marL="0" indent="0">
              <a:spcBef>
                <a:spcPts val="0"/>
              </a:spcBef>
              <a:spcAft>
                <a:spcPts val="0"/>
              </a:spcAft>
              <a:buNone/>
            </a:pPr>
            <a:r>
              <a:rPr sz="15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scripts/windows/step-4.ps1</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0082e0bb41e24eca">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0082e0bb41e24eca">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0082e0bb41e24eca">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0082e0bb41e24eca">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1: Create the collector</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step 1 in terminal A.</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It creates src/main.cpp and src/CMakeLists.txt on your laptop, then builds them in Ubuntu.</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collector attaches and stops. It does not read events yet.</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The two new files (excerpts)</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src/CMakeLists.txt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add_executable(workshop-agent main.cpp)</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target_link_libraries(workshop-agent sinsp)</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src/main.cpp, inside main()</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sinsp inspector;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inspector.open_modern_bpf();</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inspector.start_capture();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std::cout &lt;&lt; "Attached." &lt;&lt; std::endl;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inspector.stop_capture();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inspector.close();</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2c5b7ed6c7894b05">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2c5b7ed6c7894b05">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2c5b7ed6c7894b05">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2c5b7ed6c7894b05">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2: Read events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step 2 in terminal A.</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It adds the read loop and starts a ten-second capture.</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next() returns an event or a status.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Step 2: generated main.cpp (first half)</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std::uint64_t received = 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const auto until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std::chrono::steady_clock::now()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std::chrono::seconds(10);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while(std::chrono::steady_clock::now()</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&lt; until)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sinsp_evt* event = nullptr;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const auto result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inspector.next(&amp;event);</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faaa9e74fc7c4b7d">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faaa9e74fc7c4b7d">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faaa9e74fc7c4b7d">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faaa9e74fc7c4b7d">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2: Count the returned events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Skip timeouts and filtered events.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Report errors instead of treating them as events.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script prints the count when capture ends. It varies with VM activity.</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Step 2: generated main.cpp (continued)</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if(result == SCAP_TIMEOUT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result == SCAP_FILTERED_EVENT)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continue;</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if(result == SCAP_EOF) { break;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if(result != SCAP_SUCCESS)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throw std::runtime_error(</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inspector.getlasterr());</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++received;</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 STEP 4 goes here later.</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std::cout &lt;&lt; "Received " &lt;&lt; received</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&lt;&lt; " events." &lt;&lt; std::endl;</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b19d1905c50a4192">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b19d1905c50a4192">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b19d1905c50a4192">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b19d1905c50a4192">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3: Keep process executions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step 3 in terminal A.</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script adds this filter before opening capture. Run id in B.</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count now covers execution exit events.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Step 3: filter added to main.cpp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inspector.set_filter(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"evt.type in (execve, execveat)"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 and evt.dir=&lt;");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During capture, in VM terminal B</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/usr/bin/id</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9ad106ea1b4b4def">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9ad106ea1b4b4def">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9ad106ea1b4b4def">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9ad106ea1b4b4def">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4: Add process context</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step 4 in terminal A.</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script adds process context to the read loop.</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id in B again during capture.</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Step 4: context added to main.cpp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const auto* process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event-&gt;get_thread_info();</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if(process != nullptr)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std::cout &lt;&lt; event-&gt;get_name()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&lt;&lt; " pid=" &lt;&lt; process-&gt;m_pid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&lt;&lt; " name=" &lt;&lt; process-&gt;m_comm</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&lt;&lt; std::endl;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2647ac204c2643e7">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2647ac204c2643e7">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2647ac204c2643e7">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2647ac204c2643e7">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The finished collector</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Attach. Read. Filter. Add context.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One short line per process execution.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It stops after ten seconds.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Step 4 installs the complete collector.</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Example output; PID and count will vary</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Attached to the Ubuntu kernel.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execve pid=1234 name=id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Received 1 events.</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Capture stopped.</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Inspect its code in VM terminal B</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cat src/main.cpp</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d6fd567145f048ef">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d6fd567145f048ef">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d6fd567145f048ef">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d6fd567145f048ef">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After the workshop</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collector monitors the Ubuntu VM.</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libscap handles capture. libsinsp adds context.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Stop the VM when you are done.</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Host terminal</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stop falco-lab</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Next time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start falco-lab</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shell falco-lab</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77e57a7775a54c45">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77e57a7775a54c45">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77e57a7775a54c45">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77e57a7775a54c45">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2026-10-01T22:52:22.1450000Z</dcterms:created>
  <dcterms:modified xsi:type="dcterms:W3CDTF">2026-10-01T22:52:22.1450000Z</dcterms:modified>
</coreProperties>
</file>