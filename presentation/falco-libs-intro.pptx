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d9c18a3f5ea4c36" /><Relationship Type="http://schemas.openxmlformats.org/officeDocument/2006/relationships/extended-properties" Target="/docProps/app.xml" Id="R2237bb4d63c74874" /><Relationship Type="http://schemas.openxmlformats.org/officeDocument/2006/relationships/officeDocument" Target="/ppt/presentation.xml" Id="R06d9ede9dfc04ad1"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0d4d352cc9b94e76"/>
    <p:sldMasterId xmlns:r="http://schemas.openxmlformats.org/officeDocument/2006/relationships" id="2147483661" r:id="Re2b209ded4f64feb"/>
  </p:sldMasterIdLst>
  <p:notesMasterIdLst>
    <p:notesMasterId xmlns:r="http://schemas.openxmlformats.org/officeDocument/2006/relationships" r:id="Rda3d6c5a5c704272"/>
  </p:notesMasterIdLst>
  <p:sldIdLst>
    <p:sldId xmlns:r="http://schemas.openxmlformats.org/officeDocument/2006/relationships" id="256" r:id="R529aa0f75a9c4cb8"/>
    <p:sldId xmlns:r="http://schemas.openxmlformats.org/officeDocument/2006/relationships" id="257" r:id="R88283c45ff21483e"/>
    <p:sldId xmlns:r="http://schemas.openxmlformats.org/officeDocument/2006/relationships" id="258" r:id="Re41d58fbda484a0b"/>
    <p:sldId xmlns:r="http://schemas.openxmlformats.org/officeDocument/2006/relationships" id="259" r:id="R5d6d42b938134709"/>
    <p:sldId xmlns:r="http://schemas.openxmlformats.org/officeDocument/2006/relationships" id="260" r:id="Rb1fd21e8d9d440c5"/>
    <p:sldId xmlns:r="http://schemas.openxmlformats.org/officeDocument/2006/relationships" id="261" r:id="Rb3e70b05ab20437c"/>
    <p:sldId xmlns:r="http://schemas.openxmlformats.org/officeDocument/2006/relationships" id="262" r:id="R0fac9e42c1944811"/>
    <p:sldId xmlns:r="http://schemas.openxmlformats.org/officeDocument/2006/relationships" id="263" r:id="R58cd032e757a4647"/>
    <p:sldId xmlns:r="http://schemas.openxmlformats.org/officeDocument/2006/relationships" id="264" r:id="R9ba94a813ca246d2"/>
    <p:sldId xmlns:r="http://schemas.openxmlformats.org/officeDocument/2006/relationships" id="265" r:id="Rfd19382e3b334eb3"/>
    <p:sldId xmlns:r="http://schemas.openxmlformats.org/officeDocument/2006/relationships" id="266" r:id="R8f25c5e4547e44ac"/>
    <p:sldId xmlns:r="http://schemas.openxmlformats.org/officeDocument/2006/relationships" id="267" r:id="R54a0bf22f0ec41dc"/>
    <p:sldId xmlns:r="http://schemas.openxmlformats.org/officeDocument/2006/relationships" id="268" r:id="R211a38c18469431c"/>
  </p:sldIdLst>
  <p:sldSz cx="9144000" cy="5143500"/>
  <p:notesSz cx="6858000" cy="9144000"/>
  <p:embeddedFontLst>
    <p:embeddedFont>
      <p:font typeface="Roboto Mono Medium"/>
      <p:regular xmlns:r="http://schemas.openxmlformats.org/officeDocument/2006/relationships" r:id="Rb36a4724e5dd4325"/>
      <p:bold xmlns:r="http://schemas.openxmlformats.org/officeDocument/2006/relationships" r:id="Rdc97bf16fcaa4449"/>
      <p:italic xmlns:r="http://schemas.openxmlformats.org/officeDocument/2006/relationships" r:id="Rd0225c66cdf74c77"/>
      <p:boldItalic xmlns:r="http://schemas.openxmlformats.org/officeDocument/2006/relationships" r:id="R8fe89b4002a24846"/>
    </p:embeddedFont>
    <p:embeddedFont>
      <p:font typeface="Inter SemiBold"/>
      <p:regular xmlns:r="http://schemas.openxmlformats.org/officeDocument/2006/relationships" r:id="R28d8822c446e40e6"/>
      <p:bold xmlns:r="http://schemas.openxmlformats.org/officeDocument/2006/relationships" r:id="R5707513e015249dd"/>
      <p:italic xmlns:r="http://schemas.openxmlformats.org/officeDocument/2006/relationships" r:id="R0ee9f79c4b3445d5"/>
      <p:boldItalic xmlns:r="http://schemas.openxmlformats.org/officeDocument/2006/relationships" r:id="R463093049a5642c0"/>
    </p:embeddedFont>
    <p:embeddedFont>
      <p:font typeface="Montserrat Black"/>
      <p:bold xmlns:r="http://schemas.openxmlformats.org/officeDocument/2006/relationships" r:id="R079ca3921ece4ca7"/>
      <p:boldItalic xmlns:r="http://schemas.openxmlformats.org/officeDocument/2006/relationships" r:id="Re1c0e9b6355f4a69"/>
    </p:embeddedFont>
    <p:embeddedFont>
      <p:font typeface="Montserrat"/>
      <p:bold xmlns:r="http://schemas.openxmlformats.org/officeDocument/2006/relationships" r:id="R3ca3ba5c49c049b9"/>
      <p:boldItalic xmlns:r="http://schemas.openxmlformats.org/officeDocument/2006/relationships" r:id="Rea59cf80e5854b12"/>
    </p:embeddedFont>
    <p:embeddedFont>
      <p:font typeface="Inter"/>
      <p:regular xmlns:r="http://schemas.openxmlformats.org/officeDocument/2006/relationships" r:id="R27c97f697eac4bcc"/>
      <p:bold xmlns:r="http://schemas.openxmlformats.org/officeDocument/2006/relationships" r:id="Rc1b44cdab5c04416"/>
      <p:italic xmlns:r="http://schemas.openxmlformats.org/officeDocument/2006/relationships" r:id="Raddf13061f8c4525"/>
      <p:boldItalic xmlns:r="http://schemas.openxmlformats.org/officeDocument/2006/relationships" r:id="R73fa0e6f5a264723"/>
    </p:embeddedFont>
    <p:embeddedFont>
      <p:font typeface="Montserrat ExtraBold"/>
      <p:bold xmlns:r="http://schemas.openxmlformats.org/officeDocument/2006/relationships" r:id="R1d3b116e3adc427e"/>
      <p:boldItalic xmlns:r="http://schemas.openxmlformats.org/officeDocument/2006/relationships" r:id="R5ce2059d40a34bbf"/>
    </p:embeddedFont>
    <p:embeddedFont>
      <p:font typeface="Roboto Mono"/>
      <p:bold xmlns:r="http://schemas.openxmlformats.org/officeDocument/2006/relationships" r:id="R4f5b85ad4e5747a4"/>
      <p:boldItalic xmlns:r="http://schemas.openxmlformats.org/officeDocument/2006/relationships" r:id="R6e59c31a7a47450f"/>
    </p:embeddedFont>
    <p:embeddedFont>
      <p:font typeface="Inter Medium"/>
      <p:regular xmlns:r="http://schemas.openxmlformats.org/officeDocument/2006/relationships" r:id="R86f1e85634d345bc"/>
      <p:bold xmlns:r="http://schemas.openxmlformats.org/officeDocument/2006/relationships" r:id="Reff6d545be3a404d"/>
      <p:italic xmlns:r="http://schemas.openxmlformats.org/officeDocument/2006/relationships" r:id="R45d6a302398d4deb"/>
      <p:boldItalic xmlns:r="http://schemas.openxmlformats.org/officeDocument/2006/relationships" r:id="R85ac008eebe24eb3"/>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89630d62237340fa" /><Relationship Type="http://schemas.openxmlformats.org/officeDocument/2006/relationships/slideMaster" Target="/ppt/slideMasters/slideMaster1.xml" Id="R0d4d352cc9b94e76" /><Relationship Type="http://schemas.openxmlformats.org/officeDocument/2006/relationships/slideMaster" Target="/ppt/slideMasters/slideMaster2.xml" Id="Re2b209ded4f64feb" /><Relationship Type="http://schemas.openxmlformats.org/officeDocument/2006/relationships/notesMaster" Target="/ppt/notesMasters/notesMaster1.xml" Id="Rda3d6c5a5c704272" /><Relationship Type="http://schemas.openxmlformats.org/officeDocument/2006/relationships/presProps" Target="/ppt/presProps.xml" Id="R8bf6ad57ef584378" /><Relationship Type="http://schemas.openxmlformats.org/officeDocument/2006/relationships/viewProps" Target="/ppt/viewProps.xml" Id="Rafc3757db4d645c2" /><Relationship Type="http://schemas.openxmlformats.org/officeDocument/2006/relationships/tableStyles" Target="/ppt/tableStyles.xml" Id="R33408b554a0d4ace" /><Relationship Type="http://schemas.openxmlformats.org/officeDocument/2006/relationships/font" Target="/ppt/fonts/font.dat" Id="Rb36a4724e5dd4325" /><Relationship Type="http://schemas.openxmlformats.org/officeDocument/2006/relationships/font" Target="/ppt/fonts/font2.dat" Id="Rdc97bf16fcaa4449" /><Relationship Type="http://schemas.openxmlformats.org/officeDocument/2006/relationships/font" Target="/ppt/fonts/font3.dat" Id="Rd0225c66cdf74c77" /><Relationship Type="http://schemas.openxmlformats.org/officeDocument/2006/relationships/font" Target="/ppt/fonts/font4.dat" Id="R8fe89b4002a24846" /><Relationship Type="http://schemas.openxmlformats.org/officeDocument/2006/relationships/font" Target="/ppt/fonts/font5.dat" Id="R28d8822c446e40e6" /><Relationship Type="http://schemas.openxmlformats.org/officeDocument/2006/relationships/font" Target="/ppt/fonts/font6.dat" Id="R5707513e015249dd" /><Relationship Type="http://schemas.openxmlformats.org/officeDocument/2006/relationships/font" Target="/ppt/fonts/font7.dat" Id="R0ee9f79c4b3445d5" /><Relationship Type="http://schemas.openxmlformats.org/officeDocument/2006/relationships/font" Target="/ppt/fonts/font8.dat" Id="R463093049a5642c0" /><Relationship Type="http://schemas.openxmlformats.org/officeDocument/2006/relationships/font" Target="/ppt/fonts/font9.dat" Id="R079ca3921ece4ca7" /><Relationship Type="http://schemas.openxmlformats.org/officeDocument/2006/relationships/font" Target="/ppt/fonts/font10.dat" Id="Re1c0e9b6355f4a69" /><Relationship Type="http://schemas.openxmlformats.org/officeDocument/2006/relationships/font" Target="/ppt/fonts/font11.dat" Id="R3ca3ba5c49c049b9" /><Relationship Type="http://schemas.openxmlformats.org/officeDocument/2006/relationships/font" Target="/ppt/fonts/font12.dat" Id="Rea59cf80e5854b12" /><Relationship Type="http://schemas.openxmlformats.org/officeDocument/2006/relationships/font" Target="/ppt/fonts/font13.dat" Id="R27c97f697eac4bcc" /><Relationship Type="http://schemas.openxmlformats.org/officeDocument/2006/relationships/font" Target="/ppt/fonts/font14.dat" Id="Rc1b44cdab5c04416" /><Relationship Type="http://schemas.openxmlformats.org/officeDocument/2006/relationships/font" Target="/ppt/fonts/font15.dat" Id="Raddf13061f8c4525" /><Relationship Type="http://schemas.openxmlformats.org/officeDocument/2006/relationships/font" Target="/ppt/fonts/font16.dat" Id="R73fa0e6f5a264723" /><Relationship Type="http://schemas.openxmlformats.org/officeDocument/2006/relationships/font" Target="/ppt/fonts/font17.dat" Id="R1d3b116e3adc427e" /><Relationship Type="http://schemas.openxmlformats.org/officeDocument/2006/relationships/font" Target="/ppt/fonts/font18.dat" Id="R5ce2059d40a34bbf" /><Relationship Type="http://schemas.openxmlformats.org/officeDocument/2006/relationships/font" Target="/ppt/fonts/font19.dat" Id="R4f5b85ad4e5747a4" /><Relationship Type="http://schemas.openxmlformats.org/officeDocument/2006/relationships/font" Target="/ppt/fonts/font20.dat" Id="R6e59c31a7a47450f" /><Relationship Type="http://schemas.openxmlformats.org/officeDocument/2006/relationships/font" Target="/ppt/fonts/font21.dat" Id="R86f1e85634d345bc" /><Relationship Type="http://schemas.openxmlformats.org/officeDocument/2006/relationships/font" Target="/ppt/fonts/font22.dat" Id="Reff6d545be3a404d" /><Relationship Type="http://schemas.openxmlformats.org/officeDocument/2006/relationships/font" Target="/ppt/fonts/font23.dat" Id="R45d6a302398d4deb" /><Relationship Type="http://schemas.openxmlformats.org/officeDocument/2006/relationships/font" Target="/ppt/fonts/font24.dat" Id="R85ac008eebe24eb3" /><Relationship Type="http://schemas.openxmlformats.org/officeDocument/2006/relationships/slide" Target="/ppt/slides/slide1.xml" Id="R529aa0f75a9c4cb8" /><Relationship Type="http://schemas.openxmlformats.org/officeDocument/2006/relationships/slide" Target="/ppt/slides/slide2.xml" Id="R88283c45ff21483e" /><Relationship Type="http://schemas.openxmlformats.org/officeDocument/2006/relationships/slide" Target="/ppt/slides/slide3.xml" Id="Re41d58fbda484a0b" /><Relationship Type="http://schemas.openxmlformats.org/officeDocument/2006/relationships/slide" Target="/ppt/slides/slide4.xml" Id="R5d6d42b938134709" /><Relationship Type="http://schemas.openxmlformats.org/officeDocument/2006/relationships/slide" Target="/ppt/slides/slide5.xml" Id="Rb1fd21e8d9d440c5" /><Relationship Type="http://schemas.openxmlformats.org/officeDocument/2006/relationships/slide" Target="/ppt/slides/slide6.xml" Id="Rb3e70b05ab20437c" /><Relationship Type="http://schemas.openxmlformats.org/officeDocument/2006/relationships/slide" Target="/ppt/slides/slide7.xml" Id="R0fac9e42c1944811" /><Relationship Type="http://schemas.openxmlformats.org/officeDocument/2006/relationships/slide" Target="/ppt/slides/slide8.xml" Id="R58cd032e757a4647" /><Relationship Type="http://schemas.openxmlformats.org/officeDocument/2006/relationships/slide" Target="/ppt/slides/slide9.xml" Id="R9ba94a813ca246d2" /><Relationship Type="http://schemas.openxmlformats.org/officeDocument/2006/relationships/slide" Target="/ppt/slides/slide10.xml" Id="Rfd19382e3b334eb3" /><Relationship Type="http://schemas.openxmlformats.org/officeDocument/2006/relationships/slide" Target="/ppt/slides/slide11.xml" Id="R8f25c5e4547e44ac" /><Relationship Type="http://schemas.openxmlformats.org/officeDocument/2006/relationships/slide" Target="/ppt/slides/slide12.xml" Id="R54a0bf22f0ec41dc" /><Relationship Type="http://schemas.openxmlformats.org/officeDocument/2006/relationships/slide" Target="/ppt/slides/slide13.xml" Id="R211a38c18469431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a54b8020a2324c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cd525db414d42c2" /><Relationship Type="http://schemas.openxmlformats.org/officeDocument/2006/relationships/notesMaster" Target="/ppt/notesMasters/notesMaster1.xml" Id="Rc7dd7563b4c849e2"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f48b6615204a0f" /><Relationship Type="http://schemas.openxmlformats.org/officeDocument/2006/relationships/notesMaster" Target="/ppt/notesMasters/notesMaster1.xml" Id="R465dfdb97fe04083"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321773116547a1" /><Relationship Type="http://schemas.openxmlformats.org/officeDocument/2006/relationships/notesMaster" Target="/ppt/notesMasters/notesMaster1.xml" Id="R0d86828bfc254c5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30ca3aba6b04b44" /><Relationship Type="http://schemas.openxmlformats.org/officeDocument/2006/relationships/notesMaster" Target="/ppt/notesMasters/notesMaster1.xml" Id="R911c369644d544da"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7103a52dfa4c4e" /><Relationship Type="http://schemas.openxmlformats.org/officeDocument/2006/relationships/notesMaster" Target="/ppt/notesMasters/notesMaster1.xml" Id="R26837f706ab740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8e446f369524886" /><Relationship Type="http://schemas.openxmlformats.org/officeDocument/2006/relationships/notesMaster" Target="/ppt/notesMasters/notesMaster1.xml" Id="R1d829a28a13f432f" /></Relationships>
</file>

<file path=ppt/notesSlides/_rels/notesSlide7.xml.rels>&#65279;<?xml version="1.0" encoding="utf-8"?><Relationships xmlns="http://schemas.openxmlformats.org/package/2006/relationships"><Relationship Type="http://schemas.openxmlformats.org/officeDocument/2006/relationships/slide" Target="/ppt/slides/slide7.xml" Id="Rbee6bcb66b844531" /><Relationship Type="http://schemas.openxmlformats.org/officeDocument/2006/relationships/notesMaster" Target="/ppt/notesMasters/notesMaster1.xml" Id="R007231dc932643ae" /></Relationships>
</file>

<file path=ppt/notesSlides/_rels/notesSlide8.xml.rels>&#65279;<?xml version="1.0" encoding="utf-8"?><Relationships xmlns="http://schemas.openxmlformats.org/package/2006/relationships"><Relationship Type="http://schemas.openxmlformats.org/officeDocument/2006/relationships/slide" Target="/ppt/slides/slide8.xml" Id="R3cfdac5f219d4653" /><Relationship Type="http://schemas.openxmlformats.org/officeDocument/2006/relationships/notesMaster" Target="/ppt/notesMasters/notesMaster1.xml" Id="Rbe38e93185a241c1" /></Relationships>
</file>

<file path=ppt/notesSlides/_rels/notesSlide9.xml.rels>&#65279;<?xml version="1.0" encoding="utf-8"?><Relationships xmlns="http://schemas.openxmlformats.org/package/2006/relationships"><Relationship Type="http://schemas.openxmlformats.org/officeDocument/2006/relationships/slide" Target="/ppt/slides/slide9.xml" Id="Ra61183764c0f4e4c" /><Relationship Type="http://schemas.openxmlformats.org/officeDocument/2006/relationships/notesMaster" Target="/ppt/notesMasters/notesMaster1.xml" Id="Rf159a866c5904ae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7e0d1bb6c9d4d1b" /><Relationship Type="http://schemas.openxmlformats.org/officeDocument/2006/relationships/notesMaster" Target="/ppt/notesMasters/notesMaster1.xml" Id="R4a2b3469db1a485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5573137b45a40f3" /><Relationship Type="http://schemas.openxmlformats.org/officeDocument/2006/relationships/notesMaster" Target="/ppt/notesMasters/notesMaster1.xml" Id="Rcb5a9ca0d9f6417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247e32aa80746ba" /><Relationship Type="http://schemas.openxmlformats.org/officeDocument/2006/relationships/notesMaster" Target="/ppt/notesMasters/notesMaster1.xml" Id="R2098e24f38db4ad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4a371d415f54b80" /><Relationship Type="http://schemas.openxmlformats.org/officeDocument/2006/relationships/notesMaster" Target="/ppt/notesMasters/notesMaster1.xml" Id="Re37ce59df449429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Build a barebones libscap/libsinsp collector in small steps. Following along is optional. Set up Ubuntu first, then demonstrate attachment, event printing, and process context.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Following along is optional. Demonstrate each stage from the VM. The final collector writes the library event stream as JSONL with process context. Status messages go to stderr and syscall JSON goes to stdout. The runner redirects them to separate files. It applies no application filter. Scheduler-switch events are disabled at capture because they are not syscalls. There are no detection rules, JSON formatting, or production deployment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Mac setup. Run only your platform’s setup script. It offers to install Multipass, creates Ubuntu 24.04, installs dependencies, and builds the Falco libraries. It creates no collector source files. Step 1 creates them. Approve the installer administrator prompt.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Windows setup. Run only your platform’s setup script. It offers to install Multipass, creates Ubuntu 24.04, installs dependencies, and builds the Falco libraries. It creates no collector source files. Step 1 creates them. Approve the installer administrator prompt. If Windows requests a restart, reboot and rerun the command.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 VM shell or second terminal is needed. Run starts or reuses the VM, copies source, rebuilds, and starts the collector. After the collector reports attachment, the runner executes /usr/bin/id inside Ubuntu automatically. It waits for capture to finish, transfers the complete status and JSONL files with multipass transfer, then displays only the status locally. Each run has a UTC time and runner PID in its filenames, preserving earlier output. This avoids piping bulk output through multipass exec. Successful build output is hidden; build failures are displayed. The VM stays available for the next run.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Mac repo folder in the same host terminal, one step at a time. Each step script writes src/main.cpp and src/CMakeLists.txt locally. Run copies them to Ubuntu, rebuilds, starts a fresh ten-second agent run, generates example activity, then displays status and saves logs/&lt;run-id&gt;.log and logs/&lt;run-id&gt;.jsonl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Windows repo folder in the same host terminal, one step at a time. Each step script writes src/main.cpp and src/CMakeLists.txt locally. Run copies them to Ubuntu, rebuilds, starts a fresh ten-second agent run, generates example activity, then displays status and saves logs/&lt;run-id&gt;.log and logs/&lt;run-id&gt;.jsonl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repository begins without collector source files. Step 1 creates the source directory and both files locally. Run copies them into Ubuntu and rebuilds. The full CMake file also sets C++17 and the output directory. After open_modern_bpf(), the full source calls inspector.mark_ppm_sc_of_interest(PPM_SC_SCHED_SWITCH, false) to disable scheduler-switch capture. The excerpt omits that configuration line for space. Syscall events are still printed without an application filter. The full main function handles exceptions and prints Attached to the Ubuntu kernel, then Capture stopped. No Enter key or manual editing is needed. The separate run script starts the collector. This initial stage waits ten seconds without draining events; the next stage adds the read loop.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step script installs this code automatically. The next slide shows the rest of the loop. The deadline expression is split for readability. next() uses an inspector-owned event pointer. Consume its contents before calling next() again.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continues the code installed by step 2. The count is events delivered successfully to this application, not a count of all syscalls on the machine. This first unfiltered run sees background activity. The runner automatically executes /usr/bin/id after attachment. Each successful read serializes one compact JSON object with jsoncpp, which Falco libs already uses. The serializer escapes quotes and other special characters. Full source handles SCAP_TIMEOUT, SCAP_FILTERED_EVENT, SCAP_EOF and errors before this excerpt. stdout contains only JSONL; attachment, summary and stop messages use stderr. Step 3 enriches the same event stream without adding a filter. SCAP_FILTERED_EVENT is a library status with no event to print, not a filter configured by this example. The final summary counts events delivered to the application. SCAP_EOF is included for correct status handling; a live stream normally ends because the ten-second deadline expires.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thread record is possible, so check for nullptr. Always write the JSON record, even when process context is missing. Omit pid and name when unavailable. Process names are short command names, not full executable paths or command lines. Use the event and thread data immediately; the inspector maintains their lifetime. Sources: https://github.com/falcosecurity/libs/blob/e72873882967cdd86b8753eca09ea3e9f91ccd4a/userspace/libsinsp/event.h and https://github.com/falcosecurity/libs/blob/e72873882967cdd86b8753eca09ea3e9f91ccd4a/userspace/libsinsp/threadinfo.h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output is illustrative. The JSONL excerpt omits timestamp_ns for space. The 582-event count is illustrative, as are PIDs and names. Event names, process names, PIDs and counts vary. Step 3 includes all previous additions and works without running steps 1 and 2 first. Step scripts overwrite main.cpp and CMakeLists.txt locally. Run then rebuilds and captures, saving status to logs/&lt;run-id&gt;.log and records to logs/&lt;run-id&gt;.jsonl. No filter or success-only condition is applied. Both syscall directions can appear, and background activity is included. The scheduler-switch tracepoint is disabled. Other capture defaults are unchanged, so this is not a guarantee of capturing every syscall on the machine.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the teardown script for your platform from the same host terminal. It asks for confirmation, then permanently deletes only falco-lab and its disk using multipass delete --purge falco-lab. This ends all activity inside that VM. Local source and logs remain. Other VMs and the Multipass installation remain. Rerun setup to recreate the VM and dependencies. Do not use the global multipass purge command, which affects other deleted VMs.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33e21c332bc45d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fecea445fd84fc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1969e2b61da42e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a1fceae1fc9424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47b9f205e83420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aec28d3194345e8"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a3d30d7a6b90485f"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5a60ebf60bd24b91"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24f09f1678c942f1"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e28d3794d50d49d3"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0cd6281aa4fb4c3a"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d84d896ab5b04c6a"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dfa71a89743942a5"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13c5fa75aa41e8" /><Relationship Type="http://schemas.openxmlformats.org/officeDocument/2006/relationships/slideLayout" Target="/ppt/slideLayouts/slideLayout1.xml" Id="R407108247ff54294" /><Relationship Type="http://schemas.openxmlformats.org/officeDocument/2006/relationships/slideLayout" Target="/ppt/slideLayouts/slideLayout2.xml" Id="Rf6ba331ea6ff41ff" /><Relationship Type="http://schemas.openxmlformats.org/officeDocument/2006/relationships/slideLayout" Target="/ppt/slideLayouts/slideLayout3.xml" Id="Re136a5e94e4544d9" /><Relationship Type="http://schemas.openxmlformats.org/officeDocument/2006/relationships/slideLayout" Target="/ppt/slideLayouts/slideLayout4.xml" Id="Rdb9b92fb16554ef4" /><Relationship Type="http://schemas.openxmlformats.org/officeDocument/2006/relationships/slideLayout" Target="/ppt/slideLayouts/slideLayout5.xml" Id="Rc9799ff28ad04177" /><Relationship Type="http://schemas.openxmlformats.org/officeDocument/2006/relationships/slideLayout" Target="/ppt/slideLayouts/slideLayout6.xml" Id="R9151c8ce1b0d4df3" /><Relationship Type="http://schemas.openxmlformats.org/officeDocument/2006/relationships/slideLayout" Target="/ppt/slideLayouts/slideLayout7.xml" Id="Ra44c1fdf492c4914" /><Relationship Type="http://schemas.openxmlformats.org/officeDocument/2006/relationships/slideLayout" Target="/ppt/slideLayouts/slideLayout8.xml" Id="R36e87f1b46d74aaf" /><Relationship Type="http://schemas.openxmlformats.org/officeDocument/2006/relationships/slideLayout" Target="/ppt/slideLayouts/slideLayout9.xml" Id="R60a81417e3844df6" /><Relationship Type="http://schemas.openxmlformats.org/officeDocument/2006/relationships/slideLayout" Target="/ppt/slideLayouts/slideLayout10.xml" Id="Rbf53c9990a8748e7" /><Relationship Type="http://schemas.openxmlformats.org/officeDocument/2006/relationships/slideLayout" Target="/ppt/slideLayouts/slideLayout11.xml" Id="R15bc2348dcee4f90" /><Relationship Type="http://schemas.openxmlformats.org/officeDocument/2006/relationships/slideLayout" Target="/ppt/slideLayouts/slideLayout12.xml" Id="R8e5e2739aac1468c"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14f3ca2498774830" /><Relationship Type="http://schemas.openxmlformats.org/officeDocument/2006/relationships/slideLayout" Target="/ppt/slideLayouts/slideLayout13.xml" Id="R8e7198cc9e81475e"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407108247ff54294"/>
    <p:sldLayoutId xmlns:r="http://schemas.openxmlformats.org/officeDocument/2006/relationships" id="2147483650" r:id="Rf6ba331ea6ff41ff"/>
    <p:sldLayoutId xmlns:r="http://schemas.openxmlformats.org/officeDocument/2006/relationships" id="2147483651" r:id="Re136a5e94e4544d9"/>
    <p:sldLayoutId xmlns:r="http://schemas.openxmlformats.org/officeDocument/2006/relationships" id="2147483652" r:id="Rdb9b92fb16554ef4"/>
    <p:sldLayoutId xmlns:r="http://schemas.openxmlformats.org/officeDocument/2006/relationships" id="2147483653" r:id="Rc9799ff28ad04177"/>
    <p:sldLayoutId xmlns:r="http://schemas.openxmlformats.org/officeDocument/2006/relationships" id="2147483654" r:id="R9151c8ce1b0d4df3"/>
    <p:sldLayoutId xmlns:r="http://schemas.openxmlformats.org/officeDocument/2006/relationships" id="2147483655" r:id="Ra44c1fdf492c4914"/>
    <p:sldLayoutId xmlns:r="http://schemas.openxmlformats.org/officeDocument/2006/relationships" id="2147483656" r:id="R36e87f1b46d74aaf"/>
    <p:sldLayoutId xmlns:r="http://schemas.openxmlformats.org/officeDocument/2006/relationships" id="2147483657" r:id="R60a81417e3844df6"/>
    <p:sldLayoutId xmlns:r="http://schemas.openxmlformats.org/officeDocument/2006/relationships" id="2147483658" r:id="Rbf53c9990a8748e7"/>
    <p:sldLayoutId xmlns:r="http://schemas.openxmlformats.org/officeDocument/2006/relationships" id="2147483659" r:id="R15bc2348dcee4f90"/>
    <p:sldLayoutId xmlns:r="http://schemas.openxmlformats.org/officeDocument/2006/relationships" id="2147483660" r:id="R8e5e2739aac1468c"/>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8e7198cc9e81475e"/>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4372f4d21f949dd" /><Relationship Type="http://schemas.openxmlformats.org/officeDocument/2006/relationships/image" Target="/ppt/media/image.png" Id="R1346af1622e94cd8" /><Relationship Type="http://schemas.openxmlformats.org/officeDocument/2006/relationships/notesSlide" Target="/ppt/notesSlides/notesSlide1.xml" Id="R44a7dbd56c104a8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26f8c75410d4bb2" /><Relationship Type="http://schemas.openxmlformats.org/officeDocument/2006/relationships/image" Target="/ppt/media/image.png" Id="R3d11910e22f04b4e" /><Relationship Type="http://schemas.openxmlformats.org/officeDocument/2006/relationships/notesSlide" Target="/ppt/notesSlides/notesSlide2.xml" Id="Rb87a783de3cc469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4c638a4cb484d0c" /><Relationship Type="http://schemas.openxmlformats.org/officeDocument/2006/relationships/image" Target="/ppt/media/image.png" Id="Re9c964f4b468455c" /><Relationship Type="http://schemas.openxmlformats.org/officeDocument/2006/relationships/notesSlide" Target="/ppt/notesSlides/notesSlide3.xml" Id="R7f9c234db306412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aa3689cf9854085" /><Relationship Type="http://schemas.openxmlformats.org/officeDocument/2006/relationships/image" Target="/ppt/media/image.png" Id="R0bc2eb91ef434ad8" /><Relationship Type="http://schemas.openxmlformats.org/officeDocument/2006/relationships/notesSlide" Target="/ppt/notesSlides/notesSlide4.xml" Id="Rfb69e09fb03b4e4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8f940f89c6b430a" /><Relationship Type="http://schemas.openxmlformats.org/officeDocument/2006/relationships/image" Target="/ppt/media/image.png" Id="R4b021072fd8344db" /><Relationship Type="http://schemas.openxmlformats.org/officeDocument/2006/relationships/notesSlide" Target="/ppt/notesSlides/notesSlide5.xml" Id="Re8609cd8f9c94cc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d220075bff94d93" /><Relationship Type="http://schemas.openxmlformats.org/officeDocument/2006/relationships/image" Target="/ppt/media/image.png" Id="Rf67f2248ac1a4a5f" /><Relationship Type="http://schemas.openxmlformats.org/officeDocument/2006/relationships/notesSlide" Target="/ppt/notesSlides/notesSlide6.xml" Id="R434592c01011429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614126f1ccd4eac" /><Relationship Type="http://schemas.openxmlformats.org/officeDocument/2006/relationships/image" Target="/ppt/media/image.png" Id="R7d06e26a20f54a55" /><Relationship Type="http://schemas.openxmlformats.org/officeDocument/2006/relationships/notesSlide" Target="/ppt/notesSlides/notesSlide7.xml" Id="R40f6141364ce430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0a3f1b21dee4486" /><Relationship Type="http://schemas.openxmlformats.org/officeDocument/2006/relationships/image" Target="/ppt/media/image.png" Id="Rc83f271572404157" /><Relationship Type="http://schemas.openxmlformats.org/officeDocument/2006/relationships/notesSlide" Target="/ppt/notesSlides/notesSlide8.xml" Id="R4d81c51b5c3c4ec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be80ccbc7c14563" /><Relationship Type="http://schemas.openxmlformats.org/officeDocument/2006/relationships/image" Target="/ppt/media/image.png" Id="Rb2952828c72c4c41" /><Relationship Type="http://schemas.openxmlformats.org/officeDocument/2006/relationships/notesSlide" Target="/ppt/notesSlides/notesSlide9.xml" Id="R54c5a4e2b896467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f3cc11010a34f8b" /><Relationship Type="http://schemas.openxmlformats.org/officeDocument/2006/relationships/image" Target="/ppt/media/image.png" Id="R97de0e3900a4491f" /><Relationship Type="http://schemas.openxmlformats.org/officeDocument/2006/relationships/notesSlide" Target="/ppt/notesSlides/notesSlide10.xml" Id="R7e7f3b6287084b7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29363fab5d64c2c" /><Relationship Type="http://schemas.openxmlformats.org/officeDocument/2006/relationships/image" Target="/ppt/media/image.png" Id="Rc01cc3123fb848b1" /><Relationship Type="http://schemas.openxmlformats.org/officeDocument/2006/relationships/notesSlide" Target="/ppt/notesSlides/notesSlide11.xml" Id="Rc8d5a09b5f674fe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4aa6942cbdf4de9" /><Relationship Type="http://schemas.openxmlformats.org/officeDocument/2006/relationships/image" Target="/ppt/media/image.png" Id="R93b488a8eb544957" /><Relationship Type="http://schemas.openxmlformats.org/officeDocument/2006/relationships/notesSlide" Target="/ppt/notesSlides/notesSlide12.xml" Id="R911333f8f96a472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fe232b088194f4f" /><Relationship Type="http://schemas.openxmlformats.org/officeDocument/2006/relationships/image" Target="/ppt/media/image.png" Id="R95e8927c2fa843ef" /><Relationship Type="http://schemas.openxmlformats.org/officeDocument/2006/relationships/notesSlide" Target="/ppt/notesSlides/notesSlide13.xml" Id="R1ff0e0688ebe44e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1346af1622e94cd8">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1346af1622e94cd8">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1346af1622e94cd8">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1346af1622e94cd8">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1346af1622e94cd8">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1346af1622e94cd8">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1346af1622e94cd8">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1346af1622e94cd8">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 collector, one step at a time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 along or watch the presenter.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Set up Ubuntu first. Then add one small piece and run it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captures syscalls. libsinsp provides event and process context.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workshop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1: Create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2: Write JSONL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3: Add name and PID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d11910e22f04b4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d11910e22f04b4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d11910e22f04b4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d11910e22f04b4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Terminal.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9c964f4b468455c">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9c964f4b468455c">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9c964f4b468455c">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9c964f4b468455c">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PowerShell.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scripts/windows/setup.ps1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bc2eb91ef434ad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bc2eb91ef434ad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bc2eb91ef434ad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bc2eb91ef434ad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One terminal</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Stay in your Mac terminal or Windows PowerShell.</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Apply a step,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scripts handle Ubuntu and generate example activity automatically.</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Every run</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Rebuild the current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Run for ten seconds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Show status and stop the agent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Save logs/&lt;run-id&gt;.log</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and logs/&lt;run-id&gt;.jsonl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4b021072fd8344d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4b021072fd8344d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4b021072fd8344d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4b021072fd8344d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Terminal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scripts/mac/step-1.sh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scripts/mac/step-2.sh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scripts/mac/step-3.sh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f67f2248ac1a4a5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f67f2248ac1a4a5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f67f2248ac1a4a5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f67f2248ac1a4a5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PowerShell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scripts/windows/step-1.ps1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scripts/windows/step-2.ps1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scripts/windows/step-3.ps1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d06e26a20f54a55">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d06e26a20f54a55">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d06e26a20f54a55">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d06e26a20f54a55">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Create the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1,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1 creates src/main.cpp and src/CMakeLists.txt locally. The run script builds them in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attaches for ten seconds, then stops. It does not read events yet.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two new files (excerpts)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src/CMakeLists.txt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add_executable(workshop-agent main.cpp)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target_link_libraries(workshop-agent sinsp)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src/main.cpp, inside main()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std::cerr &lt;&lt; "Attached."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std::this_thread::sleep_for(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inspector.close();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83f27157240415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83f27157240415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83f27157240415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83f27157240415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Read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2,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2 adds the read loop and writes JSONL records. Run captures for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next() returns an event or a status.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(first half)</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Json::StreamWriterBuilder json;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json["indentation"] =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std::uint64_t received =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std::chrono::steady_clock::now()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while(std::chrono::steady_clock::now()</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sinsp_evt* event = nullptr;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const auto result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b2952828c72c4c4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b2952828c72c4c4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b2952828c72c4c4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b2952828c72c4c4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Write JSONL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Write one JSON object per event.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Each record starts with the event name and timestamp.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Status messages go to the .log file. Event records go to .jsonl.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After a successful next() call:</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Json::Value record;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record["event"] = event-&gt;get_name();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record["timestamp_ns"]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Json::UInt64(event-&gt;get_ts());</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std::cout &lt;&lt; Json::writeString(json, record)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'\n';</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7de0e3900a4491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7de0e3900a4491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7de0e3900a4491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7de0e3900a4491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3: Add process context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3,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PID and process name to each JSON record.</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Records still appear when process context is unavailable.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3: context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Add fields before writing the record.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process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event-&gt;get_thread_info();</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if(process != nullptr)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record["pid"]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Json::Int64(process-&gt;m_pid);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record["name"] = process-&gt;m_comm;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Json::writeString(json, record)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'\n';</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01cc3123fb848b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01cc3123fb848b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01cc3123fb848b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01cc3123fb848b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finished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Attach. Capture. Add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Each run keeps a status log and a syscall JSONL file.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stops after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3 writes the complete collector.</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Output excerpts; JSON timestamps omitted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logs/&lt;run-id&gt;.log</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Attached to the Ubuntu kernel.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Read 582 events into user space.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stopped.</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logs/&lt;run-id&gt;.jsonl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{"event":"openat","pid":1234,"name":"id"}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{"event":"read","pid":1234,"name":"id"}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3b488a8eb54495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3b488a8eb54495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3b488a8eb54495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3b488a8eb54495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Teardown deletes the workshop VM and its disk after confirmation.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Your local source and logs stay.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setup again to repeat the workshop.</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Mac</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scripts/mac/teardown.sh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Windows PowerShell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powershell -ExecutionPolicy Bypass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-File scripts/windows/teardown.ps1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5e8927c2fa843e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5e8927c2fa843e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5e8927c2fa843e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5e8927c2fa843e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2026-10-01T23:41:36.0550000Z</dcterms:created>
  <dcterms:modified xsi:type="dcterms:W3CDTF">2026-10-01T23:41:36.0550000Z</dcterms:modified>
</coreProperties>
</file>