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b01292870c74ae7" /><Relationship Type="http://schemas.openxmlformats.org/officeDocument/2006/relationships/extended-properties" Target="/docProps/app.xml" Id="R5387511bb9054f8d" /><Relationship Type="http://schemas.openxmlformats.org/officeDocument/2006/relationships/officeDocument" Target="/ppt/presentation.xml" Id="R05ef3bd811ad4704"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21652c24a2b3485e"/>
    <p:sldMasterId xmlns:r="http://schemas.openxmlformats.org/officeDocument/2006/relationships" id="2147483661" r:id="Rf5c5503133cd4df4"/>
  </p:sldMasterIdLst>
  <p:notesMasterIdLst>
    <p:notesMasterId xmlns:r="http://schemas.openxmlformats.org/officeDocument/2006/relationships" r:id="Raa0952c61f644b88"/>
  </p:notesMasterIdLst>
  <p:sldIdLst>
    <p:sldId xmlns:r="http://schemas.openxmlformats.org/officeDocument/2006/relationships" id="256" r:id="R0b562d231af846d9"/>
    <p:sldId xmlns:r="http://schemas.openxmlformats.org/officeDocument/2006/relationships" id="257" r:id="R57b06066b5e84cf3"/>
    <p:sldId xmlns:r="http://schemas.openxmlformats.org/officeDocument/2006/relationships" id="258" r:id="R5ac950ef931745fd"/>
    <p:sldId xmlns:r="http://schemas.openxmlformats.org/officeDocument/2006/relationships" id="259" r:id="R0c6a77d642054afd"/>
    <p:sldId xmlns:r="http://schemas.openxmlformats.org/officeDocument/2006/relationships" id="260" r:id="Rc93ebd7a13ba4439"/>
    <p:sldId xmlns:r="http://schemas.openxmlformats.org/officeDocument/2006/relationships" id="261" r:id="R3c3dc0f8fe6540a0"/>
    <p:sldId xmlns:r="http://schemas.openxmlformats.org/officeDocument/2006/relationships" id="262" r:id="Rcdf0eaefb4374802"/>
    <p:sldId xmlns:r="http://schemas.openxmlformats.org/officeDocument/2006/relationships" id="263" r:id="R61b684543fa04501"/>
    <p:sldId xmlns:r="http://schemas.openxmlformats.org/officeDocument/2006/relationships" id="264" r:id="Rfee553c8f5fe481b"/>
    <p:sldId xmlns:r="http://schemas.openxmlformats.org/officeDocument/2006/relationships" id="265" r:id="Rdc8cde017416422f"/>
    <p:sldId xmlns:r="http://schemas.openxmlformats.org/officeDocument/2006/relationships" id="266" r:id="R3ba053c5f390485a"/>
    <p:sldId xmlns:r="http://schemas.openxmlformats.org/officeDocument/2006/relationships" id="267" r:id="Rd73c2dffa8a84aa3"/>
    <p:sldId xmlns:r="http://schemas.openxmlformats.org/officeDocument/2006/relationships" id="268" r:id="R1f0b57b2052d4276"/>
    <p:sldId xmlns:r="http://schemas.openxmlformats.org/officeDocument/2006/relationships" id="269" r:id="R31f586d47f9b496e"/>
  </p:sldIdLst>
  <p:sldSz cx="9144000" cy="5143500"/>
  <p:notesSz cx="6858000" cy="9144000"/>
  <p:embeddedFontLst>
    <p:embeddedFont>
      <p:font typeface="Roboto Mono Medium"/>
      <p:regular xmlns:r="http://schemas.openxmlformats.org/officeDocument/2006/relationships" r:id="Rc60efa67d81743ee"/>
      <p:bold xmlns:r="http://schemas.openxmlformats.org/officeDocument/2006/relationships" r:id="Raab3d96778f74ff2"/>
      <p:italic xmlns:r="http://schemas.openxmlformats.org/officeDocument/2006/relationships" r:id="R479b0283f33b48d3"/>
      <p:boldItalic xmlns:r="http://schemas.openxmlformats.org/officeDocument/2006/relationships" r:id="R85dd1d6092a74e22"/>
    </p:embeddedFont>
    <p:embeddedFont>
      <p:font typeface="Inter SemiBold"/>
      <p:regular xmlns:r="http://schemas.openxmlformats.org/officeDocument/2006/relationships" r:id="R4b0fb6936f1c4426"/>
      <p:bold xmlns:r="http://schemas.openxmlformats.org/officeDocument/2006/relationships" r:id="Ref340476d70b4a11"/>
      <p:italic xmlns:r="http://schemas.openxmlformats.org/officeDocument/2006/relationships" r:id="Ra3f84d62920b4e64"/>
      <p:boldItalic xmlns:r="http://schemas.openxmlformats.org/officeDocument/2006/relationships" r:id="R0a2ed9dc087d4a35"/>
    </p:embeddedFont>
    <p:embeddedFont>
      <p:font typeface="Montserrat Black"/>
      <p:bold xmlns:r="http://schemas.openxmlformats.org/officeDocument/2006/relationships" r:id="Rdf24b5b687c6493c"/>
      <p:boldItalic xmlns:r="http://schemas.openxmlformats.org/officeDocument/2006/relationships" r:id="Ra7c17eefa4e04542"/>
    </p:embeddedFont>
    <p:embeddedFont>
      <p:font typeface="Montserrat"/>
      <p:bold xmlns:r="http://schemas.openxmlformats.org/officeDocument/2006/relationships" r:id="R7cec4a7c2cf54b27"/>
      <p:boldItalic xmlns:r="http://schemas.openxmlformats.org/officeDocument/2006/relationships" r:id="R3835143f2ac54bee"/>
    </p:embeddedFont>
    <p:embeddedFont>
      <p:font typeface="Inter"/>
      <p:regular xmlns:r="http://schemas.openxmlformats.org/officeDocument/2006/relationships" r:id="R09f15da8252040c1"/>
      <p:bold xmlns:r="http://schemas.openxmlformats.org/officeDocument/2006/relationships" r:id="Rc59a77af749f45b5"/>
      <p:italic xmlns:r="http://schemas.openxmlformats.org/officeDocument/2006/relationships" r:id="R1fead72e3c344fb9"/>
      <p:boldItalic xmlns:r="http://schemas.openxmlformats.org/officeDocument/2006/relationships" r:id="Rb81459eb726d4c62"/>
    </p:embeddedFont>
    <p:embeddedFont>
      <p:font typeface="Montserrat ExtraBold"/>
      <p:bold xmlns:r="http://schemas.openxmlformats.org/officeDocument/2006/relationships" r:id="Rb025534c149947aa"/>
      <p:boldItalic xmlns:r="http://schemas.openxmlformats.org/officeDocument/2006/relationships" r:id="R35ee2bfe1fbc4c19"/>
    </p:embeddedFont>
    <p:embeddedFont>
      <p:font typeface="Roboto Mono"/>
      <p:bold xmlns:r="http://schemas.openxmlformats.org/officeDocument/2006/relationships" r:id="R543ac1b21864449d"/>
      <p:boldItalic xmlns:r="http://schemas.openxmlformats.org/officeDocument/2006/relationships" r:id="Rd10bec77a85448cd"/>
    </p:embeddedFont>
    <p:embeddedFont>
      <p:font typeface="Inter Medium"/>
      <p:regular xmlns:r="http://schemas.openxmlformats.org/officeDocument/2006/relationships" r:id="R176f45e0408a45a9"/>
      <p:bold xmlns:r="http://schemas.openxmlformats.org/officeDocument/2006/relationships" r:id="R33c901003b5c455b"/>
      <p:italic xmlns:r="http://schemas.openxmlformats.org/officeDocument/2006/relationships" r:id="R86bb325e0d2a448c"/>
      <p:boldItalic xmlns:r="http://schemas.openxmlformats.org/officeDocument/2006/relationships" r:id="Rd1cc28c80ab74e43"/>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e797410ceecf42be" /><Relationship Type="http://schemas.openxmlformats.org/officeDocument/2006/relationships/slideMaster" Target="/ppt/slideMasters/slideMaster1.xml" Id="R21652c24a2b3485e" /><Relationship Type="http://schemas.openxmlformats.org/officeDocument/2006/relationships/slideMaster" Target="/ppt/slideMasters/slideMaster2.xml" Id="Rf5c5503133cd4df4" /><Relationship Type="http://schemas.openxmlformats.org/officeDocument/2006/relationships/notesMaster" Target="/ppt/notesMasters/notesMaster1.xml" Id="Raa0952c61f644b88" /><Relationship Type="http://schemas.openxmlformats.org/officeDocument/2006/relationships/presProps" Target="/ppt/presProps.xml" Id="Rae45723c0a404c51" /><Relationship Type="http://schemas.openxmlformats.org/officeDocument/2006/relationships/viewProps" Target="/ppt/viewProps.xml" Id="R5832d6a1e3c94b81" /><Relationship Type="http://schemas.openxmlformats.org/officeDocument/2006/relationships/tableStyles" Target="/ppt/tableStyles.xml" Id="Rd967f4aa5bce41f1" /><Relationship Type="http://schemas.openxmlformats.org/officeDocument/2006/relationships/font" Target="/ppt/fonts/font.dat" Id="Rc60efa67d81743ee" /><Relationship Type="http://schemas.openxmlformats.org/officeDocument/2006/relationships/font" Target="/ppt/fonts/font2.dat" Id="Raab3d96778f74ff2" /><Relationship Type="http://schemas.openxmlformats.org/officeDocument/2006/relationships/font" Target="/ppt/fonts/font3.dat" Id="R479b0283f33b48d3" /><Relationship Type="http://schemas.openxmlformats.org/officeDocument/2006/relationships/font" Target="/ppt/fonts/font4.dat" Id="R85dd1d6092a74e22" /><Relationship Type="http://schemas.openxmlformats.org/officeDocument/2006/relationships/font" Target="/ppt/fonts/font5.dat" Id="R4b0fb6936f1c4426" /><Relationship Type="http://schemas.openxmlformats.org/officeDocument/2006/relationships/font" Target="/ppt/fonts/font6.dat" Id="Ref340476d70b4a11" /><Relationship Type="http://schemas.openxmlformats.org/officeDocument/2006/relationships/font" Target="/ppt/fonts/font7.dat" Id="Ra3f84d62920b4e64" /><Relationship Type="http://schemas.openxmlformats.org/officeDocument/2006/relationships/font" Target="/ppt/fonts/font8.dat" Id="R0a2ed9dc087d4a35" /><Relationship Type="http://schemas.openxmlformats.org/officeDocument/2006/relationships/font" Target="/ppt/fonts/font9.dat" Id="Rdf24b5b687c6493c" /><Relationship Type="http://schemas.openxmlformats.org/officeDocument/2006/relationships/font" Target="/ppt/fonts/font10.dat" Id="Ra7c17eefa4e04542" /><Relationship Type="http://schemas.openxmlformats.org/officeDocument/2006/relationships/font" Target="/ppt/fonts/font11.dat" Id="R7cec4a7c2cf54b27" /><Relationship Type="http://schemas.openxmlformats.org/officeDocument/2006/relationships/font" Target="/ppt/fonts/font12.dat" Id="R3835143f2ac54bee" /><Relationship Type="http://schemas.openxmlformats.org/officeDocument/2006/relationships/font" Target="/ppt/fonts/font13.dat" Id="R09f15da8252040c1" /><Relationship Type="http://schemas.openxmlformats.org/officeDocument/2006/relationships/font" Target="/ppt/fonts/font14.dat" Id="Rc59a77af749f45b5" /><Relationship Type="http://schemas.openxmlformats.org/officeDocument/2006/relationships/font" Target="/ppt/fonts/font15.dat" Id="R1fead72e3c344fb9" /><Relationship Type="http://schemas.openxmlformats.org/officeDocument/2006/relationships/font" Target="/ppt/fonts/font16.dat" Id="Rb81459eb726d4c62" /><Relationship Type="http://schemas.openxmlformats.org/officeDocument/2006/relationships/font" Target="/ppt/fonts/font17.dat" Id="Rb025534c149947aa" /><Relationship Type="http://schemas.openxmlformats.org/officeDocument/2006/relationships/font" Target="/ppt/fonts/font18.dat" Id="R35ee2bfe1fbc4c19" /><Relationship Type="http://schemas.openxmlformats.org/officeDocument/2006/relationships/font" Target="/ppt/fonts/font19.dat" Id="R543ac1b21864449d" /><Relationship Type="http://schemas.openxmlformats.org/officeDocument/2006/relationships/font" Target="/ppt/fonts/font20.dat" Id="Rd10bec77a85448cd" /><Relationship Type="http://schemas.openxmlformats.org/officeDocument/2006/relationships/font" Target="/ppt/fonts/font21.dat" Id="R176f45e0408a45a9" /><Relationship Type="http://schemas.openxmlformats.org/officeDocument/2006/relationships/font" Target="/ppt/fonts/font22.dat" Id="R33c901003b5c455b" /><Relationship Type="http://schemas.openxmlformats.org/officeDocument/2006/relationships/font" Target="/ppt/fonts/font23.dat" Id="R86bb325e0d2a448c" /><Relationship Type="http://schemas.openxmlformats.org/officeDocument/2006/relationships/font" Target="/ppt/fonts/font24.dat" Id="Rd1cc28c80ab74e43" /><Relationship Type="http://schemas.openxmlformats.org/officeDocument/2006/relationships/slide" Target="/ppt/slides/slide1.xml" Id="R0b562d231af846d9" /><Relationship Type="http://schemas.openxmlformats.org/officeDocument/2006/relationships/slide" Target="/ppt/slides/slide2.xml" Id="R57b06066b5e84cf3" /><Relationship Type="http://schemas.openxmlformats.org/officeDocument/2006/relationships/slide" Target="/ppt/slides/slide3.xml" Id="R5ac950ef931745fd" /><Relationship Type="http://schemas.openxmlformats.org/officeDocument/2006/relationships/slide" Target="/ppt/slides/slide4.xml" Id="R0c6a77d642054afd" /><Relationship Type="http://schemas.openxmlformats.org/officeDocument/2006/relationships/slide" Target="/ppt/slides/slide5.xml" Id="Rc93ebd7a13ba4439" /><Relationship Type="http://schemas.openxmlformats.org/officeDocument/2006/relationships/slide" Target="/ppt/slides/slide6.xml" Id="R3c3dc0f8fe6540a0" /><Relationship Type="http://schemas.openxmlformats.org/officeDocument/2006/relationships/slide" Target="/ppt/slides/slide7.xml" Id="Rcdf0eaefb4374802" /><Relationship Type="http://schemas.openxmlformats.org/officeDocument/2006/relationships/slide" Target="/ppt/slides/slide8.xml" Id="R61b684543fa04501" /><Relationship Type="http://schemas.openxmlformats.org/officeDocument/2006/relationships/slide" Target="/ppt/slides/slide9.xml" Id="Rfee553c8f5fe481b" /><Relationship Type="http://schemas.openxmlformats.org/officeDocument/2006/relationships/slide" Target="/ppt/slides/slide10.xml" Id="Rdc8cde017416422f" /><Relationship Type="http://schemas.openxmlformats.org/officeDocument/2006/relationships/slide" Target="/ppt/slides/slide11.xml" Id="R3ba053c5f390485a" /><Relationship Type="http://schemas.openxmlformats.org/officeDocument/2006/relationships/slide" Target="/ppt/slides/slide12.xml" Id="Rd73c2dffa8a84aa3" /><Relationship Type="http://schemas.openxmlformats.org/officeDocument/2006/relationships/slide" Target="/ppt/slides/slide13.xml" Id="R1f0b57b2052d4276" /><Relationship Type="http://schemas.openxmlformats.org/officeDocument/2006/relationships/slide" Target="/ppt/slides/slide14.xml" Id="R31f586d47f9b49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0a416a007b9d422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e6235b60ff42c0" /><Relationship Type="http://schemas.openxmlformats.org/officeDocument/2006/relationships/notesMaster" Target="/ppt/notesMasters/notesMaster1.xml" Id="Rf8109143bc1f4e8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f02ac8e54744a5" /><Relationship Type="http://schemas.openxmlformats.org/officeDocument/2006/relationships/notesMaster" Target="/ppt/notesMasters/notesMaster1.xml" Id="R20be75ad82a243ae"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b3d80149fc4a17" /><Relationship Type="http://schemas.openxmlformats.org/officeDocument/2006/relationships/notesMaster" Target="/ppt/notesMasters/notesMaster1.xml" Id="R26ce595242c14d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0cd51a0cfa427f" /><Relationship Type="http://schemas.openxmlformats.org/officeDocument/2006/relationships/notesMaster" Target="/ppt/notesMasters/notesMaster1.xml" Id="R850313fe18ce4a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cb9325ebfa0c4f82" /><Relationship Type="http://schemas.openxmlformats.org/officeDocument/2006/relationships/notesMaster" Target="/ppt/notesMasters/notesMaster1.xml" Id="R3e19587656cf4bf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4376cd8a884214" /><Relationship Type="http://schemas.openxmlformats.org/officeDocument/2006/relationships/notesMaster" Target="/ppt/notesMasters/notesMaster1.xml" Id="R117774f969524fc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670fddcc639460c" /><Relationship Type="http://schemas.openxmlformats.org/officeDocument/2006/relationships/notesMaster" Target="/ppt/notesMasters/notesMaster1.xml" Id="R0a40fbedb9a2429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15a79be685a4fc0" /><Relationship Type="http://schemas.openxmlformats.org/officeDocument/2006/relationships/notesMaster" Target="/ppt/notesMasters/notesMaster1.xml" Id="Rf4c81ac182eb42e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3bb2c53964d4f1f" /><Relationship Type="http://schemas.openxmlformats.org/officeDocument/2006/relationships/notesMaster" Target="/ppt/notesMasters/notesMaster1.xml" Id="Rbb87b303b8e84ad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462099a41a04b17" /><Relationship Type="http://schemas.openxmlformats.org/officeDocument/2006/relationships/notesMaster" Target="/ppt/notesMasters/notesMaster1.xml" Id="R15fb8663a39843e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53b798549814b4c" /><Relationship Type="http://schemas.openxmlformats.org/officeDocument/2006/relationships/notesMaster" Target="/ppt/notesMasters/notesMaster1.xml" Id="R5cca20760b52405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a71020ebad4842" /><Relationship Type="http://schemas.openxmlformats.org/officeDocument/2006/relationships/notesMaster" Target="/ppt/notesMasters/notesMaster1.xml" Id="R39d48024191d48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f0f379076e942be" /><Relationship Type="http://schemas.openxmlformats.org/officeDocument/2006/relationships/notesMaster" Target="/ppt/notesMasters/notesMaster1.xml" Id="R1054e7373d454fc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047ada827a4072" /><Relationship Type="http://schemas.openxmlformats.org/officeDocument/2006/relationships/notesMaster" Target="/ppt/notesMasters/notesMaster1.xml" Id="Re6034a42bc7640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reading, filtering,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prints minimal process execution records.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installs dependencies, and builds the Falco libraries. It creates no collector source files. Step 1 creates them. Approve the installer administrator prompt.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installs dependencies, and builds the Falco libraries. It creates no collector source files. Step 1 creates them. Approve the installer administrator prompt. If Windows requests a restart, reboot and rerun the command.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 VM shell or second terminal is needed. Run starts or reuses the VM, copies source, rebuilds, and starts the collector. After the collector reports attachment, the runner executes /usr/bin/id inside Ubuntu automatically. It waits for capture to finish, then prints and saves the output. Successful build output is hidden; build failures are displayed. The VM stays available for the next 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Mac repo folder in the same host terminal, one step at a time. Each step script writes src/main.cpp and src/CMakeLists.txt locally. Run copies them to Ubuntu, rebuilds, starts a fresh ten-second agent run, generates example activity, then displays output and saves logs/latest.log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Windows repo folder in the same host terminal, one step at a time. Each step script writes src/main.cpp and src/CMakeLists.txt locally. Run copies them to Ubuntu, rebuilds, starts a fresh ten-second agent run, generates example activity, then displays output and saves logs/latest.log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repository begins without collector source files. Step 1 creates the source directory and both files locally. Run copies them into Ubuntu and rebuilds. The full CMake file also sets C++17 and the output directory. The full main function handles exceptions and prints Attached to the Ubuntu kernel, then Capture stopped. No Enter key or manual editing is needed. The separate run script starts the collector. This initial stage waits ten seconds without draining events; the next stage adds the read loop.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2. The count is events delivered successfully to this application, not a count of all syscalls on the machine. This first unfiltered run sees background activity. The runner automatically executes /usr/bin/id after attachment. Each successful read prints the event name. Printing starts in step 2, before filtering in step 3. The final summary counts events delivered to the application.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&lt; direction is a syscall exit event, not process termination. Filtering chooses which events next() returns to the application. The default driver syscall set is unchanged, so libsinsp can still maintain its process and file state. Do not promise exactly one event; other processes may execute during the window.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not a promise of one event. Step 4 includes all previous additions and works without running steps 1 and 2 first. Step scripts overwrite main.cpp and CMakeLists.txt locally. Run then rebuilds and captures, saving output to logs/latest.log. Process execution exit events can include failed calls; this workshop does not add success-only conditions or detection logic.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run script handles sudo inside Ubuntu automatically. Setup prepares the libraries. The numbered scripts create the collector source. Run builds and starts it. Before source exists, run prints No agent yet. Run step 1. If Multipass commands are missing immediately after installation, reopen the host terminal. Setup waits for the Ubuntu image catalog before launch. Windows PowerShell parsing and source generation have passed native checks. The full Windows Multipass workflow still needs a rehearsal. Code and step scripts: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311e9dddeb64b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535a09b54fd45a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733655c8472410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4f06ea81b9e4d1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80fe540f31429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ea0dbf7883540b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d1899806f6e0409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13b7b514681e4f00"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f188c616530945c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196538a9469748dc"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4a09ece385ac42b4"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7e4f65a6b80d46e4"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55692ba1c61d423a"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44f79f03ab48e1" /><Relationship Type="http://schemas.openxmlformats.org/officeDocument/2006/relationships/slideLayout" Target="/ppt/slideLayouts/slideLayout1.xml" Id="R958a961fedad4d19" /><Relationship Type="http://schemas.openxmlformats.org/officeDocument/2006/relationships/slideLayout" Target="/ppt/slideLayouts/slideLayout2.xml" Id="Rbf0d52c28d754c00" /><Relationship Type="http://schemas.openxmlformats.org/officeDocument/2006/relationships/slideLayout" Target="/ppt/slideLayouts/slideLayout3.xml" Id="R1aba7f0192b548a0" /><Relationship Type="http://schemas.openxmlformats.org/officeDocument/2006/relationships/slideLayout" Target="/ppt/slideLayouts/slideLayout4.xml" Id="R7b7d1d8d49cb4d75" /><Relationship Type="http://schemas.openxmlformats.org/officeDocument/2006/relationships/slideLayout" Target="/ppt/slideLayouts/slideLayout5.xml" Id="R388e3aeb4b1749ae" /><Relationship Type="http://schemas.openxmlformats.org/officeDocument/2006/relationships/slideLayout" Target="/ppt/slideLayouts/slideLayout6.xml" Id="Rb6c6cbadb6824c2a" /><Relationship Type="http://schemas.openxmlformats.org/officeDocument/2006/relationships/slideLayout" Target="/ppt/slideLayouts/slideLayout7.xml" Id="Rb1c47666ec364c7f" /><Relationship Type="http://schemas.openxmlformats.org/officeDocument/2006/relationships/slideLayout" Target="/ppt/slideLayouts/slideLayout8.xml" Id="Ra271fc4b0c14460f" /><Relationship Type="http://schemas.openxmlformats.org/officeDocument/2006/relationships/slideLayout" Target="/ppt/slideLayouts/slideLayout9.xml" Id="R00f3443832344c1e" /><Relationship Type="http://schemas.openxmlformats.org/officeDocument/2006/relationships/slideLayout" Target="/ppt/slideLayouts/slideLayout10.xml" Id="R1adfdff0c9914306" /><Relationship Type="http://schemas.openxmlformats.org/officeDocument/2006/relationships/slideLayout" Target="/ppt/slideLayouts/slideLayout11.xml" Id="R21ac7d7df8c845ce" /><Relationship Type="http://schemas.openxmlformats.org/officeDocument/2006/relationships/slideLayout" Target="/ppt/slideLayouts/slideLayout12.xml" Id="Rdfaf91be90494a77"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f99f7d1dfe9f4d83" /><Relationship Type="http://schemas.openxmlformats.org/officeDocument/2006/relationships/slideLayout" Target="/ppt/slideLayouts/slideLayout13.xml" Id="Ra3259ddcef174e4a"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58a961fedad4d19"/>
    <p:sldLayoutId xmlns:r="http://schemas.openxmlformats.org/officeDocument/2006/relationships" id="2147483650" r:id="Rbf0d52c28d754c00"/>
    <p:sldLayoutId xmlns:r="http://schemas.openxmlformats.org/officeDocument/2006/relationships" id="2147483651" r:id="R1aba7f0192b548a0"/>
    <p:sldLayoutId xmlns:r="http://schemas.openxmlformats.org/officeDocument/2006/relationships" id="2147483652" r:id="R7b7d1d8d49cb4d75"/>
    <p:sldLayoutId xmlns:r="http://schemas.openxmlformats.org/officeDocument/2006/relationships" id="2147483653" r:id="R388e3aeb4b1749ae"/>
    <p:sldLayoutId xmlns:r="http://schemas.openxmlformats.org/officeDocument/2006/relationships" id="2147483654" r:id="Rb6c6cbadb6824c2a"/>
    <p:sldLayoutId xmlns:r="http://schemas.openxmlformats.org/officeDocument/2006/relationships" id="2147483655" r:id="Rb1c47666ec364c7f"/>
    <p:sldLayoutId xmlns:r="http://schemas.openxmlformats.org/officeDocument/2006/relationships" id="2147483656" r:id="Ra271fc4b0c14460f"/>
    <p:sldLayoutId xmlns:r="http://schemas.openxmlformats.org/officeDocument/2006/relationships" id="2147483657" r:id="R00f3443832344c1e"/>
    <p:sldLayoutId xmlns:r="http://schemas.openxmlformats.org/officeDocument/2006/relationships" id="2147483658" r:id="R1adfdff0c9914306"/>
    <p:sldLayoutId xmlns:r="http://schemas.openxmlformats.org/officeDocument/2006/relationships" id="2147483659" r:id="R21ac7d7df8c845ce"/>
    <p:sldLayoutId xmlns:r="http://schemas.openxmlformats.org/officeDocument/2006/relationships" id="2147483660" r:id="Rdfaf91be90494a77"/>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a3259ddcef174e4a"/>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be91266d39545ad" /><Relationship Type="http://schemas.openxmlformats.org/officeDocument/2006/relationships/image" Target="/ppt/media/image.png" Id="R92664d9438964990" /><Relationship Type="http://schemas.openxmlformats.org/officeDocument/2006/relationships/notesSlide" Target="/ppt/notesSlides/notesSlide1.xml" Id="Rc73dec229cb249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7b048607ef14dae" /><Relationship Type="http://schemas.openxmlformats.org/officeDocument/2006/relationships/image" Target="/ppt/media/image.png" Id="Re05fa0a8752d494b" /><Relationship Type="http://schemas.openxmlformats.org/officeDocument/2006/relationships/notesSlide" Target="/ppt/notesSlides/notesSlide2.xml" Id="Rc23eeeac9ab545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7862ab07979406d" /><Relationship Type="http://schemas.openxmlformats.org/officeDocument/2006/relationships/image" Target="/ppt/media/image.png" Id="Re144d3f7ce314b6e" /><Relationship Type="http://schemas.openxmlformats.org/officeDocument/2006/relationships/notesSlide" Target="/ppt/notesSlides/notesSlide3.xml" Id="Rf0af90eee0444d7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8ff34ea54a94b1c" /><Relationship Type="http://schemas.openxmlformats.org/officeDocument/2006/relationships/image" Target="/ppt/media/image.png" Id="Red75036c0dfe4f62" /><Relationship Type="http://schemas.openxmlformats.org/officeDocument/2006/relationships/notesSlide" Target="/ppt/notesSlides/notesSlide4.xml" Id="Re729f1f93c6e466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2cf7b8483894084" /><Relationship Type="http://schemas.openxmlformats.org/officeDocument/2006/relationships/image" Target="/ppt/media/image.png" Id="Re750543b898b4342" /><Relationship Type="http://schemas.openxmlformats.org/officeDocument/2006/relationships/notesSlide" Target="/ppt/notesSlides/notesSlide5.xml" Id="R200944418b0141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698f2b8fb7e4e7c" /><Relationship Type="http://schemas.openxmlformats.org/officeDocument/2006/relationships/image" Target="/ppt/media/image.png" Id="Rfe64fe1f33824770" /><Relationship Type="http://schemas.openxmlformats.org/officeDocument/2006/relationships/notesSlide" Target="/ppt/notesSlides/notesSlide6.xml" Id="R439f3ead061b42d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992ccce0ee54e9b" /><Relationship Type="http://schemas.openxmlformats.org/officeDocument/2006/relationships/image" Target="/ppt/media/image.png" Id="R3ca42eaad31b4411" /><Relationship Type="http://schemas.openxmlformats.org/officeDocument/2006/relationships/notesSlide" Target="/ppt/notesSlides/notesSlide7.xml" Id="Ra0ccb5d1f2f2468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3e7f82987e7486d" /><Relationship Type="http://schemas.openxmlformats.org/officeDocument/2006/relationships/image" Target="/ppt/media/image.png" Id="R3b19c54216284fad" /><Relationship Type="http://schemas.openxmlformats.org/officeDocument/2006/relationships/notesSlide" Target="/ppt/notesSlides/notesSlide8.xml" Id="R25c28ad4e1bb493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52cb5b039c94b6d" /><Relationship Type="http://schemas.openxmlformats.org/officeDocument/2006/relationships/image" Target="/ppt/media/image.png" Id="Ra3403874bc474d90" /><Relationship Type="http://schemas.openxmlformats.org/officeDocument/2006/relationships/notesSlide" Target="/ppt/notesSlides/notesSlide9.xml" Id="R7c70797825e243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53e7de643c84ad7" /><Relationship Type="http://schemas.openxmlformats.org/officeDocument/2006/relationships/image" Target="/ppt/media/image.png" Id="Rb7be19b5ae614232" /><Relationship Type="http://schemas.openxmlformats.org/officeDocument/2006/relationships/notesSlide" Target="/ppt/notesSlides/notesSlide10.xml" Id="Rbfe5c294de554d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abd8ca7b26e465d" /><Relationship Type="http://schemas.openxmlformats.org/officeDocument/2006/relationships/image" Target="/ppt/media/image.png" Id="R7d28195af0d3456e" /><Relationship Type="http://schemas.openxmlformats.org/officeDocument/2006/relationships/notesSlide" Target="/ppt/notesSlides/notesSlide11.xml" Id="R929d54ee3f7345e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89291a7fd31486a" /><Relationship Type="http://schemas.openxmlformats.org/officeDocument/2006/relationships/image" Target="/ppt/media/image.png" Id="R58b2a480d3a64910" /><Relationship Type="http://schemas.openxmlformats.org/officeDocument/2006/relationships/notesSlide" Target="/ppt/notesSlides/notesSlide12.xml" Id="R39b60c57ddb9490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a46c6c4fe604321" /><Relationship Type="http://schemas.openxmlformats.org/officeDocument/2006/relationships/image" Target="/ppt/media/image.png" Id="Raf0d70a39fa847ed" /><Relationship Type="http://schemas.openxmlformats.org/officeDocument/2006/relationships/notesSlide" Target="/ppt/notesSlides/notesSlide13.xml" Id="R9a08c3596dd646e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4d9eaa83ee74075" /><Relationship Type="http://schemas.openxmlformats.org/officeDocument/2006/relationships/image" Target="/ppt/media/image.png" Id="Ree768ddb031c4d42" /><Relationship Type="http://schemas.openxmlformats.org/officeDocument/2006/relationships/notesSlide" Target="/ppt/notesSlides/notesSlide14.xml" Id="R28cc5b4874e84ec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92664d9438964990">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92664d9438964990">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92664d9438964990">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92664d9438964990">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92664d9438964990">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92664d9438964990">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92664d9438964990">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92664d9438964990">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1: Create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2: Print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3: Filter executions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4: Add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05fa0a8752d494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05fa0a8752d494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05fa0a8752d494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05fa0a8752d494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144d3f7ce314b6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144d3f7ce314b6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144d3f7ce314b6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144d3f7ce314b6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d75036c0dfe4f6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d75036c0dfe4f6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d75036c0dfe4f6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d75036c0dfe4f6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One terminal</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Stay in your Mac terminal or Windows PowerShell.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Apply a step,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scripts handle Ubuntu and generate example activity automatically.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Every run</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Rebuild the current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Run for ten seconds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Show the result and stop the 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Save output to logs/latest.log</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750543b898b434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750543b898b434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750543b898b434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750543b898b434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scripts/mac/step-1.sh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scripts/mac/step-2.sh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scripts/mac/step-3.sh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scripts/mac/step-4.sh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fe64fe1f3382477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fe64fe1f3382477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fe64fe1f3382477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fe64fe1f3382477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scripts/windows/step-1.ps1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scripts/windows/step-2.ps1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scripts/windows/step-3.ps1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scripts/windows/step-4.ps1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ca42eaad31b441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ca42eaad31b441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ca42eaad31b441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ca42eaad31b441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Create the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1,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1 creates src/main.cpp and src/CMakeLists.txt locally. The run script builds them in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for ten seconds, then stops. It does not read events yet.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two new files (excerpts)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src/CMakeLists.txt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add_executable(workshop-agent 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target_link_libraries(workshop-agent sinsp)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src/main.cpp, inside main()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std::this_thread::sleep_for(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b19c54216284fa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b19c54216284fa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b19c54216284fa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b19c54216284fa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2,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2 adds the read loop and prints event names. Run captures for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3403874bc474d9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3403874bc474d9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3403874bc474d9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3403874bc474d9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Print the returned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Skip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Report errors instead of treating them as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Print each event name. Expect lots of output before adding a filter.</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SCAP_TIMEOUT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result == SCAP_FILTERED_EVENT)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continue;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SCAP_EOF) { break;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SCAP_SUCCESS)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throw std::runtime_error(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inspector.getlasterr());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'\n';</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7be19b5ae61423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7be19b5ae61423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7be19b5ae61423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7be19b5ae61423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Keep process executions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3,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this filter before capture. Example activity runs automatically.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output now shows only execution exit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filter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and evt.dir=&lt;");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The runner generates activity</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inside Ubuntu automatically.</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d28195af0d3456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d28195af0d3456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d28195af0d3456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d28195af0d3456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4: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4,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PID and process name to the existing event output.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Look for an execution with name=id.</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4: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pid=" &lt;&lt; 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name=" &lt;&lt;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58b2a480d3a6491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58b2a480d3a6491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58b2a480d3a6491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58b2a480d3a6491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Print. Filter.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short line per process execution.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4 writes the complete collector. Run rebuilds and captures.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Example output; PID and count will vary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execve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Read 1 process-execution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Saved on your laptop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logs/latest.log</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f0d70a39fa847e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f0d70a39fa847e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f0d70a39fa847e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f0d70a39fa847e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 use your run script.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It starts the VM automatically.</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e768ddb031c4d4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e768ddb031c4d4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e768ddb031c4d4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e768ddb031c4d4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2026-10-01T23:20:38.1930000Z</dcterms:created>
  <dcterms:modified xsi:type="dcterms:W3CDTF">2026-10-01T23:20:38.1930000Z</dcterms:modified>
</coreProperties>
</file>