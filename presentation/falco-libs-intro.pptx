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Masters/slideMaster2.xml" ContentType="application/vnd.openxmlformats-officedocument.presentationml.slideMaster+xml"/>
  <Override PartName="/ppt/slideMasters/theme/theme3.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notesMasters/notesMaster1.xml" ContentType="application/vnd.openxmlformats-officedocument.presentationml.notesMaster+xml"/>
  <Override PartName="/ppt/notesMasters/theme/theme4.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bf67a02bb124900" /><Relationship Type="http://schemas.openxmlformats.org/officeDocument/2006/relationships/extended-properties" Target="/docProps/app.xml" Id="Rd0af2b2410d34216" /><Relationship Type="http://schemas.openxmlformats.org/officeDocument/2006/relationships/officeDocument" Target="/ppt/presentation.xml" Id="Raebfe1b10c894c88"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e6d484a9b46845fc"/>
    <p:sldMasterId xmlns:r="http://schemas.openxmlformats.org/officeDocument/2006/relationships" id="2147483661" r:id="R887c6a4e5ab548fa"/>
  </p:sldMasterIdLst>
  <p:notesMasterIdLst>
    <p:notesMasterId xmlns:r="http://schemas.openxmlformats.org/officeDocument/2006/relationships" r:id="R09851ab1c3e94640"/>
  </p:notesMasterIdLst>
  <p:sldIdLst>
    <p:sldId xmlns:r="http://schemas.openxmlformats.org/officeDocument/2006/relationships" id="256" r:id="Rb4e04a6f6c2f43f3"/>
    <p:sldId xmlns:r="http://schemas.openxmlformats.org/officeDocument/2006/relationships" id="257" r:id="R889ca1f2e52b4c98"/>
    <p:sldId xmlns:r="http://schemas.openxmlformats.org/officeDocument/2006/relationships" id="258" r:id="Rec0d059d954b4f36"/>
    <p:sldId xmlns:r="http://schemas.openxmlformats.org/officeDocument/2006/relationships" id="259" r:id="Rf649f5bf97004fcc"/>
    <p:sldId xmlns:r="http://schemas.openxmlformats.org/officeDocument/2006/relationships" id="260" r:id="Rc2e1fb0cb46a4a3f"/>
    <p:sldId xmlns:r="http://schemas.openxmlformats.org/officeDocument/2006/relationships" id="261" r:id="Ra48084b48cc1484f"/>
    <p:sldId xmlns:r="http://schemas.openxmlformats.org/officeDocument/2006/relationships" id="262" r:id="R77f9ccde0f304d9a"/>
    <p:sldId xmlns:r="http://schemas.openxmlformats.org/officeDocument/2006/relationships" id="263" r:id="Rad3cbb0bacc94851"/>
    <p:sldId xmlns:r="http://schemas.openxmlformats.org/officeDocument/2006/relationships" id="264" r:id="Re386f71dea9f48ce"/>
    <p:sldId xmlns:r="http://schemas.openxmlformats.org/officeDocument/2006/relationships" id="265" r:id="Rcabd2e90f35a4ada"/>
    <p:sldId xmlns:r="http://schemas.openxmlformats.org/officeDocument/2006/relationships" id="266" r:id="R7eba62129ba5471d"/>
    <p:sldId xmlns:r="http://schemas.openxmlformats.org/officeDocument/2006/relationships" id="267" r:id="R572419ae4e4e452d"/>
    <p:sldId xmlns:r="http://schemas.openxmlformats.org/officeDocument/2006/relationships" id="268" r:id="R818bbdffce5e4006"/>
  </p:sldIdLst>
  <p:sldSz cx="9144000" cy="5143500"/>
  <p:notesSz cx="6858000" cy="9144000"/>
  <p:embeddedFontLst>
    <p:embeddedFont>
      <p:font typeface="Roboto Mono Medium"/>
      <p:regular xmlns:r="http://schemas.openxmlformats.org/officeDocument/2006/relationships" r:id="R23a4db0cdf334991"/>
      <p:bold xmlns:r="http://schemas.openxmlformats.org/officeDocument/2006/relationships" r:id="R94630d5a4fcc469b"/>
      <p:italic xmlns:r="http://schemas.openxmlformats.org/officeDocument/2006/relationships" r:id="R03867f54b8cc41af"/>
      <p:boldItalic xmlns:r="http://schemas.openxmlformats.org/officeDocument/2006/relationships" r:id="R0a4d78ede0e34396"/>
    </p:embeddedFont>
    <p:embeddedFont>
      <p:font typeface="Inter SemiBold"/>
      <p:regular xmlns:r="http://schemas.openxmlformats.org/officeDocument/2006/relationships" r:id="Rb8e1632be6e34e24"/>
      <p:bold xmlns:r="http://schemas.openxmlformats.org/officeDocument/2006/relationships" r:id="R7ab48bd7956e4cdb"/>
      <p:italic xmlns:r="http://schemas.openxmlformats.org/officeDocument/2006/relationships" r:id="R0938d3fc5fde4381"/>
      <p:boldItalic xmlns:r="http://schemas.openxmlformats.org/officeDocument/2006/relationships" r:id="R7ce4a11e38a740ec"/>
    </p:embeddedFont>
    <p:embeddedFont>
      <p:font typeface="Montserrat Black"/>
      <p:bold xmlns:r="http://schemas.openxmlformats.org/officeDocument/2006/relationships" r:id="R36f5da471ad04bd2"/>
      <p:boldItalic xmlns:r="http://schemas.openxmlformats.org/officeDocument/2006/relationships" r:id="R2d22aa5840564370"/>
    </p:embeddedFont>
    <p:embeddedFont>
      <p:font typeface="Montserrat"/>
      <p:bold xmlns:r="http://schemas.openxmlformats.org/officeDocument/2006/relationships" r:id="R182dcf7a03e9445d"/>
      <p:boldItalic xmlns:r="http://schemas.openxmlformats.org/officeDocument/2006/relationships" r:id="R03fe23029e664de2"/>
    </p:embeddedFont>
    <p:embeddedFont>
      <p:font typeface="Inter"/>
      <p:regular xmlns:r="http://schemas.openxmlformats.org/officeDocument/2006/relationships" r:id="Rc4a8699ee8454d7d"/>
      <p:bold xmlns:r="http://schemas.openxmlformats.org/officeDocument/2006/relationships" r:id="R6c7fd14e9f7b4a3f"/>
      <p:italic xmlns:r="http://schemas.openxmlformats.org/officeDocument/2006/relationships" r:id="R4c6e187d8d9641ee"/>
      <p:boldItalic xmlns:r="http://schemas.openxmlformats.org/officeDocument/2006/relationships" r:id="R1f6359c2dcea4742"/>
    </p:embeddedFont>
    <p:embeddedFont>
      <p:font typeface="Montserrat ExtraBold"/>
      <p:bold xmlns:r="http://schemas.openxmlformats.org/officeDocument/2006/relationships" r:id="Rb4e6b7a3b6d247db"/>
      <p:boldItalic xmlns:r="http://schemas.openxmlformats.org/officeDocument/2006/relationships" r:id="R150cd316338840c8"/>
    </p:embeddedFont>
    <p:embeddedFont>
      <p:font typeface="Roboto Mono"/>
      <p:bold xmlns:r="http://schemas.openxmlformats.org/officeDocument/2006/relationships" r:id="Rf046e5b821db48f6"/>
      <p:boldItalic xmlns:r="http://schemas.openxmlformats.org/officeDocument/2006/relationships" r:id="R86cf4ca974b949b7"/>
    </p:embeddedFont>
    <p:embeddedFont>
      <p:font typeface="Inter Medium"/>
      <p:regular xmlns:r="http://schemas.openxmlformats.org/officeDocument/2006/relationships" r:id="R9b66fb3424c44014"/>
      <p:bold xmlns:r="http://schemas.openxmlformats.org/officeDocument/2006/relationships" r:id="Rca56d7f95f994edc"/>
      <p:italic xmlns:r="http://schemas.openxmlformats.org/officeDocument/2006/relationships" r:id="Rb36a33d92f3f4f2b"/>
      <p:boldItalic xmlns:r="http://schemas.openxmlformats.org/officeDocument/2006/relationships" r:id="Rea86aa512828426a"/>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viewPr>
</file>

<file path=ppt/_rels/presentation.xml.rels>&#65279;<?xml version="1.0" encoding="utf-8"?><Relationships xmlns="http://schemas.openxmlformats.org/package/2006/relationships"><Relationship Type="http://schemas.openxmlformats.org/officeDocument/2006/relationships/theme" Target="/ppt/theme/theme1.xml" Id="R80047439fec14ea4" /><Relationship Type="http://schemas.openxmlformats.org/officeDocument/2006/relationships/slideMaster" Target="/ppt/slideMasters/slideMaster1.xml" Id="Re6d484a9b46845fc" /><Relationship Type="http://schemas.openxmlformats.org/officeDocument/2006/relationships/slideMaster" Target="/ppt/slideMasters/slideMaster2.xml" Id="R887c6a4e5ab548fa" /><Relationship Type="http://schemas.openxmlformats.org/officeDocument/2006/relationships/notesMaster" Target="/ppt/notesMasters/notesMaster1.xml" Id="R09851ab1c3e94640" /><Relationship Type="http://schemas.openxmlformats.org/officeDocument/2006/relationships/presProps" Target="/ppt/presProps.xml" Id="R1faf9cb30b764971" /><Relationship Type="http://schemas.openxmlformats.org/officeDocument/2006/relationships/viewProps" Target="/ppt/viewProps.xml" Id="R88fcf199c72347bd" /><Relationship Type="http://schemas.openxmlformats.org/officeDocument/2006/relationships/tableStyles" Target="/ppt/tableStyles.xml" Id="R5adad00467274b8a" /><Relationship Type="http://schemas.openxmlformats.org/officeDocument/2006/relationships/font" Target="/ppt/fonts/font.dat" Id="R23a4db0cdf334991" /><Relationship Type="http://schemas.openxmlformats.org/officeDocument/2006/relationships/font" Target="/ppt/fonts/font2.dat" Id="R94630d5a4fcc469b" /><Relationship Type="http://schemas.openxmlformats.org/officeDocument/2006/relationships/font" Target="/ppt/fonts/font3.dat" Id="R03867f54b8cc41af" /><Relationship Type="http://schemas.openxmlformats.org/officeDocument/2006/relationships/font" Target="/ppt/fonts/font4.dat" Id="R0a4d78ede0e34396" /><Relationship Type="http://schemas.openxmlformats.org/officeDocument/2006/relationships/font" Target="/ppt/fonts/font5.dat" Id="Rb8e1632be6e34e24" /><Relationship Type="http://schemas.openxmlformats.org/officeDocument/2006/relationships/font" Target="/ppt/fonts/font6.dat" Id="R7ab48bd7956e4cdb" /><Relationship Type="http://schemas.openxmlformats.org/officeDocument/2006/relationships/font" Target="/ppt/fonts/font7.dat" Id="R0938d3fc5fde4381" /><Relationship Type="http://schemas.openxmlformats.org/officeDocument/2006/relationships/font" Target="/ppt/fonts/font8.dat" Id="R7ce4a11e38a740ec" /><Relationship Type="http://schemas.openxmlformats.org/officeDocument/2006/relationships/font" Target="/ppt/fonts/font9.dat" Id="R36f5da471ad04bd2" /><Relationship Type="http://schemas.openxmlformats.org/officeDocument/2006/relationships/font" Target="/ppt/fonts/font10.dat" Id="R2d22aa5840564370" /><Relationship Type="http://schemas.openxmlformats.org/officeDocument/2006/relationships/font" Target="/ppt/fonts/font11.dat" Id="R182dcf7a03e9445d" /><Relationship Type="http://schemas.openxmlformats.org/officeDocument/2006/relationships/font" Target="/ppt/fonts/font12.dat" Id="R03fe23029e664de2" /><Relationship Type="http://schemas.openxmlformats.org/officeDocument/2006/relationships/font" Target="/ppt/fonts/font13.dat" Id="Rc4a8699ee8454d7d" /><Relationship Type="http://schemas.openxmlformats.org/officeDocument/2006/relationships/font" Target="/ppt/fonts/font14.dat" Id="R6c7fd14e9f7b4a3f" /><Relationship Type="http://schemas.openxmlformats.org/officeDocument/2006/relationships/font" Target="/ppt/fonts/font15.dat" Id="R4c6e187d8d9641ee" /><Relationship Type="http://schemas.openxmlformats.org/officeDocument/2006/relationships/font" Target="/ppt/fonts/font16.dat" Id="R1f6359c2dcea4742" /><Relationship Type="http://schemas.openxmlformats.org/officeDocument/2006/relationships/font" Target="/ppt/fonts/font17.dat" Id="Rb4e6b7a3b6d247db" /><Relationship Type="http://schemas.openxmlformats.org/officeDocument/2006/relationships/font" Target="/ppt/fonts/font18.dat" Id="R150cd316338840c8" /><Relationship Type="http://schemas.openxmlformats.org/officeDocument/2006/relationships/font" Target="/ppt/fonts/font19.dat" Id="Rf046e5b821db48f6" /><Relationship Type="http://schemas.openxmlformats.org/officeDocument/2006/relationships/font" Target="/ppt/fonts/font20.dat" Id="R86cf4ca974b949b7" /><Relationship Type="http://schemas.openxmlformats.org/officeDocument/2006/relationships/font" Target="/ppt/fonts/font21.dat" Id="R9b66fb3424c44014" /><Relationship Type="http://schemas.openxmlformats.org/officeDocument/2006/relationships/font" Target="/ppt/fonts/font22.dat" Id="Rca56d7f95f994edc" /><Relationship Type="http://schemas.openxmlformats.org/officeDocument/2006/relationships/font" Target="/ppt/fonts/font23.dat" Id="Rb36a33d92f3f4f2b" /><Relationship Type="http://schemas.openxmlformats.org/officeDocument/2006/relationships/font" Target="/ppt/fonts/font24.dat" Id="Rea86aa512828426a" /><Relationship Type="http://schemas.openxmlformats.org/officeDocument/2006/relationships/slide" Target="/ppt/slides/slide1.xml" Id="Rb4e04a6f6c2f43f3" /><Relationship Type="http://schemas.openxmlformats.org/officeDocument/2006/relationships/slide" Target="/ppt/slides/slide2.xml" Id="R889ca1f2e52b4c98" /><Relationship Type="http://schemas.openxmlformats.org/officeDocument/2006/relationships/slide" Target="/ppt/slides/slide3.xml" Id="Rec0d059d954b4f36" /><Relationship Type="http://schemas.openxmlformats.org/officeDocument/2006/relationships/slide" Target="/ppt/slides/slide4.xml" Id="Rf649f5bf97004fcc" /><Relationship Type="http://schemas.openxmlformats.org/officeDocument/2006/relationships/slide" Target="/ppt/slides/slide5.xml" Id="Rc2e1fb0cb46a4a3f" /><Relationship Type="http://schemas.openxmlformats.org/officeDocument/2006/relationships/slide" Target="/ppt/slides/slide6.xml" Id="Ra48084b48cc1484f" /><Relationship Type="http://schemas.openxmlformats.org/officeDocument/2006/relationships/slide" Target="/ppt/slides/slide7.xml" Id="R77f9ccde0f304d9a" /><Relationship Type="http://schemas.openxmlformats.org/officeDocument/2006/relationships/slide" Target="/ppt/slides/slide8.xml" Id="Rad3cbb0bacc94851" /><Relationship Type="http://schemas.openxmlformats.org/officeDocument/2006/relationships/slide" Target="/ppt/slides/slide9.xml" Id="Re386f71dea9f48ce" /><Relationship Type="http://schemas.openxmlformats.org/officeDocument/2006/relationships/slide" Target="/ppt/slides/slide10.xml" Id="Rcabd2e90f35a4ada" /><Relationship Type="http://schemas.openxmlformats.org/officeDocument/2006/relationships/slide" Target="/ppt/slides/slide11.xml" Id="R7eba62129ba5471d" /><Relationship Type="http://schemas.openxmlformats.org/officeDocument/2006/relationships/slide" Target="/ppt/slides/slide12.xml" Id="R572419ae4e4e452d" /><Relationship Type="http://schemas.openxmlformats.org/officeDocument/2006/relationships/slide" Target="/ppt/slides/slide13.xml" Id="R818bbdffce5e400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4.xml" Id="Rf05ee613493c4e4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4.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e718125bda54c2c" /><Relationship Type="http://schemas.openxmlformats.org/officeDocument/2006/relationships/notesMaster" Target="/ppt/notesMasters/notesMaster1.xml" Id="Rf3683067069645b5" /></Relationships>
</file>

<file path=ppt/notesSlides/_rels/notesSlide2.xml.rels>&#65279;<?xml version="1.0" encoding="utf-8"?><Relationships xmlns="http://schemas.openxmlformats.org/package/2006/relationships"><Relationship Type="http://schemas.openxmlformats.org/officeDocument/2006/relationships/slide" Target="/ppt/slides/slide2.xml" Id="Rc11b9f459c384a8d" /><Relationship Type="http://schemas.openxmlformats.org/officeDocument/2006/relationships/notesMaster" Target="/ppt/notesMasters/notesMaster1.xml" Id="R4bfa52a57f3d47f6" /></Relationships>
</file>

<file path=ppt/notesSlides/_rels/notesSlide3.xml.rels>&#65279;<?xml version="1.0" encoding="utf-8"?><Relationships xmlns="http://schemas.openxmlformats.org/package/2006/relationships"><Relationship Type="http://schemas.openxmlformats.org/officeDocument/2006/relationships/slide" Target="/ppt/slides/slide3.xml" Id="Ra37d301c4beb4662" /><Relationship Type="http://schemas.openxmlformats.org/officeDocument/2006/relationships/notesMaster" Target="/ppt/notesMasters/notesMaster1.xml" Id="Rc0506fba41a44a07" /></Relationships>
</file>

<file path=ppt/notesSlides/_rels/notesSlide4.xml.rels>&#65279;<?xml version="1.0" encoding="utf-8"?><Relationships xmlns="http://schemas.openxmlformats.org/package/2006/relationships"><Relationship Type="http://schemas.openxmlformats.org/officeDocument/2006/relationships/slide" Target="/ppt/slides/slide4.xml" Id="R278ac168e5864d4b" /><Relationship Type="http://schemas.openxmlformats.org/officeDocument/2006/relationships/notesMaster" Target="/ppt/notesMasters/notesMaster1.xml" Id="R04e15e5b5f934368" /></Relationships>
</file>

<file path=ppt/notesSlides/_rels/notesSlide5.xml.rels>&#65279;<?xml version="1.0" encoding="utf-8"?><Relationships xmlns="http://schemas.openxmlformats.org/package/2006/relationships"><Relationship Type="http://schemas.openxmlformats.org/officeDocument/2006/relationships/slide" Target="/ppt/slides/slide5.xml" Id="R3a277c2edfaf4baa" /><Relationship Type="http://schemas.openxmlformats.org/officeDocument/2006/relationships/notesMaster" Target="/ppt/notesMasters/notesMaster1.xml" Id="R45c5312ed32b4f61" /></Relationships>
</file>

<file path=ppt/notesSlides/_rels/notesSlide6.xml.rels>&#65279;<?xml version="1.0" encoding="utf-8"?><Relationships xmlns="http://schemas.openxmlformats.org/package/2006/relationships"><Relationship Type="http://schemas.openxmlformats.org/officeDocument/2006/relationships/slide" Target="/ppt/slides/slide6.xml" Id="R506295a32df24d24" /><Relationship Type="http://schemas.openxmlformats.org/officeDocument/2006/relationships/notesMaster" Target="/ppt/notesMasters/notesMaster1.xml" Id="R1048111cdcc240d1" /></Relationships>
</file>

<file path=ppt/notesSlides/_rels/notesSlide7.xml.rels>&#65279;<?xml version="1.0" encoding="utf-8"?><Relationships xmlns="http://schemas.openxmlformats.org/package/2006/relationships"><Relationship Type="http://schemas.openxmlformats.org/officeDocument/2006/relationships/slide" Target="/ppt/slides/slide7.xml" Id="R8d8d1168b3444c79" /><Relationship Type="http://schemas.openxmlformats.org/officeDocument/2006/relationships/notesMaster" Target="/ppt/notesMasters/notesMaster1.xml" Id="R794f22a6105b4d66" /></Relationships>
</file>

<file path=ppt/notesSlides/_rels/notesSlide8.xml.rels>&#65279;<?xml version="1.0" encoding="utf-8"?><Relationships xmlns="http://schemas.openxmlformats.org/package/2006/relationships"><Relationship Type="http://schemas.openxmlformats.org/officeDocument/2006/relationships/slide" Target="/ppt/slides/slide8.xml" Id="R15740e6a834a4350" /><Relationship Type="http://schemas.openxmlformats.org/officeDocument/2006/relationships/notesMaster" Target="/ppt/notesMasters/notesMaster1.xml" Id="Rb5303dbddb95430d" /></Relationships>
</file>

<file path=ppt/notesSlides/_rels/notesSlide9.xml.rels>&#65279;<?xml version="1.0" encoding="utf-8"?><Relationships xmlns="http://schemas.openxmlformats.org/package/2006/relationships"><Relationship Type="http://schemas.openxmlformats.org/officeDocument/2006/relationships/slide" Target="/ppt/slides/slide9.xml" Id="Rb8df7ebb61884bc0" /><Relationship Type="http://schemas.openxmlformats.org/officeDocument/2006/relationships/notesMaster" Target="/ppt/notesMasters/notesMaster1.xml" Id="R58beba05c28a4f8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4bf345d08584136" /><Relationship Type="http://schemas.openxmlformats.org/officeDocument/2006/relationships/notesMaster" Target="/ppt/notesMasters/notesMaster1.xml" Id="R36be385f9401474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4ee8c0001c2411a" /><Relationship Type="http://schemas.openxmlformats.org/officeDocument/2006/relationships/notesMaster" Target="/ppt/notesMasters/notesMaster1.xml" Id="R0559db9817d7460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38dd786f4664ab5" /><Relationship Type="http://schemas.openxmlformats.org/officeDocument/2006/relationships/notesMaster" Target="/ppt/notesMasters/notesMaster1.xml" Id="Rf707be380a4c436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0d88316e226431d" /><Relationship Type="http://schemas.openxmlformats.org/officeDocument/2006/relationships/notesMaster" Target="/ppt/notesMasters/notesMaster1.xml" Id="R5c3fc711cedc439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Build a barebones libscap/libsinsp collector in small steps. Following along is optional. Set up Ubuntu first, then demonstrate attachment, event printing, and process context. Workshop code: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Following along is optional. Demonstrate each stage from the VM. The final collector writes the library event stream as JSONL with process context. Status messages go to stderr and syscall JSON goes to stdout. The runner redirects them to separate files. It applies no application filter. Scheduler-switch events are disabled at capture because they are not syscalls. There are no detection rules, JSON formatting, or production deployment exercises.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Optional Mac setup. Run only your platform’s setup script. It offers to install Multipass, creates Ubuntu 24.04, installs dependencies, and builds the Falco libraries. It creates no collector source files. Step 1 creates them. Approve the installer administrator prompt. After setup, stay in the same host terminal for all commands. The runner generates activity inside Ubuntu automatically. Complete the first build before the workshop if possible. Sources: https://github.com/canonical/multipass/releases/tag/v1.16.4 and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Optional Windows setup. Run only your platform’s setup script. It offers to install Multipass, creates Ubuntu 24.04, installs dependencies, and builds the Falco libraries. It creates no collector source files. Step 1 creates them. Approve the installer administrator prompt. If Windows requests a restart, reboot and rerun the command. After setup, stay in the same host terminal for all commands. The runner generates activity inside Ubuntu automatically. Complete the first build before the workshop if possible. Sources: https://github.com/canonical/multipass/releases/tag/v1.16.4 and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No VM shell or second terminal is needed. Run starts or reuses the VM, copies source, rebuilds, and starts the collector. After the collector reports attachment, the runner executes /usr/bin/id inside Ubuntu automatically. It waits for capture to finish, transfers the complete status and JSONL files with multipass transfer, then displays only the status locally. Each run has a UTC time and runner PID in its filenames, preserving earlier output. This avoids piping bulk output through multipass exec. Successful build output is hidden; build failures are displayed. The VM stays available for the next run.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Run from the Mac repo folder in the same host terminal, one step at a time. Each step script writes src/main.cpp and src/CMakeLists.txt locally. Run copies them to Ubuntu, rebuilds, starts a fresh ten-second agent run, generates example activity, then displays status and saves logs/&lt;run-id&gt;.log and logs/&lt;run-id&gt;.jsonl locally. The agent stops and the VM remains running. Comment blocks mark additions. Step scripts replace local edits. Run copies those current files into the VM. Steps include all earlier changes and can be rerun or skipped. Run executes /usr/bin/id inside Ubuntu automatically after attachment. No second terminal or VM shell is needed.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Run from the Windows repo folder in the same host terminal, one step at a time. Each step script writes src/main.cpp and src/CMakeLists.txt locally. Run copies them to Ubuntu, rebuilds, starts a fresh ten-second agent run, generates example activity, then displays status and saves logs/&lt;run-id&gt;.log and logs/&lt;run-id&gt;.jsonl locally. The agent stops and the VM remains running. Comment blocks mark additions. Step scripts replace local edits. Run copies those current files into the VM. Steps include all earlier changes and can be rerun or skipped. Run executes /usr/bin/id inside Ubuntu automatically after attachment. No second terminal or VM shell is needed.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repository begins without collector source files. Step 1 creates the source directory and both files locally. Run copies them into Ubuntu and rebuilds. The full CMake file also sets C++17 and the output directory. After open_modern_bpf(), the full source calls inspector.mark_ppm_sc_of_interest(PPM_SC_SCHED_SWITCH, false) to disable scheduler-switch capture. The excerpt omits that configuration line for space. Syscall events are still printed without an application filter. The full main function handles exceptions and prints Attached to the Ubuntu kernel, then Capture stopped. No Enter key or manual editing is needed. The separate run script starts the collector. This initial stage waits ten seconds without draining events; the next stage adds the read loop. Source: https://github.com/falcosecurity/libs/blob/e72873882967cdd86b8753eca09ea3e9f91ccd4a/userspace/libsinsp/sinsp.h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step script installs this code automatically. The next slide shows the rest of the loop. The deadline expression is split for readability. next() uses an inspector-owned event pointer. Consume its contents before calling next() again. Source: https://github.com/falcosecurity/libs/blob/e72873882967cdd86b8753eca09ea3e9f91ccd4a/userspace/libsinsp/sinsp.h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continues the code installed by step 2. The count is events delivered successfully to this application, not a count of all syscalls on the machine. This first unfiltered run sees background activity. The runner automatically executes /usr/bin/id after attachment. Each successful read serializes one compact JSON object with jsoncpp, which Falco libs already uses. The serializer escapes quotes and other special characters. Full source handles SCAP_TIMEOUT, SCAP_FILTERED_EVENT, SCAP_EOF and errors before this excerpt. stdout contains only JSONL; attachment, summary and stop messages use stderr. Step 3 enriches the same event stream without adding a filter. SCAP_FILTERED_EVENT is a library status with no event to print, not a filter configured by this example. The final summary counts events delivered to the application. SCAP_EOF is included for correct status handling; a live stream normally ends because the ten-second deadline expires. Source: https://github.com/falcosecurity/libs/blob/e72873882967cdd86b8753eca09ea3e9f91ccd4a/userspace/libsinsp/sinsp.h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 missing thread record is possible, so check for nullptr. Always write the JSON record, even when process context is missing. Omit pid and name when unavailable. Process names are short command names, not full executable paths or command lines. Use the event and thread data immediately; the inspector maintains their lifetime. Sources: https://github.com/falcosecurity/libs/blob/e72873882967cdd86b8753eca09ea3e9f91ccd4a/userspace/libsinsp/event.h and https://github.com/falcosecurity/libs/blob/e72873882967cdd86b8753eca09ea3e9f91ccd4a/userspace/libsinsp/threadinfo.h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output is illustrative. The JSONL excerpt omits timestamp_ns for space. The 582-event count is illustrative, as are PIDs and names. Event names, process names, PIDs and counts vary. Step 3 includes all previous additions and works without running steps 1 and 2 first. Step scripts overwrite main.cpp and CMakeLists.txt locally. Run then rebuilds and captures, saving status to logs/&lt;run-id&gt;.log and records to logs/&lt;run-id&gt;.jsonl. No filter or success-only condition is applied. Both syscall directions can appear, and background activity is included. The scheduler-switch tracepoint is disabled. Other capture defaults are unchanged, so this is not a guarantee of capturing every syscall on the machine.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run script handles sudo inside Ubuntu automatically. Setup prepares the libraries. The numbered scripts create the collector source. Run builds and starts it. Before source exists, run prints No agent yet. Run step 1. If Multipass commands are missing immediately after installation, reopen the host terminal. Setup waits for the Ubuntu image catalog before launch. Windows PowerShell parsing and source generation have passed native checks. The full Windows Multipass workflow still needs a rehearsal. Code and step scripts: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4f81b262694422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928b5e35a714d9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1b467bb50c9438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60f6f1c97834a3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d869720da1c4e7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7eedf98c67f4725"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0dc2917f3f10463e"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2ea0b71dafbe404c"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710c88df78454d54"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d6b8ffa110b244eb"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b825cb4e533244c5"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1.xml" Id="R36c9b543b5444886" /></Relationships>
</file>

<file path=ppt/slideLayouts/_rels/slideLayout13.xml.rels>&#65279;<?xml version="1.0" encoding="utf-8"?><Relationships xmlns="http://schemas.openxmlformats.org/package/2006/relationships"><Relationship Type="http://schemas.openxmlformats.org/officeDocument/2006/relationships/slideMaster" Target="/ppt/slideMasters/slideMaster2.xml" Id="Rc77e8e4e926549aa" /></Relationships>
</file>

<file path=ppt/slideLayouts/slideLayout1.xml><?xml version="1.0" encoding="utf-8"?>
<p:sldLayout xmlns:p="http://schemas.openxmlformats.org/presentationml/2006/main" matchingName="Generated (g3fae562e023_13_0)">
  <p:cSld name="Generated (g3fae562e023_13_0)">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
        <p:nvSpPr>
          <p:cNvPr id="11" name="Google Shape;11;p3">
            <a:extLst xmlns:a="http://schemas.openxmlformats.org/drawingml/2006/main">
              <a:ext uri="{FF2B5EF4-FFF2-40B4-BE49-F238E27FC236}">
                <a16:creationId xmlns:a16="http://schemas.microsoft.com/office/drawing/2014/main" id="{586C192D-233A-4CD9-96F0-F141F0B22DFA}"/>
              </a:ext>
            </a:extLst>
          </p:cNvPr>
          <p:cNvSpPr>
            <a:spLocks xmlns:a="http://schemas.openxmlformats.org/drawingml/2006/main" noGrp="1"/>
          </p:cNvSpPr>
          <p:nvPr>
            <p:ph type="ctrTitle" idx="0"/>
          </p:nvPr>
        </p:nvSpPr>
        <p:spPr>
          <a:xfrm xmlns:a="http://schemas.openxmlformats.org/drawingml/2006/main">
            <a:off x="311708" y="744575"/>
            <a:ext cx="8520600" cy="20526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5200"/>
              <a:buNone/>
              <a:defRPr sz="5200"/>
            </a:lvl1pPr>
            <a:lvl2pPr algn="ctr">
              <a:spcBef>
                <a:spcPts val="0"/>
              </a:spcBef>
              <a:spcAft>
                <a:spcPts val="0"/>
              </a:spcAft>
              <a:buSzPts val="5200"/>
              <a:buNone/>
              <a:defRPr sz="5200"/>
            </a:lvl2pPr>
            <a:lvl3pPr algn="ctr">
              <a:spcBef>
                <a:spcPts val="0"/>
              </a:spcBef>
              <a:spcAft>
                <a:spcPts val="0"/>
              </a:spcAft>
              <a:buSzPts val="5200"/>
              <a:buNone/>
              <a:defRPr sz="5200"/>
            </a:lvl3pPr>
            <a:lvl4pPr algn="ctr">
              <a:spcBef>
                <a:spcPts val="0"/>
              </a:spcBef>
              <a:spcAft>
                <a:spcPts val="0"/>
              </a:spcAft>
              <a:buSzPts val="5200"/>
              <a:buNone/>
              <a:defRPr sz="5200"/>
            </a:lvl4pPr>
            <a:lvl5pPr algn="ctr">
              <a:spcBef>
                <a:spcPts val="0"/>
              </a:spcBef>
              <a:spcAft>
                <a:spcPts val="0"/>
              </a:spcAft>
              <a:buSzPts val="5200"/>
              <a:buNone/>
              <a:defRPr sz="5200"/>
            </a:lvl5pPr>
            <a:lvl6pPr algn="ctr">
              <a:spcBef>
                <a:spcPts val="0"/>
              </a:spcBef>
              <a:spcAft>
                <a:spcPts val="0"/>
              </a:spcAft>
              <a:buSzPts val="5200"/>
              <a:buNone/>
              <a:defRPr sz="5200"/>
            </a:lvl6pPr>
            <a:lvl7pPr algn="ctr">
              <a:spcBef>
                <a:spcPts val="0"/>
              </a:spcBef>
              <a:spcAft>
                <a:spcPts val="0"/>
              </a:spcAft>
              <a:buSzPts val="5200"/>
              <a:buNone/>
              <a:defRPr sz="5200"/>
            </a:lvl7pPr>
            <a:lvl8pPr algn="ctr">
              <a:spcBef>
                <a:spcPts val="0"/>
              </a:spcBef>
              <a:spcAft>
                <a:spcPts val="0"/>
              </a:spcAft>
              <a:buSzPts val="5200"/>
              <a:buNone/>
              <a:defRPr sz="5200"/>
            </a:lvl8pPr>
            <a:lvl9pPr algn="ctr">
              <a:spcBef>
                <a:spcPts val="0"/>
              </a:spcBef>
              <a:spcAft>
                <a:spcPts val="0"/>
              </a:spcAft>
              <a:buSzPts val="5200"/>
              <a:buNone/>
              <a:defRPr sz="5200"/>
            </a:lvl9pPr>
          </a:lstStyle>
          <a:p xmlns:a="http://schemas.openxmlformats.org/drawingml/2006/main"/>
        </p:txBody>
      </p:sp>
      <p:sp>
        <p:nvSpPr>
          <p:cNvPr id="12" name="Google Shape;12;p3">
            <a:extLst xmlns:a="http://schemas.openxmlformats.org/drawingml/2006/main">
              <a:ext uri="{FF2B5EF4-FFF2-40B4-BE49-F238E27FC236}">
                <a16:creationId xmlns:a16="http://schemas.microsoft.com/office/drawing/2014/main" id="{BA657E44-9D04-4CDB-A546-ED37985F7A8A}"/>
              </a:ext>
            </a:extLst>
          </p:cNvPr>
          <p:cNvSpPr>
            <a:spLocks xmlns:a="http://schemas.openxmlformats.org/drawingml/2006/main" noGrp="1"/>
          </p:cNvSpPr>
          <p:nvPr>
            <p:ph type="subTitle" idx="1"/>
          </p:nvPr>
        </p:nvSpPr>
        <p:spPr>
          <a:xfrm xmlns:a="http://schemas.openxmlformats.org/drawingml/2006/main">
            <a:off x="311700" y="2834125"/>
            <a:ext cx="8520600" cy="7926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800"/>
              <a:buNone/>
              <a:defRPr sz="2800"/>
            </a:lvl1pPr>
            <a:lvl2pPr algn="ctr">
              <a:lnSpc>
                <a:spcPct val="100000"/>
              </a:lnSpc>
              <a:spcBef>
                <a:spcPts val="0"/>
              </a:spcBef>
              <a:spcAft>
                <a:spcPts val="0"/>
              </a:spcAft>
              <a:buSzPts val="2800"/>
              <a:buNone/>
              <a:defRPr sz="2800"/>
            </a:lvl2pPr>
            <a:lvl3pPr algn="ctr">
              <a:lnSpc>
                <a:spcPct val="100000"/>
              </a:lnSpc>
              <a:spcBef>
                <a:spcPts val="0"/>
              </a:spcBef>
              <a:spcAft>
                <a:spcPts val="0"/>
              </a:spcAft>
              <a:buSzPts val="2800"/>
              <a:buNone/>
              <a:defRPr sz="2800"/>
            </a:lvl3pPr>
            <a:lvl4pPr algn="ctr">
              <a:lnSpc>
                <a:spcPct val="100000"/>
              </a:lnSpc>
              <a:spcBef>
                <a:spcPts val="0"/>
              </a:spcBef>
              <a:spcAft>
                <a:spcPts val="0"/>
              </a:spcAft>
              <a:buSzPts val="2800"/>
              <a:buNone/>
              <a:defRPr sz="2800"/>
            </a:lvl4pPr>
            <a:lvl5pPr algn="ctr">
              <a:lnSpc>
                <a:spcPct val="100000"/>
              </a:lnSpc>
              <a:spcBef>
                <a:spcPts val="0"/>
              </a:spcBef>
              <a:spcAft>
                <a:spcPts val="0"/>
              </a:spcAft>
              <a:buSzPts val="2800"/>
              <a:buNone/>
              <a:defRPr sz="2800"/>
            </a:lvl5pPr>
            <a:lvl6pPr algn="ctr">
              <a:lnSpc>
                <a:spcPct val="100000"/>
              </a:lnSpc>
              <a:spcBef>
                <a:spcPts val="0"/>
              </a:spcBef>
              <a:spcAft>
                <a:spcPts val="0"/>
              </a:spcAft>
              <a:buSzPts val="2800"/>
              <a:buNone/>
              <a:defRPr sz="2800"/>
            </a:lvl6pPr>
            <a:lvl7pPr algn="ctr">
              <a:lnSpc>
                <a:spcPct val="100000"/>
              </a:lnSpc>
              <a:spcBef>
                <a:spcPts val="0"/>
              </a:spcBef>
              <a:spcAft>
                <a:spcPts val="0"/>
              </a:spcAft>
              <a:buSzPts val="2800"/>
              <a:buNone/>
              <a:defRPr sz="2800"/>
            </a:lvl7pPr>
            <a:lvl8pPr algn="ctr">
              <a:lnSpc>
                <a:spcPct val="100000"/>
              </a:lnSpc>
              <a:spcBef>
                <a:spcPts val="0"/>
              </a:spcBef>
              <a:spcAft>
                <a:spcPts val="0"/>
              </a:spcAft>
              <a:buSzPts val="2800"/>
              <a:buNone/>
              <a:defRPr sz="2800"/>
            </a:lvl8pPr>
            <a:lvl9pPr algn="ctr">
              <a:lnSpc>
                <a:spcPct val="100000"/>
              </a:lnSpc>
              <a:spcBef>
                <a:spcPts val="0"/>
              </a:spcBef>
              <a:spcAft>
                <a:spcPts val="0"/>
              </a:spcAft>
              <a:buSzPts val="2800"/>
              <a:buNone/>
              <a:defRPr sz="2800"/>
            </a:lvl9pPr>
          </a:lstStyle>
          <a:p xmlns:a="http://schemas.openxmlformats.org/drawingml/2006/main"/>
        </p:txBody>
      </p:sp>
      <p:sp>
        <p:nvSpPr>
          <p:cNvPr id="13" name="Google Shape;13;p3">
            <a:extLst xmlns:a="http://schemas.openxmlformats.org/drawingml/2006/main">
              <a:ext uri="{FF2B5EF4-FFF2-40B4-BE49-F238E27FC236}">
                <a16:creationId xmlns:a16="http://schemas.microsoft.com/office/drawing/2014/main" id="{67409D4B-B57F-44A3-8C73-F5B087FC6BF8}"/>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3.xml><?xml version="1.0" encoding="utf-8"?>
<p:sldLayout xmlns:p="http://schemas.openxmlformats.org/presentationml/2006/main" matchingName="Section header" type="secHead">
  <p:cSld name="SECTION_HEADER">
    <p:spTree>
      <p:nvGrpSpPr>
        <p:cNvPr id="1" name=""/>
        <p:cNvGrpSpPr/>
        <p:nvPr/>
      </p:nvGrpSpPr>
      <p:grpSpPr>
        <a:xfrm xmlns:a="http://schemas.openxmlformats.org/drawingml/2006/main"/>
      </p:grpSpPr>
      <p:sp>
        <p:nvSpPr>
          <p:cNvPr id="15" name="Google Shape;15;p4">
            <a:extLst xmlns:a="http://schemas.openxmlformats.org/drawingml/2006/main">
              <a:ext uri="{FF2B5EF4-FFF2-40B4-BE49-F238E27FC236}">
                <a16:creationId xmlns:a16="http://schemas.microsoft.com/office/drawing/2014/main" id="{504D0A4C-DA58-4567-B743-2A8496906CE0}"/>
              </a:ext>
            </a:extLst>
          </p:cNvPr>
          <p:cNvSpPr>
            <a:spLocks xmlns:a="http://schemas.openxmlformats.org/drawingml/2006/main" noGrp="1"/>
          </p:cNvSpPr>
          <p:nvPr>
            <p:ph type="title" idx="0"/>
          </p:nvPr>
        </p:nvSpPr>
        <p:spPr>
          <a:xfrm xmlns:a="http://schemas.openxmlformats.org/drawingml/2006/main">
            <a:off x="311700" y="2150850"/>
            <a:ext cx="8520600" cy="841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lgn="ctr">
              <a:spcBef>
                <a:spcPts val="0"/>
              </a:spcBef>
              <a:spcAft>
                <a:spcPts val="0"/>
              </a:spcAft>
              <a:buSzPts val="3600"/>
              <a:buNone/>
              <a:defRPr sz="3600"/>
            </a:lvl1pPr>
            <a:lvl2pPr algn="ctr">
              <a:spcBef>
                <a:spcPts val="0"/>
              </a:spcBef>
              <a:spcAft>
                <a:spcPts val="0"/>
              </a:spcAft>
              <a:buSzPts val="3600"/>
              <a:buNone/>
              <a:defRPr sz="3600"/>
            </a:lvl2pPr>
            <a:lvl3pPr algn="ctr">
              <a:spcBef>
                <a:spcPts val="0"/>
              </a:spcBef>
              <a:spcAft>
                <a:spcPts val="0"/>
              </a:spcAft>
              <a:buSzPts val="3600"/>
              <a:buNone/>
              <a:defRPr sz="3600"/>
            </a:lvl3pPr>
            <a:lvl4pPr algn="ctr">
              <a:spcBef>
                <a:spcPts val="0"/>
              </a:spcBef>
              <a:spcAft>
                <a:spcPts val="0"/>
              </a:spcAft>
              <a:buSzPts val="3600"/>
              <a:buNone/>
              <a:defRPr sz="3600"/>
            </a:lvl4pPr>
            <a:lvl5pPr algn="ctr">
              <a:spcBef>
                <a:spcPts val="0"/>
              </a:spcBef>
              <a:spcAft>
                <a:spcPts val="0"/>
              </a:spcAft>
              <a:buSzPts val="3600"/>
              <a:buNone/>
              <a:defRPr sz="3600"/>
            </a:lvl5pPr>
            <a:lvl6pPr algn="ctr">
              <a:spcBef>
                <a:spcPts val="0"/>
              </a:spcBef>
              <a:spcAft>
                <a:spcPts val="0"/>
              </a:spcAft>
              <a:buSzPts val="3600"/>
              <a:buNone/>
              <a:defRPr sz="3600"/>
            </a:lvl6pPr>
            <a:lvl7pPr algn="ctr">
              <a:spcBef>
                <a:spcPts val="0"/>
              </a:spcBef>
              <a:spcAft>
                <a:spcPts val="0"/>
              </a:spcAft>
              <a:buSzPts val="3600"/>
              <a:buNone/>
              <a:defRPr sz="3600"/>
            </a:lvl7pPr>
            <a:lvl8pPr algn="ctr">
              <a:spcBef>
                <a:spcPts val="0"/>
              </a:spcBef>
              <a:spcAft>
                <a:spcPts val="0"/>
              </a:spcAft>
              <a:buSzPts val="3600"/>
              <a:buNone/>
              <a:defRPr sz="3600"/>
            </a:lvl8pPr>
            <a:lvl9pPr algn="ctr">
              <a:spcBef>
                <a:spcPts val="0"/>
              </a:spcBef>
              <a:spcAft>
                <a:spcPts val="0"/>
              </a:spcAft>
              <a:buSzPts val="3600"/>
              <a:buNone/>
              <a:defRPr sz="3600"/>
            </a:lvl9pPr>
          </a:lstStyle>
          <a:p xmlns:a="http://schemas.openxmlformats.org/drawingml/2006/main"/>
        </p:txBody>
      </p:sp>
      <p:sp>
        <p:nvSpPr>
          <p:cNvPr id="16" name="Google Shape;16;p4">
            <a:extLst xmlns:a="http://schemas.openxmlformats.org/drawingml/2006/main">
              <a:ext uri="{FF2B5EF4-FFF2-40B4-BE49-F238E27FC236}">
                <a16:creationId xmlns:a16="http://schemas.microsoft.com/office/drawing/2014/main" id="{6604BEDB-EF29-49B8-ABD6-694A65F0660C}"/>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4.xml><?xml version="1.0" encoding="utf-8"?>
<p:sldLayout xmlns:p="http://schemas.openxmlformats.org/presentationml/2006/main" matchingName="Title and body">
  <p:cSld name="TITLE_AND_BODY">
    <p:spTree>
      <p:nvGrpSpPr>
        <p:cNvPr id="1" name=""/>
        <p:cNvGrpSpPr/>
        <p:nvPr/>
      </p:nvGrpSpPr>
      <p:grpSpPr>
        <a:xfrm xmlns:a="http://schemas.openxmlformats.org/drawingml/2006/main"/>
      </p:grpSpPr>
      <p:sp>
        <p:nvSpPr>
          <p:cNvPr id="18" name="Google Shape;18;p5">
            <a:extLst xmlns:a="http://schemas.openxmlformats.org/drawingml/2006/main">
              <a:ext uri="{FF2B5EF4-FFF2-40B4-BE49-F238E27FC236}">
                <a16:creationId xmlns:a16="http://schemas.microsoft.com/office/drawing/2014/main" id="{89D66C64-B6C8-4CA6-9A8D-73BD7B3B9D04}"/>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19" name="Google Shape;19;p5">
            <a:extLst xmlns:a="http://schemas.openxmlformats.org/drawingml/2006/main">
              <a:ext uri="{FF2B5EF4-FFF2-40B4-BE49-F238E27FC236}">
                <a16:creationId xmlns:a16="http://schemas.microsoft.com/office/drawing/2014/main" id="{2808FA39-F58F-445C-B36D-C45F277CCDAE}"/>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20" name="Google Shape;20;p5">
            <a:extLst xmlns:a="http://schemas.openxmlformats.org/drawingml/2006/main">
              <a:ext uri="{FF2B5EF4-FFF2-40B4-BE49-F238E27FC236}">
                <a16:creationId xmlns:a16="http://schemas.microsoft.com/office/drawing/2014/main" id="{C1853C1C-8C67-478B-BDFC-0C7554D58A5A}"/>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5.xml><?xml version="1.0" encoding="utf-8"?>
<p:sldLayout xmlns:p="http://schemas.openxmlformats.org/presentationml/2006/main" matchingName="Title and two columns">
  <p:cSld name="TITLE_AND_TWO_COLUMNS">
    <p:spTree>
      <p:nvGrpSpPr>
        <p:cNvPr id="1" name=""/>
        <p:cNvGrpSpPr/>
        <p:nvPr/>
      </p:nvGrpSpPr>
      <p:grpSpPr>
        <a:xfrm xmlns:a="http://schemas.openxmlformats.org/drawingml/2006/main"/>
      </p:grpSpPr>
      <p:sp>
        <p:nvSpPr>
          <p:cNvPr id="22" name="Google Shape;22;p6">
            <a:extLst xmlns:a="http://schemas.openxmlformats.org/drawingml/2006/main">
              <a:ext uri="{FF2B5EF4-FFF2-40B4-BE49-F238E27FC236}">
                <a16:creationId xmlns:a16="http://schemas.microsoft.com/office/drawing/2014/main" id="{D77EEFC9-C72D-4769-BCE0-D95C82F8ED9D}"/>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3" name="Google Shape;23;p6">
            <a:extLst xmlns:a="http://schemas.openxmlformats.org/drawingml/2006/main">
              <a:ext uri="{FF2B5EF4-FFF2-40B4-BE49-F238E27FC236}">
                <a16:creationId xmlns:a16="http://schemas.microsoft.com/office/drawing/2014/main" id="{E041F5F1-3627-4E60-81A6-729B947E5228}"/>
              </a:ext>
            </a:extLst>
          </p:cNvPr>
          <p:cNvSpPr>
            <a:spLocks xmlns:a="http://schemas.openxmlformats.org/drawingml/2006/main" noGrp="1"/>
          </p:cNvSpPr>
          <p:nvPr>
            <p:ph type="body" idx="1"/>
          </p:nvPr>
        </p:nvSpPr>
        <p:spPr>
          <a:xfrm xmlns:a="http://schemas.openxmlformats.org/drawingml/2006/main">
            <a:off x="3117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4" name="Google Shape;24;p6">
            <a:extLst xmlns:a="http://schemas.openxmlformats.org/drawingml/2006/main">
              <a:ext uri="{FF2B5EF4-FFF2-40B4-BE49-F238E27FC236}">
                <a16:creationId xmlns:a16="http://schemas.microsoft.com/office/drawing/2014/main" id="{21CA697E-16EE-4EC0-9756-2BBF5097DA73}"/>
              </a:ext>
            </a:extLst>
          </p:cNvPr>
          <p:cNvSpPr>
            <a:spLocks xmlns:a="http://schemas.openxmlformats.org/drawingml/2006/main" noGrp="1"/>
          </p:cNvSpPr>
          <p:nvPr>
            <p:ph type="body" idx="2"/>
          </p:nvPr>
        </p:nvSpPr>
        <p:spPr>
          <a:xfrm xmlns:a="http://schemas.openxmlformats.org/drawingml/2006/main">
            <a:off x="48324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5" name="Google Shape;25;p6">
            <a:extLst xmlns:a="http://schemas.openxmlformats.org/drawingml/2006/main">
              <a:ext uri="{FF2B5EF4-FFF2-40B4-BE49-F238E27FC236}">
                <a16:creationId xmlns:a16="http://schemas.microsoft.com/office/drawing/2014/main" id="{255C5BA4-E087-4443-9E1C-CC7EE1AAE9EE}"/>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6.xml><?xml version="1.0" encoding="utf-8"?>
<p:sldLayout xmlns:p="http://schemas.openxmlformats.org/presentationml/2006/main" matchingName="Title only" type="titleOnly">
  <p:cSld name="TITLE_ONLY">
    <p:spTree>
      <p:nvGrpSpPr>
        <p:cNvPr id="1" name=""/>
        <p:cNvGrpSpPr/>
        <p:nvPr/>
      </p:nvGrpSpPr>
      <p:grpSpPr>
        <a:xfrm xmlns:a="http://schemas.openxmlformats.org/drawingml/2006/main"/>
      </p:grpSpPr>
      <p:sp>
        <p:nvSpPr>
          <p:cNvPr id="27" name="Google Shape;27;p7">
            <a:extLst xmlns:a="http://schemas.openxmlformats.org/drawingml/2006/main">
              <a:ext uri="{FF2B5EF4-FFF2-40B4-BE49-F238E27FC236}">
                <a16:creationId xmlns:a16="http://schemas.microsoft.com/office/drawing/2014/main" id="{0A9F9183-28D3-45C6-9ADE-EDE49C2399E5}"/>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8" name="Google Shape;28;p7">
            <a:extLst xmlns:a="http://schemas.openxmlformats.org/drawingml/2006/main">
              <a:ext uri="{FF2B5EF4-FFF2-40B4-BE49-F238E27FC236}">
                <a16:creationId xmlns:a16="http://schemas.microsoft.com/office/drawing/2014/main" id="{110C5491-99F8-473A-8B00-E00548F4CF59}"/>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7.xml><?xml version="1.0" encoding="utf-8"?>
<p:sldLayout xmlns:p="http://schemas.openxmlformats.org/presentationml/2006/main" matchingName="One column text">
  <p:cSld name="ONE_COLUMN_TEXT">
    <p:spTree>
      <p:nvGrpSpPr>
        <p:cNvPr id="1" name=""/>
        <p:cNvGrpSpPr/>
        <p:nvPr/>
      </p:nvGrpSpPr>
      <p:grpSpPr>
        <a:xfrm xmlns:a="http://schemas.openxmlformats.org/drawingml/2006/main"/>
      </p:grpSpPr>
      <p:sp>
        <p:nvSpPr>
          <p:cNvPr id="30" name="Google Shape;30;p8">
            <a:extLst xmlns:a="http://schemas.openxmlformats.org/drawingml/2006/main">
              <a:ext uri="{FF2B5EF4-FFF2-40B4-BE49-F238E27FC236}">
                <a16:creationId xmlns:a16="http://schemas.microsoft.com/office/drawing/2014/main" id="{5E905A46-E3DF-4BFA-9F59-6234472AFA29}"/>
              </a:ext>
            </a:extLst>
          </p:cNvPr>
          <p:cNvSpPr>
            <a:spLocks xmlns:a="http://schemas.openxmlformats.org/drawingml/2006/main" noGrp="1"/>
          </p:cNvSpPr>
          <p:nvPr>
            <p:ph type="title" idx="0"/>
          </p:nvPr>
        </p:nvSpPr>
        <p:spPr>
          <a:xfrm xmlns:a="http://schemas.openxmlformats.org/drawingml/2006/main">
            <a:off x="311700" y="555600"/>
            <a:ext cx="2808000" cy="7557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spcBef>
                <a:spcPts val="0"/>
              </a:spcBef>
              <a:spcAft>
                <a:spcPts val="0"/>
              </a:spcAft>
              <a:buSzPts val="2400"/>
              <a:buNone/>
              <a:defRPr sz="2400"/>
            </a:lvl1pPr>
            <a:lvl2pPr>
              <a:spcBef>
                <a:spcPts val="0"/>
              </a:spcBef>
              <a:spcAft>
                <a:spcPts val="0"/>
              </a:spcAft>
              <a:buSzPts val="2400"/>
              <a:buNone/>
              <a:defRPr sz="2400"/>
            </a:lvl2pPr>
            <a:lvl3pPr>
              <a:spcBef>
                <a:spcPts val="0"/>
              </a:spcBef>
              <a:spcAft>
                <a:spcPts val="0"/>
              </a:spcAft>
              <a:buSzPts val="2400"/>
              <a:buNone/>
              <a:defRPr sz="2400"/>
            </a:lvl3pPr>
            <a:lvl4pPr>
              <a:spcBef>
                <a:spcPts val="0"/>
              </a:spcBef>
              <a:spcAft>
                <a:spcPts val="0"/>
              </a:spcAft>
              <a:buSzPts val="2400"/>
              <a:buNone/>
              <a:defRPr sz="2400"/>
            </a:lvl4pPr>
            <a:lvl5pPr>
              <a:spcBef>
                <a:spcPts val="0"/>
              </a:spcBef>
              <a:spcAft>
                <a:spcPts val="0"/>
              </a:spcAft>
              <a:buSzPts val="2400"/>
              <a:buNone/>
              <a:defRPr sz="2400"/>
            </a:lvl5pPr>
            <a:lvl6pPr>
              <a:spcBef>
                <a:spcPts val="0"/>
              </a:spcBef>
              <a:spcAft>
                <a:spcPts val="0"/>
              </a:spcAft>
              <a:buSzPts val="2400"/>
              <a:buNone/>
              <a:defRPr sz="2400"/>
            </a:lvl6pPr>
            <a:lvl7pPr>
              <a:spcBef>
                <a:spcPts val="0"/>
              </a:spcBef>
              <a:spcAft>
                <a:spcPts val="0"/>
              </a:spcAft>
              <a:buSzPts val="2400"/>
              <a:buNone/>
              <a:defRPr sz="2400"/>
            </a:lvl7pPr>
            <a:lvl8pPr>
              <a:spcBef>
                <a:spcPts val="0"/>
              </a:spcBef>
              <a:spcAft>
                <a:spcPts val="0"/>
              </a:spcAft>
              <a:buSzPts val="2400"/>
              <a:buNone/>
              <a:defRPr sz="2400"/>
            </a:lvl8pPr>
            <a:lvl9pPr>
              <a:spcBef>
                <a:spcPts val="0"/>
              </a:spcBef>
              <a:spcAft>
                <a:spcPts val="0"/>
              </a:spcAft>
              <a:buSzPts val="2400"/>
              <a:buNone/>
              <a:defRPr sz="2400"/>
            </a:lvl9pPr>
          </a:lstStyle>
          <a:p xmlns:a="http://schemas.openxmlformats.org/drawingml/2006/main"/>
        </p:txBody>
      </p:sp>
      <p:sp>
        <p:nvSpPr>
          <p:cNvPr id="31" name="Google Shape;31;p8">
            <a:extLst xmlns:a="http://schemas.openxmlformats.org/drawingml/2006/main">
              <a:ext uri="{FF2B5EF4-FFF2-40B4-BE49-F238E27FC236}">
                <a16:creationId xmlns:a16="http://schemas.microsoft.com/office/drawing/2014/main" id="{9301B87B-515D-48DA-AF17-E6B500518B02}"/>
              </a:ext>
            </a:extLst>
          </p:cNvPr>
          <p:cNvSpPr>
            <a:spLocks xmlns:a="http://schemas.openxmlformats.org/drawingml/2006/main" noGrp="1"/>
          </p:cNvSpPr>
          <p:nvPr>
            <p:ph type="body" idx="1"/>
          </p:nvPr>
        </p:nvSpPr>
        <p:spPr>
          <a:xfrm xmlns:a="http://schemas.openxmlformats.org/drawingml/2006/main">
            <a:off x="311700" y="1389600"/>
            <a:ext cx="2808000" cy="3179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04800">
              <a:spcBef>
                <a:spcPts val="0"/>
              </a:spcBef>
              <a:spcAft>
                <a:spcPts val="0"/>
              </a:spcAft>
              <a:buSzPts val="1200"/>
              <a:buChar char="●"/>
              <a:defRPr sz="12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32" name="Google Shape;32;p8">
            <a:extLst xmlns:a="http://schemas.openxmlformats.org/drawingml/2006/main">
              <a:ext uri="{FF2B5EF4-FFF2-40B4-BE49-F238E27FC236}">
                <a16:creationId xmlns:a16="http://schemas.microsoft.com/office/drawing/2014/main" id="{EE733B16-175B-4548-898F-2ACCEFCD6544}"/>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8.xml><?xml version="1.0" encoding="utf-8"?>
<p:sldLayout xmlns:p="http://schemas.openxmlformats.org/presentationml/2006/main" matchingName="Main point">
  <p:cSld name="MAIN_POINT">
    <p:spTree>
      <p:nvGrpSpPr>
        <p:cNvPr id="1" name=""/>
        <p:cNvGrpSpPr/>
        <p:nvPr/>
      </p:nvGrpSpPr>
      <p:grpSpPr>
        <a:xfrm xmlns:a="http://schemas.openxmlformats.org/drawingml/2006/main"/>
      </p:grpSpPr>
      <p:sp>
        <p:nvSpPr>
          <p:cNvPr id="34" name="Google Shape;34;p9">
            <a:extLst xmlns:a="http://schemas.openxmlformats.org/drawingml/2006/main">
              <a:ext uri="{FF2B5EF4-FFF2-40B4-BE49-F238E27FC236}">
                <a16:creationId xmlns:a16="http://schemas.microsoft.com/office/drawing/2014/main" id="{58F30EF6-5090-468A-83C1-D87E097A3246}"/>
              </a:ext>
            </a:extLst>
          </p:cNvPr>
          <p:cNvSpPr>
            <a:spLocks xmlns:a="http://schemas.openxmlformats.org/drawingml/2006/main" noGrp="1"/>
          </p:cNvSpPr>
          <p:nvPr>
            <p:ph type="title" idx="0"/>
          </p:nvPr>
        </p:nvSpPr>
        <p:spPr>
          <a:xfrm xmlns:a="http://schemas.openxmlformats.org/drawingml/2006/main">
            <a:off x="490250" y="450150"/>
            <a:ext cx="6367800" cy="4090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spcBef>
                <a:spcPts val="0"/>
              </a:spcBef>
              <a:spcAft>
                <a:spcPts val="0"/>
              </a:spcAft>
              <a:buSzPts val="4800"/>
              <a:buNone/>
              <a:defRPr sz="4800"/>
            </a:lvl1pPr>
            <a:lvl2pPr>
              <a:spcBef>
                <a:spcPts val="0"/>
              </a:spcBef>
              <a:spcAft>
                <a:spcPts val="0"/>
              </a:spcAft>
              <a:buSzPts val="4800"/>
              <a:buNone/>
              <a:defRPr sz="4800"/>
            </a:lvl2pPr>
            <a:lvl3pPr>
              <a:spcBef>
                <a:spcPts val="0"/>
              </a:spcBef>
              <a:spcAft>
                <a:spcPts val="0"/>
              </a:spcAft>
              <a:buSzPts val="4800"/>
              <a:buNone/>
              <a:defRPr sz="4800"/>
            </a:lvl3pPr>
            <a:lvl4pPr>
              <a:spcBef>
                <a:spcPts val="0"/>
              </a:spcBef>
              <a:spcAft>
                <a:spcPts val="0"/>
              </a:spcAft>
              <a:buSzPts val="4800"/>
              <a:buNone/>
              <a:defRPr sz="4800"/>
            </a:lvl4pPr>
            <a:lvl5pPr>
              <a:spcBef>
                <a:spcPts val="0"/>
              </a:spcBef>
              <a:spcAft>
                <a:spcPts val="0"/>
              </a:spcAft>
              <a:buSzPts val="4800"/>
              <a:buNone/>
              <a:defRPr sz="4800"/>
            </a:lvl5pPr>
            <a:lvl6pPr>
              <a:spcBef>
                <a:spcPts val="0"/>
              </a:spcBef>
              <a:spcAft>
                <a:spcPts val="0"/>
              </a:spcAft>
              <a:buSzPts val="4800"/>
              <a:buNone/>
              <a:defRPr sz="4800"/>
            </a:lvl6pPr>
            <a:lvl7pPr>
              <a:spcBef>
                <a:spcPts val="0"/>
              </a:spcBef>
              <a:spcAft>
                <a:spcPts val="0"/>
              </a:spcAft>
              <a:buSzPts val="4800"/>
              <a:buNone/>
              <a:defRPr sz="4800"/>
            </a:lvl7pPr>
            <a:lvl8pPr>
              <a:spcBef>
                <a:spcPts val="0"/>
              </a:spcBef>
              <a:spcAft>
                <a:spcPts val="0"/>
              </a:spcAft>
              <a:buSzPts val="4800"/>
              <a:buNone/>
              <a:defRPr sz="4800"/>
            </a:lvl8pPr>
            <a:lvl9pPr>
              <a:spcBef>
                <a:spcPts val="0"/>
              </a:spcBef>
              <a:spcAft>
                <a:spcPts val="0"/>
              </a:spcAft>
              <a:buSzPts val="4800"/>
              <a:buNone/>
              <a:defRPr sz="4800"/>
            </a:lvl9pPr>
          </a:lstStyle>
          <a:p xmlns:a="http://schemas.openxmlformats.org/drawingml/2006/main"/>
        </p:txBody>
      </p:sp>
      <p:sp>
        <p:nvSpPr>
          <p:cNvPr id="35" name="Google Shape;35;p9">
            <a:extLst xmlns:a="http://schemas.openxmlformats.org/drawingml/2006/main">
              <a:ext uri="{FF2B5EF4-FFF2-40B4-BE49-F238E27FC236}">
                <a16:creationId xmlns:a16="http://schemas.microsoft.com/office/drawing/2014/main" id="{1C7B0BFA-763F-47D1-BABC-6BA5E17ABD19}"/>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9.xml><?xml version="1.0" encoding="utf-8"?>
<p:sldLayout xmlns:p="http://schemas.openxmlformats.org/presentationml/2006/main" matchingName="Section title and description">
  <p:cSld name="SECTION_TITLE_AND_DESCRIPTION">
    <p:spTree>
      <p:nvGrpSpPr>
        <p:cNvPr id="1" name=""/>
        <p:cNvGrpSpPr/>
        <p:nvPr/>
      </p:nvGrpSpPr>
      <p:grpSpPr>
        <a:xfrm xmlns:a="http://schemas.openxmlformats.org/drawingml/2006/main"/>
      </p:grpSpPr>
      <p:sp>
        <p:nvSpPr>
          <p:cNvPr id="37" name="Google Shape;37;p10">
            <a:extLst xmlns:a="http://schemas.openxmlformats.org/drawingml/2006/main">
              <a:ext uri="{FF2B5EF4-FFF2-40B4-BE49-F238E27FC236}">
                <a16:creationId xmlns:a16="http://schemas.microsoft.com/office/drawing/2014/main" id="{80A0F435-7769-478F-A559-EFD142D32589}"/>
              </a:ext>
            </a:extLst>
          </p:cNvPr>
          <p:cNvSpPr>
            <a:spLocks xmlns:a="http://schemas.openxmlformats.org/drawingml/2006/main" noGrp="1"/>
          </p:cNvSpPr>
          <p:nvPr/>
        </p:nvSpPr>
        <p:spPr>
          <a:xfrm xmlns:a="http://schemas.openxmlformats.org/drawingml/2006/main">
            <a:off x="4572000" y="-125"/>
            <a:ext cx="4572000" cy="5143500"/>
          </a:xfrm>
          <a:prstGeom xmlns:a="http://schemas.openxmlformats.org/drawingml/2006/main" prst="rect">
            <a:avLst/>
          </a:prstGeom>
          <a:solidFill xmlns:a="http://schemas.openxmlformats.org/drawingml/2006/main">
            <a:schemeClr val="l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8" name="Google Shape;38;p10">
            <a:extLst xmlns:a="http://schemas.openxmlformats.org/drawingml/2006/main">
              <a:ext uri="{FF2B5EF4-FFF2-40B4-BE49-F238E27FC236}">
                <a16:creationId xmlns:a16="http://schemas.microsoft.com/office/drawing/2014/main" id="{31B33C7E-184C-43E8-BBAC-DE75A0F7EC4B}"/>
              </a:ext>
            </a:extLst>
          </p:cNvPr>
          <p:cNvSpPr>
            <a:spLocks xmlns:a="http://schemas.openxmlformats.org/drawingml/2006/main" noGrp="1"/>
          </p:cNvSpPr>
          <p:nvPr>
            <p:ph type="title" idx="0"/>
          </p:nvPr>
        </p:nvSpPr>
        <p:spPr>
          <a:xfrm xmlns:a="http://schemas.openxmlformats.org/drawingml/2006/main">
            <a:off x="265500" y="1233175"/>
            <a:ext cx="4045200" cy="14823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4200"/>
              <a:buNone/>
              <a:defRPr sz="4200"/>
            </a:lvl1pPr>
            <a:lvl2pPr algn="ctr">
              <a:spcBef>
                <a:spcPts val="0"/>
              </a:spcBef>
              <a:spcAft>
                <a:spcPts val="0"/>
              </a:spcAft>
              <a:buSzPts val="4200"/>
              <a:buNone/>
              <a:defRPr sz="4200"/>
            </a:lvl2pPr>
            <a:lvl3pPr algn="ctr">
              <a:spcBef>
                <a:spcPts val="0"/>
              </a:spcBef>
              <a:spcAft>
                <a:spcPts val="0"/>
              </a:spcAft>
              <a:buSzPts val="4200"/>
              <a:buNone/>
              <a:defRPr sz="4200"/>
            </a:lvl3pPr>
            <a:lvl4pPr algn="ctr">
              <a:spcBef>
                <a:spcPts val="0"/>
              </a:spcBef>
              <a:spcAft>
                <a:spcPts val="0"/>
              </a:spcAft>
              <a:buSzPts val="4200"/>
              <a:buNone/>
              <a:defRPr sz="4200"/>
            </a:lvl4pPr>
            <a:lvl5pPr algn="ctr">
              <a:spcBef>
                <a:spcPts val="0"/>
              </a:spcBef>
              <a:spcAft>
                <a:spcPts val="0"/>
              </a:spcAft>
              <a:buSzPts val="4200"/>
              <a:buNone/>
              <a:defRPr sz="4200"/>
            </a:lvl5pPr>
            <a:lvl6pPr algn="ctr">
              <a:spcBef>
                <a:spcPts val="0"/>
              </a:spcBef>
              <a:spcAft>
                <a:spcPts val="0"/>
              </a:spcAft>
              <a:buSzPts val="4200"/>
              <a:buNone/>
              <a:defRPr sz="4200"/>
            </a:lvl6pPr>
            <a:lvl7pPr algn="ctr">
              <a:spcBef>
                <a:spcPts val="0"/>
              </a:spcBef>
              <a:spcAft>
                <a:spcPts val="0"/>
              </a:spcAft>
              <a:buSzPts val="4200"/>
              <a:buNone/>
              <a:defRPr sz="4200"/>
            </a:lvl7pPr>
            <a:lvl8pPr algn="ctr">
              <a:spcBef>
                <a:spcPts val="0"/>
              </a:spcBef>
              <a:spcAft>
                <a:spcPts val="0"/>
              </a:spcAft>
              <a:buSzPts val="4200"/>
              <a:buNone/>
              <a:defRPr sz="4200"/>
            </a:lvl8pPr>
            <a:lvl9pPr algn="ctr">
              <a:spcBef>
                <a:spcPts val="0"/>
              </a:spcBef>
              <a:spcAft>
                <a:spcPts val="0"/>
              </a:spcAft>
              <a:buSzPts val="4200"/>
              <a:buNone/>
              <a:defRPr sz="4200"/>
            </a:lvl9pPr>
          </a:lstStyle>
          <a:p xmlns:a="http://schemas.openxmlformats.org/drawingml/2006/main"/>
        </p:txBody>
      </p:sp>
      <p:sp>
        <p:nvSpPr>
          <p:cNvPr id="39" name="Google Shape;39;p10">
            <a:extLst xmlns:a="http://schemas.openxmlformats.org/drawingml/2006/main">
              <a:ext uri="{FF2B5EF4-FFF2-40B4-BE49-F238E27FC236}">
                <a16:creationId xmlns:a16="http://schemas.microsoft.com/office/drawing/2014/main" id="{5C36214D-5D34-4D95-B7C4-F703F8E17146}"/>
              </a:ext>
            </a:extLst>
          </p:cNvPr>
          <p:cNvSpPr>
            <a:spLocks xmlns:a="http://schemas.openxmlformats.org/drawingml/2006/main" noGrp="1"/>
          </p:cNvSpPr>
          <p:nvPr>
            <p:ph type="subTitle" idx="1"/>
          </p:nvPr>
        </p:nvSpPr>
        <p:spPr>
          <a:xfrm xmlns:a="http://schemas.openxmlformats.org/drawingml/2006/main">
            <a:off x="265500" y="2803075"/>
            <a:ext cx="4045200" cy="12351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100"/>
              <a:buNone/>
              <a:defRPr sz="2100"/>
            </a:lvl1pPr>
            <a:lvl2pPr algn="ctr">
              <a:lnSpc>
                <a:spcPct val="100000"/>
              </a:lnSpc>
              <a:spcBef>
                <a:spcPts val="0"/>
              </a:spcBef>
              <a:spcAft>
                <a:spcPts val="0"/>
              </a:spcAft>
              <a:buSzPts val="2100"/>
              <a:buNone/>
              <a:defRPr sz="2100"/>
            </a:lvl2pPr>
            <a:lvl3pPr algn="ctr">
              <a:lnSpc>
                <a:spcPct val="100000"/>
              </a:lnSpc>
              <a:spcBef>
                <a:spcPts val="0"/>
              </a:spcBef>
              <a:spcAft>
                <a:spcPts val="0"/>
              </a:spcAft>
              <a:buSzPts val="2100"/>
              <a:buNone/>
              <a:defRPr sz="2100"/>
            </a:lvl3pPr>
            <a:lvl4pPr algn="ctr">
              <a:lnSpc>
                <a:spcPct val="100000"/>
              </a:lnSpc>
              <a:spcBef>
                <a:spcPts val="0"/>
              </a:spcBef>
              <a:spcAft>
                <a:spcPts val="0"/>
              </a:spcAft>
              <a:buSzPts val="2100"/>
              <a:buNone/>
              <a:defRPr sz="2100"/>
            </a:lvl4pPr>
            <a:lvl5pPr algn="ctr">
              <a:lnSpc>
                <a:spcPct val="100000"/>
              </a:lnSpc>
              <a:spcBef>
                <a:spcPts val="0"/>
              </a:spcBef>
              <a:spcAft>
                <a:spcPts val="0"/>
              </a:spcAft>
              <a:buSzPts val="2100"/>
              <a:buNone/>
              <a:defRPr sz="2100"/>
            </a:lvl5pPr>
            <a:lvl6pPr algn="ctr">
              <a:lnSpc>
                <a:spcPct val="100000"/>
              </a:lnSpc>
              <a:spcBef>
                <a:spcPts val="0"/>
              </a:spcBef>
              <a:spcAft>
                <a:spcPts val="0"/>
              </a:spcAft>
              <a:buSzPts val="2100"/>
              <a:buNone/>
              <a:defRPr sz="2100"/>
            </a:lvl6pPr>
            <a:lvl7pPr algn="ctr">
              <a:lnSpc>
                <a:spcPct val="100000"/>
              </a:lnSpc>
              <a:spcBef>
                <a:spcPts val="0"/>
              </a:spcBef>
              <a:spcAft>
                <a:spcPts val="0"/>
              </a:spcAft>
              <a:buSzPts val="2100"/>
              <a:buNone/>
              <a:defRPr sz="2100"/>
            </a:lvl7pPr>
            <a:lvl8pPr algn="ctr">
              <a:lnSpc>
                <a:spcPct val="100000"/>
              </a:lnSpc>
              <a:spcBef>
                <a:spcPts val="0"/>
              </a:spcBef>
              <a:spcAft>
                <a:spcPts val="0"/>
              </a:spcAft>
              <a:buSzPts val="2100"/>
              <a:buNone/>
              <a:defRPr sz="2100"/>
            </a:lvl8pPr>
            <a:lvl9pPr algn="ctr">
              <a:lnSpc>
                <a:spcPct val="100000"/>
              </a:lnSpc>
              <a:spcBef>
                <a:spcPts val="0"/>
              </a:spcBef>
              <a:spcAft>
                <a:spcPts val="0"/>
              </a:spcAft>
              <a:buSzPts val="2100"/>
              <a:buNone/>
              <a:defRPr sz="2100"/>
            </a:lvl9pPr>
          </a:lstStyle>
          <a:p xmlns:a="http://schemas.openxmlformats.org/drawingml/2006/main"/>
        </p:txBody>
      </p:sp>
      <p:sp>
        <p:nvSpPr>
          <p:cNvPr id="40" name="Google Shape;40;p10">
            <a:extLst xmlns:a="http://schemas.openxmlformats.org/drawingml/2006/main">
              <a:ext uri="{FF2B5EF4-FFF2-40B4-BE49-F238E27FC236}">
                <a16:creationId xmlns:a16="http://schemas.microsoft.com/office/drawing/2014/main" id="{21BF9CA2-FE0C-4DA0-9699-BA9D6661F001}"/>
              </a:ext>
            </a:extLst>
          </p:cNvPr>
          <p:cNvSpPr>
            <a:spLocks xmlns:a="http://schemas.openxmlformats.org/drawingml/2006/main" noGrp="1"/>
          </p:cNvSpPr>
          <p:nvPr>
            <p:ph type="body" idx="2"/>
          </p:nvPr>
        </p:nvSpPr>
        <p:spPr>
          <a:xfrm xmlns:a="http://schemas.openxmlformats.org/drawingml/2006/main">
            <a:off x="4939500" y="724075"/>
            <a:ext cx="3837000" cy="369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41" name="Google Shape;41;p10">
            <a:extLst xmlns:a="http://schemas.openxmlformats.org/drawingml/2006/main">
              <a:ext uri="{FF2B5EF4-FFF2-40B4-BE49-F238E27FC236}">
                <a16:creationId xmlns:a16="http://schemas.microsoft.com/office/drawing/2014/main" id="{93076F3D-A67D-4B6B-9690-5EC1B676900B}"/>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0.xml><?xml version="1.0" encoding="utf-8"?>
<p:sldLayout xmlns:p="http://schemas.openxmlformats.org/presentationml/2006/main" matchingName="Caption">
  <p:cSld name="CAPTION_ONLY">
    <p:spTree>
      <p:nvGrpSpPr>
        <p:cNvPr id="1" name=""/>
        <p:cNvGrpSpPr/>
        <p:nvPr/>
      </p:nvGrpSpPr>
      <p:grpSpPr>
        <a:xfrm xmlns:a="http://schemas.openxmlformats.org/drawingml/2006/main"/>
      </p:grpSpPr>
      <p:sp>
        <p:nvSpPr>
          <p:cNvPr id="43" name="Google Shape;43;p11">
            <a:extLst xmlns:a="http://schemas.openxmlformats.org/drawingml/2006/main">
              <a:ext uri="{FF2B5EF4-FFF2-40B4-BE49-F238E27FC236}">
                <a16:creationId xmlns:a16="http://schemas.microsoft.com/office/drawing/2014/main" id="{A58B9BD8-4E4E-4554-96F1-596D9040FCE9}"/>
              </a:ext>
            </a:extLst>
          </p:cNvPr>
          <p:cNvSpPr>
            <a:spLocks xmlns:a="http://schemas.openxmlformats.org/drawingml/2006/main" noGrp="1"/>
          </p:cNvSpPr>
          <p:nvPr>
            <p:ph type="body" idx="1"/>
          </p:nvPr>
        </p:nvSpPr>
        <p:spPr>
          <a:xfrm xmlns:a="http://schemas.openxmlformats.org/drawingml/2006/main">
            <a:off x="311700" y="4230575"/>
            <a:ext cx="5998800" cy="60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228600">
              <a:lnSpc>
                <a:spcPct val="100000"/>
              </a:lnSpc>
              <a:spcBef>
                <a:spcPts val="0"/>
              </a:spcBef>
              <a:spcAft>
                <a:spcPts val="0"/>
              </a:spcAft>
              <a:buSzPts val="1800"/>
              <a:buNone/>
              <a:defRPr/>
            </a:lvl1pPr>
          </a:lstStyle>
          <a:p xmlns:a="http://schemas.openxmlformats.org/drawingml/2006/main"/>
        </p:txBody>
      </p:sp>
      <p:sp>
        <p:nvSpPr>
          <p:cNvPr id="44" name="Google Shape;44;p11">
            <a:extLst xmlns:a="http://schemas.openxmlformats.org/drawingml/2006/main">
              <a:ext uri="{FF2B5EF4-FFF2-40B4-BE49-F238E27FC236}">
                <a16:creationId xmlns:a16="http://schemas.microsoft.com/office/drawing/2014/main" id="{2BE685DE-8A10-455B-9673-557B92D43C24}"/>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1.xml><?xml version="1.0" encoding="utf-8"?>
<p:sldLayout xmlns:p="http://schemas.openxmlformats.org/presentationml/2006/main" matchingName="Big number">
  <p:cSld name="BIG_NUMBER">
    <p:spTree>
      <p:nvGrpSpPr>
        <p:cNvPr id="1" name=""/>
        <p:cNvGrpSpPr/>
        <p:nvPr/>
      </p:nvGrpSpPr>
      <p:grpSpPr>
        <a:xfrm xmlns:a="http://schemas.openxmlformats.org/drawingml/2006/main"/>
      </p:grpSpPr>
      <p:sp>
        <p:nvSpPr>
          <p:cNvPr id="46" name="Google Shape;46;p12">
            <a:extLst xmlns:a="http://schemas.openxmlformats.org/drawingml/2006/main">
              <a:ext uri="{FF2B5EF4-FFF2-40B4-BE49-F238E27FC236}">
                <a16:creationId xmlns:a16="http://schemas.microsoft.com/office/drawing/2014/main" id="{DD097F06-A575-4117-B53D-49A727FFCAED}"/>
              </a:ext>
            </a:extLst>
          </p:cNvPr>
          <p:cNvSpPr>
            <a:spLocks xmlns:a="http://schemas.openxmlformats.org/drawingml/2006/main" noGrp="1"/>
          </p:cNvSpPr>
          <p:nvPr>
            <p:ph type="title" idx="0" hasCustomPrompt="1"/>
          </p:nvPr>
        </p:nvSpPr>
        <p:spPr>
          <a:xfrm xmlns:a="http://schemas.openxmlformats.org/drawingml/2006/main">
            <a:off x="311700" y="1106125"/>
            <a:ext cx="8520600" cy="19635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12000"/>
              <a:buNone/>
              <a:defRPr sz="12000"/>
            </a:lvl1pPr>
            <a:lvl2pPr algn="ctr">
              <a:spcBef>
                <a:spcPts val="0"/>
              </a:spcBef>
              <a:spcAft>
                <a:spcPts val="0"/>
              </a:spcAft>
              <a:buSzPts val="12000"/>
              <a:buNone/>
              <a:defRPr sz="12000"/>
            </a:lvl2pPr>
            <a:lvl3pPr algn="ctr">
              <a:spcBef>
                <a:spcPts val="0"/>
              </a:spcBef>
              <a:spcAft>
                <a:spcPts val="0"/>
              </a:spcAft>
              <a:buSzPts val="12000"/>
              <a:buNone/>
              <a:defRPr sz="12000"/>
            </a:lvl3pPr>
            <a:lvl4pPr algn="ctr">
              <a:spcBef>
                <a:spcPts val="0"/>
              </a:spcBef>
              <a:spcAft>
                <a:spcPts val="0"/>
              </a:spcAft>
              <a:buSzPts val="12000"/>
              <a:buNone/>
              <a:defRPr sz="12000"/>
            </a:lvl4pPr>
            <a:lvl5pPr algn="ctr">
              <a:spcBef>
                <a:spcPts val="0"/>
              </a:spcBef>
              <a:spcAft>
                <a:spcPts val="0"/>
              </a:spcAft>
              <a:buSzPts val="12000"/>
              <a:buNone/>
              <a:defRPr sz="12000"/>
            </a:lvl5pPr>
            <a:lvl6pPr algn="ctr">
              <a:spcBef>
                <a:spcPts val="0"/>
              </a:spcBef>
              <a:spcAft>
                <a:spcPts val="0"/>
              </a:spcAft>
              <a:buSzPts val="12000"/>
              <a:buNone/>
              <a:defRPr sz="12000"/>
            </a:lvl6pPr>
            <a:lvl7pPr algn="ctr">
              <a:spcBef>
                <a:spcPts val="0"/>
              </a:spcBef>
              <a:spcAft>
                <a:spcPts val="0"/>
              </a:spcAft>
              <a:buSzPts val="12000"/>
              <a:buNone/>
              <a:defRPr sz="12000"/>
            </a:lvl7pPr>
            <a:lvl8pPr algn="ctr">
              <a:spcBef>
                <a:spcPts val="0"/>
              </a:spcBef>
              <a:spcAft>
                <a:spcPts val="0"/>
              </a:spcAft>
              <a:buSzPts val="12000"/>
              <a:buNone/>
              <a:defRPr sz="12000"/>
            </a:lvl8pPr>
            <a:lvl9pPr algn="ctr">
              <a:spcBef>
                <a:spcPts val="0"/>
              </a:spcBef>
              <a:spcAft>
                <a:spcPts val="0"/>
              </a:spcAft>
              <a:buSzPts val="12000"/>
              <a:buNone/>
              <a:defRPr sz="12000"/>
            </a:lvl9pPr>
          </a:lstStyle>
          <a:p xmlns:a="http://schemas.openxmlformats.org/drawingml/2006/main">
            <a:r>
              <a:t>xx%</a:t>
            </a:r>
          </a:p>
        </p:txBody>
      </p:sp>
      <p:sp>
        <p:nvSpPr>
          <p:cNvPr id="47" name="Google Shape;47;p12">
            <a:extLst xmlns:a="http://schemas.openxmlformats.org/drawingml/2006/main">
              <a:ext uri="{FF2B5EF4-FFF2-40B4-BE49-F238E27FC236}">
                <a16:creationId xmlns:a16="http://schemas.microsoft.com/office/drawing/2014/main" id="{E0707E74-648C-47F4-BCBC-6627CF4902C3}"/>
              </a:ext>
            </a:extLst>
          </p:cNvPr>
          <p:cNvSpPr>
            <a:spLocks xmlns:a="http://schemas.openxmlformats.org/drawingml/2006/main" noGrp="1"/>
          </p:cNvSpPr>
          <p:nvPr>
            <p:ph type="body" idx="1"/>
          </p:nvPr>
        </p:nvSpPr>
        <p:spPr>
          <a:xfrm xmlns:a="http://schemas.openxmlformats.org/drawingml/2006/main">
            <a:off x="311700" y="3152225"/>
            <a:ext cx="8520600" cy="13008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lgn="ctr">
              <a:spcBef>
                <a:spcPts val="0"/>
              </a:spcBef>
              <a:spcAft>
                <a:spcPts val="0"/>
              </a:spcAft>
              <a:buSzPts val="1800"/>
              <a:buChar char="●"/>
              <a:defRPr/>
            </a:lvl1pPr>
            <a:lvl2pPr marL="914400" indent="-317500" algn="ctr">
              <a:spcBef>
                <a:spcPts val="0"/>
              </a:spcBef>
              <a:spcAft>
                <a:spcPts val="0"/>
              </a:spcAft>
              <a:buSzPts val="1400"/>
              <a:buChar char="○"/>
              <a:defRPr/>
            </a:lvl2pPr>
            <a:lvl3pPr marL="1371600" indent="-317500" algn="ctr">
              <a:spcBef>
                <a:spcPts val="0"/>
              </a:spcBef>
              <a:spcAft>
                <a:spcPts val="0"/>
              </a:spcAft>
              <a:buSzPts val="1400"/>
              <a:buChar char="■"/>
              <a:defRPr/>
            </a:lvl3pPr>
            <a:lvl4pPr marL="1828800" indent="-317500" algn="ctr">
              <a:spcBef>
                <a:spcPts val="0"/>
              </a:spcBef>
              <a:spcAft>
                <a:spcPts val="0"/>
              </a:spcAft>
              <a:buSzPts val="1400"/>
              <a:buChar char="●"/>
              <a:defRPr/>
            </a:lvl4pPr>
            <a:lvl5pPr marL="2286000" indent="-317500" algn="ctr">
              <a:spcBef>
                <a:spcPts val="0"/>
              </a:spcBef>
              <a:spcAft>
                <a:spcPts val="0"/>
              </a:spcAft>
              <a:buSzPts val="1400"/>
              <a:buChar char="○"/>
              <a:defRPr/>
            </a:lvl5pPr>
            <a:lvl6pPr marL="2743200" indent="-317500" algn="ctr">
              <a:spcBef>
                <a:spcPts val="0"/>
              </a:spcBef>
              <a:spcAft>
                <a:spcPts val="0"/>
              </a:spcAft>
              <a:buSzPts val="1400"/>
              <a:buChar char="■"/>
              <a:defRPr/>
            </a:lvl6pPr>
            <a:lvl7pPr marL="3200400" indent="-317500" algn="ctr">
              <a:spcBef>
                <a:spcPts val="0"/>
              </a:spcBef>
              <a:spcAft>
                <a:spcPts val="0"/>
              </a:spcAft>
              <a:buSzPts val="1400"/>
              <a:buChar char="●"/>
              <a:defRPr/>
            </a:lvl7pPr>
            <a:lvl8pPr marL="3657600" indent="-317500" algn="ctr">
              <a:spcBef>
                <a:spcPts val="0"/>
              </a:spcBef>
              <a:spcAft>
                <a:spcPts val="0"/>
              </a:spcAft>
              <a:buSzPts val="1400"/>
              <a:buChar char="○"/>
              <a:defRPr/>
            </a:lvl8pPr>
            <a:lvl9pPr marL="4114800" indent="-317500" algn="ctr">
              <a:spcBef>
                <a:spcPts val="0"/>
              </a:spcBef>
              <a:spcAft>
                <a:spcPts val="0"/>
              </a:spcAft>
              <a:buSzPts val="1400"/>
              <a:buChar char="■"/>
              <a:defRPr/>
            </a:lvl9pPr>
          </a:lstStyle>
          <a:p xmlns:a="http://schemas.openxmlformats.org/drawingml/2006/main"/>
        </p:txBody>
      </p:sp>
      <p:sp>
        <p:nvSpPr>
          <p:cNvPr id="48" name="Google Shape;48;p12">
            <a:extLst xmlns:a="http://schemas.openxmlformats.org/drawingml/2006/main">
              <a:ext uri="{FF2B5EF4-FFF2-40B4-BE49-F238E27FC236}">
                <a16:creationId xmlns:a16="http://schemas.microsoft.com/office/drawing/2014/main" id="{8AE0A9B9-2BF1-4565-92E7-E82FBD44582A}"/>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2.xml><?xml version="1.0" encoding="utf-8"?>
<p:sldLayout xmlns:p="http://schemas.openxmlformats.org/presentationml/2006/main" matchingName="Blank" type="blank">
  <p:cSld name="BLANK">
    <p:spTree>
      <p:nvGrpSpPr>
        <p:cNvPr id="1" name=""/>
        <p:cNvGrpSpPr/>
        <p:nvPr/>
      </p:nvGrpSpPr>
      <p:grpSpPr>
        <a:xfrm xmlns:a="http://schemas.openxmlformats.org/drawingml/2006/main"/>
      </p:grpSpPr>
      <p:sp>
        <p:nvSpPr>
          <p:cNvPr id="50" name="Google Shape;50;p13">
            <a:extLst xmlns:a="http://schemas.openxmlformats.org/drawingml/2006/main">
              <a:ext uri="{FF2B5EF4-FFF2-40B4-BE49-F238E27FC236}">
                <a16:creationId xmlns:a16="http://schemas.microsoft.com/office/drawing/2014/main" id="{A838B777-9827-4993-8C12-A96ED7758653}"/>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3.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7f5a52fb1dc41a4" /><Relationship Type="http://schemas.openxmlformats.org/officeDocument/2006/relationships/slideLayout" Target="/ppt/slideLayouts/slideLayout1.xml" Id="R6dbcfc24053c4d94" /><Relationship Type="http://schemas.openxmlformats.org/officeDocument/2006/relationships/slideLayout" Target="/ppt/slideLayouts/slideLayout2.xml" Id="R83bc9f283144462c" /><Relationship Type="http://schemas.openxmlformats.org/officeDocument/2006/relationships/slideLayout" Target="/ppt/slideLayouts/slideLayout3.xml" Id="Rdd4643c26bfd4a1c" /><Relationship Type="http://schemas.openxmlformats.org/officeDocument/2006/relationships/slideLayout" Target="/ppt/slideLayouts/slideLayout4.xml" Id="Rdd66bc8872d64733" /><Relationship Type="http://schemas.openxmlformats.org/officeDocument/2006/relationships/slideLayout" Target="/ppt/slideLayouts/slideLayout5.xml" Id="Ra20b145a42f44f8f" /><Relationship Type="http://schemas.openxmlformats.org/officeDocument/2006/relationships/slideLayout" Target="/ppt/slideLayouts/slideLayout6.xml" Id="R51a83e6d23d94aaf" /><Relationship Type="http://schemas.openxmlformats.org/officeDocument/2006/relationships/slideLayout" Target="/ppt/slideLayouts/slideLayout7.xml" Id="R4029f4d2d8584c62" /><Relationship Type="http://schemas.openxmlformats.org/officeDocument/2006/relationships/slideLayout" Target="/ppt/slideLayouts/slideLayout8.xml" Id="R0c9dbda793c449b5" /><Relationship Type="http://schemas.openxmlformats.org/officeDocument/2006/relationships/slideLayout" Target="/ppt/slideLayouts/slideLayout9.xml" Id="Re28328efef914a23" /><Relationship Type="http://schemas.openxmlformats.org/officeDocument/2006/relationships/slideLayout" Target="/ppt/slideLayouts/slideLayout10.xml" Id="R4304908d53864c5d" /><Relationship Type="http://schemas.openxmlformats.org/officeDocument/2006/relationships/slideLayout" Target="/ppt/slideLayouts/slideLayout11.xml" Id="R992c295b64f34138" /><Relationship Type="http://schemas.openxmlformats.org/officeDocument/2006/relationships/slideLayout" Target="/ppt/slideLayouts/slideLayout12.xml" Id="R76a098c2170242da" /></Relationships>
</file>

<file path=ppt/slideMasters/_rels/slideMaster2.xml.rels>&#65279;<?xml version="1.0" encoding="utf-8"?><Relationships xmlns="http://schemas.openxmlformats.org/package/2006/relationships"><Relationship Type="http://schemas.openxmlformats.org/officeDocument/2006/relationships/theme" Target="/ppt/slideMasters/theme/theme3.xml" Id="R47e1e268bbda4442" /><Relationship Type="http://schemas.openxmlformats.org/officeDocument/2006/relationships/slideLayout" Target="/ppt/slideLayouts/slideLayout13.xml" Id="Rafe11c29ede94a2b" /></Relationships>
</file>

<file path=ppt/slideMasters/slideMaster1.xml><?xml version="1.0" encoding="utf-8"?>
<p:sldMaster xmlns:p="http://schemas.openxmlformats.org/presentationml/2006/main">
  <p:cSld name="simple-light-2">
    <p:bg>
      <p:bgPr>
        <a:solidFill xmlns:a="http://schemas.openxmlformats.org/drawingml/2006/main">
          <a:schemeClr val="lt1"/>
        </a:solidFill>
      </p:bgPr>
    </p:bg>
    <p:spTree>
      <p:nvGrpSpPr>
        <p:cNvPr id="1" name=""/>
        <p:cNvGrpSpPr/>
        <p:nvPr/>
      </p:nvGrpSpPr>
      <p:grpSpPr>
        <a:xfrm xmlns:a="http://schemas.openxmlformats.org/drawingml/2006/main"/>
      </p:grpSpPr>
      <p:sp>
        <p:nvSpPr>
          <p:cNvPr id="6" name="Google Shape;6;p1">
            <a:extLst xmlns:a="http://schemas.openxmlformats.org/drawingml/2006/main">
              <a:ext uri="{FF2B5EF4-FFF2-40B4-BE49-F238E27FC236}">
                <a16:creationId xmlns:a16="http://schemas.microsoft.com/office/drawing/2014/main" id="{DA1BD362-98EE-4F13-9996-BA24B50AC9C8}"/>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Clr>
                <a:schemeClr val="dk1"/>
              </a:buClr>
              <a:buSzPts val="2800"/>
              <a:buNone/>
              <a:defRPr sz="2800">
                <a:solidFill>
                  <a:schemeClr val="dk1"/>
                </a:solidFill>
              </a:defRPr>
            </a:lvl1pPr>
            <a:lvl2pPr>
              <a:spcBef>
                <a:spcPts val="0"/>
              </a:spcBef>
              <a:spcAft>
                <a:spcPts val="0"/>
              </a:spcAft>
              <a:buClr>
                <a:schemeClr val="dk1"/>
              </a:buClr>
              <a:buSzPts val="2800"/>
              <a:buNone/>
              <a:defRPr sz="2800">
                <a:solidFill>
                  <a:schemeClr val="dk1"/>
                </a:solidFill>
              </a:defRPr>
            </a:lvl2pPr>
            <a:lvl3pPr>
              <a:spcBef>
                <a:spcPts val="0"/>
              </a:spcBef>
              <a:spcAft>
                <a:spcPts val="0"/>
              </a:spcAft>
              <a:buClr>
                <a:schemeClr val="dk1"/>
              </a:buClr>
              <a:buSzPts val="2800"/>
              <a:buNone/>
              <a:defRPr sz="2800">
                <a:solidFill>
                  <a:schemeClr val="dk1"/>
                </a:solidFill>
              </a:defRPr>
            </a:lvl3pPr>
            <a:lvl4pPr>
              <a:spcBef>
                <a:spcPts val="0"/>
              </a:spcBef>
              <a:spcAft>
                <a:spcPts val="0"/>
              </a:spcAft>
              <a:buClr>
                <a:schemeClr val="dk1"/>
              </a:buClr>
              <a:buSzPts val="2800"/>
              <a:buNone/>
              <a:defRPr sz="2800">
                <a:solidFill>
                  <a:schemeClr val="dk1"/>
                </a:solidFill>
              </a:defRPr>
            </a:lvl4pPr>
            <a:lvl5pPr>
              <a:spcBef>
                <a:spcPts val="0"/>
              </a:spcBef>
              <a:spcAft>
                <a:spcPts val="0"/>
              </a:spcAft>
              <a:buClr>
                <a:schemeClr val="dk1"/>
              </a:buClr>
              <a:buSzPts val="2800"/>
              <a:buNone/>
              <a:defRPr sz="2800">
                <a:solidFill>
                  <a:schemeClr val="dk1"/>
                </a:solidFill>
              </a:defRPr>
            </a:lvl5pPr>
            <a:lvl6pPr>
              <a:spcBef>
                <a:spcPts val="0"/>
              </a:spcBef>
              <a:spcAft>
                <a:spcPts val="0"/>
              </a:spcAft>
              <a:buClr>
                <a:schemeClr val="dk1"/>
              </a:buClr>
              <a:buSzPts val="2800"/>
              <a:buNone/>
              <a:defRPr sz="2800">
                <a:solidFill>
                  <a:schemeClr val="dk1"/>
                </a:solidFill>
              </a:defRPr>
            </a:lvl6pPr>
            <a:lvl7pPr>
              <a:spcBef>
                <a:spcPts val="0"/>
              </a:spcBef>
              <a:spcAft>
                <a:spcPts val="0"/>
              </a:spcAft>
              <a:buClr>
                <a:schemeClr val="dk1"/>
              </a:buClr>
              <a:buSzPts val="2800"/>
              <a:buNone/>
              <a:defRPr sz="2800">
                <a:solidFill>
                  <a:schemeClr val="dk1"/>
                </a:solidFill>
              </a:defRPr>
            </a:lvl7pPr>
            <a:lvl8pPr>
              <a:spcBef>
                <a:spcPts val="0"/>
              </a:spcBef>
              <a:spcAft>
                <a:spcPts val="0"/>
              </a:spcAft>
              <a:buClr>
                <a:schemeClr val="dk1"/>
              </a:buClr>
              <a:buSzPts val="2800"/>
              <a:buNone/>
              <a:defRPr sz="2800">
                <a:solidFill>
                  <a:schemeClr val="dk1"/>
                </a:solidFill>
              </a:defRPr>
            </a:lvl8pPr>
            <a:lvl9pPr>
              <a:spcBef>
                <a:spcPts val="0"/>
              </a:spcBef>
              <a:spcAft>
                <a:spcPts val="0"/>
              </a:spcAft>
              <a:buClr>
                <a:schemeClr val="dk1"/>
              </a:buClr>
              <a:buSzPts val="2800"/>
              <a:buNone/>
              <a:defRPr sz="2800">
                <a:solidFill>
                  <a:schemeClr val="dk1"/>
                </a:solidFill>
              </a:defRPr>
            </a:lvl9pPr>
          </a:lstStyle>
          <a:p xmlns:a="http://schemas.openxmlformats.org/drawingml/2006/main"/>
        </p:txBody>
      </p:sp>
      <p:sp>
        <p:nvSpPr>
          <p:cNvPr id="7" name="Google Shape;7;p1">
            <a:extLst xmlns:a="http://schemas.openxmlformats.org/drawingml/2006/main">
              <a:ext uri="{FF2B5EF4-FFF2-40B4-BE49-F238E27FC236}">
                <a16:creationId xmlns:a16="http://schemas.microsoft.com/office/drawing/2014/main" id="{A0780717-8ECE-4B81-AD2B-DD93B494FF0F}"/>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marL="457200" indent="-342900">
              <a:lnSpc>
                <a:spcPct val="115000"/>
              </a:lnSpc>
              <a:spcBef>
                <a:spcPts val="0"/>
              </a:spcBef>
              <a:spcAft>
                <a:spcPts val="0"/>
              </a:spcAft>
              <a:buClr>
                <a:schemeClr val="dk2"/>
              </a:buClr>
              <a:buSzPts val="1800"/>
              <a:buChar char="●"/>
              <a:defRPr sz="1800">
                <a:solidFill>
                  <a:schemeClr val="dk2"/>
                </a:solidFill>
              </a:defRPr>
            </a:lvl1pPr>
            <a:lvl2pPr marL="914400" indent="-317500">
              <a:lnSpc>
                <a:spcPct val="115000"/>
              </a:lnSpc>
              <a:spcBef>
                <a:spcPts val="0"/>
              </a:spcBef>
              <a:spcAft>
                <a:spcPts val="0"/>
              </a:spcAft>
              <a:buClr>
                <a:schemeClr val="dk2"/>
              </a:buClr>
              <a:buSzPts val="1400"/>
              <a:buChar char="○"/>
              <a:defRPr>
                <a:solidFill>
                  <a:schemeClr val="dk2"/>
                </a:solidFill>
              </a:defRPr>
            </a:lvl2pPr>
            <a:lvl3pPr marL="1371600" indent="-317500">
              <a:lnSpc>
                <a:spcPct val="115000"/>
              </a:lnSpc>
              <a:spcBef>
                <a:spcPts val="0"/>
              </a:spcBef>
              <a:spcAft>
                <a:spcPts val="0"/>
              </a:spcAft>
              <a:buClr>
                <a:schemeClr val="dk2"/>
              </a:buClr>
              <a:buSzPts val="1400"/>
              <a:buChar char="■"/>
              <a:defRPr>
                <a:solidFill>
                  <a:schemeClr val="dk2"/>
                </a:solidFill>
              </a:defRPr>
            </a:lvl3pPr>
            <a:lvl4pPr marL="1828800" indent="-317500">
              <a:lnSpc>
                <a:spcPct val="115000"/>
              </a:lnSpc>
              <a:spcBef>
                <a:spcPts val="0"/>
              </a:spcBef>
              <a:spcAft>
                <a:spcPts val="0"/>
              </a:spcAft>
              <a:buClr>
                <a:schemeClr val="dk2"/>
              </a:buClr>
              <a:buSzPts val="1400"/>
              <a:buChar char="●"/>
              <a:defRPr>
                <a:solidFill>
                  <a:schemeClr val="dk2"/>
                </a:solidFill>
              </a:defRPr>
            </a:lvl4pPr>
            <a:lvl5pPr marL="2286000" indent="-317500">
              <a:lnSpc>
                <a:spcPct val="115000"/>
              </a:lnSpc>
              <a:spcBef>
                <a:spcPts val="0"/>
              </a:spcBef>
              <a:spcAft>
                <a:spcPts val="0"/>
              </a:spcAft>
              <a:buClr>
                <a:schemeClr val="dk2"/>
              </a:buClr>
              <a:buSzPts val="1400"/>
              <a:buChar char="○"/>
              <a:defRPr>
                <a:solidFill>
                  <a:schemeClr val="dk2"/>
                </a:solidFill>
              </a:defRPr>
            </a:lvl5pPr>
            <a:lvl6pPr marL="2743200" indent="-317500">
              <a:lnSpc>
                <a:spcPct val="115000"/>
              </a:lnSpc>
              <a:spcBef>
                <a:spcPts val="0"/>
              </a:spcBef>
              <a:spcAft>
                <a:spcPts val="0"/>
              </a:spcAft>
              <a:buClr>
                <a:schemeClr val="dk2"/>
              </a:buClr>
              <a:buSzPts val="1400"/>
              <a:buChar char="■"/>
              <a:defRPr>
                <a:solidFill>
                  <a:schemeClr val="dk2"/>
                </a:solidFill>
              </a:defRPr>
            </a:lvl6pPr>
            <a:lvl7pPr marL="3200400" indent="-317500">
              <a:lnSpc>
                <a:spcPct val="115000"/>
              </a:lnSpc>
              <a:spcBef>
                <a:spcPts val="0"/>
              </a:spcBef>
              <a:spcAft>
                <a:spcPts val="0"/>
              </a:spcAft>
              <a:buClr>
                <a:schemeClr val="dk2"/>
              </a:buClr>
              <a:buSzPts val="1400"/>
              <a:buChar char="●"/>
              <a:defRPr>
                <a:solidFill>
                  <a:schemeClr val="dk2"/>
                </a:solidFill>
              </a:defRPr>
            </a:lvl7pPr>
            <a:lvl8pPr marL="3657600" indent="-317500">
              <a:lnSpc>
                <a:spcPct val="115000"/>
              </a:lnSpc>
              <a:spcBef>
                <a:spcPts val="0"/>
              </a:spcBef>
              <a:spcAft>
                <a:spcPts val="0"/>
              </a:spcAft>
              <a:buClr>
                <a:schemeClr val="dk2"/>
              </a:buClr>
              <a:buSzPts val="1400"/>
              <a:buChar char="○"/>
              <a:defRPr>
                <a:solidFill>
                  <a:schemeClr val="dk2"/>
                </a:solidFill>
              </a:defRPr>
            </a:lvl8pPr>
            <a:lvl9pPr marL="4114800" indent="-317500">
              <a:lnSpc>
                <a:spcPct val="115000"/>
              </a:lnSpc>
              <a:spcBef>
                <a:spcPts val="0"/>
              </a:spcBef>
              <a:spcAft>
                <a:spcPts val="0"/>
              </a:spcAft>
              <a:buClr>
                <a:schemeClr val="dk2"/>
              </a:buClr>
              <a:buSzPts val="1400"/>
              <a:buChar char="■"/>
              <a:defRPr>
                <a:solidFill>
                  <a:schemeClr val="dk2"/>
                </a:solidFill>
              </a:defRPr>
            </a:lvl9pPr>
          </a:lstStyle>
          <a:p xmlns:a="http://schemas.openxmlformats.org/drawingml/2006/main"/>
        </p:txBody>
      </p:sp>
      <p:sp>
        <p:nvSpPr>
          <p:cNvPr id="8" name="Google Shape;8;p1">
            <a:extLst xmlns:a="http://schemas.openxmlformats.org/drawingml/2006/main">
              <a:ext uri="{FF2B5EF4-FFF2-40B4-BE49-F238E27FC236}">
                <a16:creationId xmlns:a16="http://schemas.microsoft.com/office/drawing/2014/main" id="{D25FD48D-64B5-412D-AF69-FA5238A4D65E}"/>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rmAutofit/>
          </a:bodyPr>
          <a:lstStyle xmlns:a="http://schemas.openxmlformats.org/drawingml/2006/main">
            <a:lvl1pPr algn="r">
              <a:buNone/>
              <a:defRPr sz="1000">
                <a:solidFill>
                  <a:schemeClr val="dk2"/>
                </a:solidFill>
              </a:defRPr>
            </a:lvl1pPr>
            <a:lvl2pPr algn="r">
              <a:buNone/>
              <a:defRPr sz="1000">
                <a:solidFill>
                  <a:schemeClr val="dk2"/>
                </a:solidFill>
              </a:defRPr>
            </a:lvl2pPr>
            <a:lvl3pPr algn="r">
              <a:buNone/>
              <a:defRPr sz="1000">
                <a:solidFill>
                  <a:schemeClr val="dk2"/>
                </a:solidFill>
              </a:defRPr>
            </a:lvl3pPr>
            <a:lvl4pPr algn="r">
              <a:buNone/>
              <a:defRPr sz="1000">
                <a:solidFill>
                  <a:schemeClr val="dk2"/>
                </a:solidFill>
              </a:defRPr>
            </a:lvl4pPr>
            <a:lvl5pPr algn="r">
              <a:buNone/>
              <a:defRPr sz="1000">
                <a:solidFill>
                  <a:schemeClr val="dk2"/>
                </a:solidFill>
              </a:defRPr>
            </a:lvl5pPr>
            <a:lvl6pPr algn="r">
              <a:buNone/>
              <a:defRPr sz="1000">
                <a:solidFill>
                  <a:schemeClr val="dk2"/>
                </a:solidFill>
              </a:defRPr>
            </a:lvl6pPr>
            <a:lvl7pPr algn="r">
              <a:buNone/>
              <a:defRPr sz="1000">
                <a:solidFill>
                  <a:schemeClr val="dk2"/>
                </a:solidFill>
              </a:defRPr>
            </a:lvl7pPr>
            <a:lvl8pPr algn="r">
              <a:buNone/>
              <a:defRPr sz="1000">
                <a:solidFill>
                  <a:schemeClr val="dk2"/>
                </a:solidFill>
              </a:defRPr>
            </a:lvl8pPr>
            <a:lvl9pPr algn="r">
              <a:buNone/>
              <a:defRPr sz="1000">
                <a:solidFill>
                  <a:schemeClr val="dk2"/>
                </a:solidFill>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6dbcfc24053c4d94"/>
    <p:sldLayoutId xmlns:r="http://schemas.openxmlformats.org/officeDocument/2006/relationships" id="2147483650" r:id="R83bc9f283144462c"/>
    <p:sldLayoutId xmlns:r="http://schemas.openxmlformats.org/officeDocument/2006/relationships" id="2147483651" r:id="Rdd4643c26bfd4a1c"/>
    <p:sldLayoutId xmlns:r="http://schemas.openxmlformats.org/officeDocument/2006/relationships" id="2147483652" r:id="Rdd66bc8872d64733"/>
    <p:sldLayoutId xmlns:r="http://schemas.openxmlformats.org/officeDocument/2006/relationships" id="2147483653" r:id="Ra20b145a42f44f8f"/>
    <p:sldLayoutId xmlns:r="http://schemas.openxmlformats.org/officeDocument/2006/relationships" id="2147483654" r:id="R51a83e6d23d94aaf"/>
    <p:sldLayoutId xmlns:r="http://schemas.openxmlformats.org/officeDocument/2006/relationships" id="2147483655" r:id="R4029f4d2d8584c62"/>
    <p:sldLayoutId xmlns:r="http://schemas.openxmlformats.org/officeDocument/2006/relationships" id="2147483656" r:id="R0c9dbda793c449b5"/>
    <p:sldLayoutId xmlns:r="http://schemas.openxmlformats.org/officeDocument/2006/relationships" id="2147483657" r:id="Re28328efef914a23"/>
    <p:sldLayoutId xmlns:r="http://schemas.openxmlformats.org/officeDocument/2006/relationships" id="2147483658" r:id="R4304908d53864c5d"/>
    <p:sldLayoutId xmlns:r="http://schemas.openxmlformats.org/officeDocument/2006/relationships" id="2147483659" r:id="R992c295b64f34138"/>
    <p:sldLayoutId xmlns:r="http://schemas.openxmlformats.org/officeDocument/2006/relationships" id="2147483660" r:id="R76a098c2170242da"/>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slideMaster2.xml><?xml version="1.0" encoding="utf-8"?>
<p:sldMaster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62" r:id="Rafe11c29ede94a2b"/>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83c0b9a8cce4a2d" /><Relationship Type="http://schemas.openxmlformats.org/officeDocument/2006/relationships/image" Target="/ppt/media/image.png" Id="R176bb20692a24901" /><Relationship Type="http://schemas.openxmlformats.org/officeDocument/2006/relationships/notesSlide" Target="/ppt/notesSlides/notesSlide1.xml" Id="R55d87e05f7ae4a3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2bfbbf656ee4483" /><Relationship Type="http://schemas.openxmlformats.org/officeDocument/2006/relationships/image" Target="/ppt/media/image.png" Id="R1a3a015c918441d4" /><Relationship Type="http://schemas.openxmlformats.org/officeDocument/2006/relationships/notesSlide" Target="/ppt/notesSlides/notesSlide2.xml" Id="Rcdbf9674961b476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1098e62a3fa431b" /><Relationship Type="http://schemas.openxmlformats.org/officeDocument/2006/relationships/image" Target="/ppt/media/image.png" Id="Rc778226c81b54cd4" /><Relationship Type="http://schemas.openxmlformats.org/officeDocument/2006/relationships/notesSlide" Target="/ppt/notesSlides/notesSlide3.xml" Id="Rd8b8d44ee73f470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0814704e048404d" /><Relationship Type="http://schemas.openxmlformats.org/officeDocument/2006/relationships/image" Target="/ppt/media/image.png" Id="R4fb6647da8e84e31" /><Relationship Type="http://schemas.openxmlformats.org/officeDocument/2006/relationships/notesSlide" Target="/ppt/notesSlides/notesSlide4.xml" Id="Rca510036c820405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4aa8295a3464fcb" /><Relationship Type="http://schemas.openxmlformats.org/officeDocument/2006/relationships/image" Target="/ppt/media/image.png" Id="Ra121ccf1f9c74981" /><Relationship Type="http://schemas.openxmlformats.org/officeDocument/2006/relationships/notesSlide" Target="/ppt/notesSlides/notesSlide5.xml" Id="R0133d41162c644a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57414c695e84cb6" /><Relationship Type="http://schemas.openxmlformats.org/officeDocument/2006/relationships/image" Target="/ppt/media/image.png" Id="Ra53d69afc62642db" /><Relationship Type="http://schemas.openxmlformats.org/officeDocument/2006/relationships/notesSlide" Target="/ppt/notesSlides/notesSlide6.xml" Id="R55f26485def94e0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b1ada459df04757" /><Relationship Type="http://schemas.openxmlformats.org/officeDocument/2006/relationships/image" Target="/ppt/media/image.png" Id="Rc5ba3053f6314db1" /><Relationship Type="http://schemas.openxmlformats.org/officeDocument/2006/relationships/notesSlide" Target="/ppt/notesSlides/notesSlide7.xml" Id="R6e1f97072abf4c6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9797dcdc07548b3" /><Relationship Type="http://schemas.openxmlformats.org/officeDocument/2006/relationships/image" Target="/ppt/media/image.png" Id="R9101883c3dff4cd5" /><Relationship Type="http://schemas.openxmlformats.org/officeDocument/2006/relationships/notesSlide" Target="/ppt/notesSlides/notesSlide8.xml" Id="Ra892dee58d6449e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a7753dbf9684fa3" /><Relationship Type="http://schemas.openxmlformats.org/officeDocument/2006/relationships/image" Target="/ppt/media/image.png" Id="R8b9a851c2c864597" /><Relationship Type="http://schemas.openxmlformats.org/officeDocument/2006/relationships/notesSlide" Target="/ppt/notesSlides/notesSlide9.xml" Id="R9dbc3bae4e0f4be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19b5f0ca1ea47d1" /><Relationship Type="http://schemas.openxmlformats.org/officeDocument/2006/relationships/image" Target="/ppt/media/image.png" Id="R2163356993584ba4" /><Relationship Type="http://schemas.openxmlformats.org/officeDocument/2006/relationships/notesSlide" Target="/ppt/notesSlides/notesSlide10.xml" Id="R0d63ccd11120439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1b840da7e464374" /><Relationship Type="http://schemas.openxmlformats.org/officeDocument/2006/relationships/image" Target="/ppt/media/image.png" Id="R657b5b9231b84ae1" /><Relationship Type="http://schemas.openxmlformats.org/officeDocument/2006/relationships/notesSlide" Target="/ppt/notesSlides/notesSlide11.xml" Id="Rf7928d60554845b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80115675ea64bb5" /><Relationship Type="http://schemas.openxmlformats.org/officeDocument/2006/relationships/image" Target="/ppt/media/image.png" Id="Rcf71b97f2dbb4bd8" /><Relationship Type="http://schemas.openxmlformats.org/officeDocument/2006/relationships/notesSlide" Target="/ppt/notesSlides/notesSlide12.xml" Id="R4ed9f098f8a946f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ec07caa8f2ad47b1" /><Relationship Type="http://schemas.openxmlformats.org/officeDocument/2006/relationships/image" Target="/ppt/media/image.png" Id="Rcb7022011ba54e17" /><Relationship Type="http://schemas.openxmlformats.org/officeDocument/2006/relationships/notesSlide" Target="/ppt/notesSlides/notesSlide13.xml" Id="R8c8591878b9d4faa"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164" name="Google Shape;164;p18">
            <a:extLst xmlns:a="http://schemas.openxmlformats.org/drawingml/2006/main">
              <a:ext uri="{FF2B5EF4-FFF2-40B4-BE49-F238E27FC236}">
                <a16:creationId xmlns:a16="http://schemas.microsoft.com/office/drawing/2014/main" id="{0DE056B8-D730-4511-848E-5B377B40D5A6}"/>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5" name="Google Shape;165;p18">
            <a:extLst xmlns:a="http://schemas.openxmlformats.org/drawingml/2006/main">
              <a:ext uri="{FF2B5EF4-FFF2-40B4-BE49-F238E27FC236}">
                <a16:creationId xmlns:a16="http://schemas.microsoft.com/office/drawing/2014/main" id="{F4B0C67B-0239-46A8-981F-6F37BFB92ABC}"/>
              </a:ext>
            </a:extLst>
          </p:cNvPr>
          <p:cNvSpPr>
            <a:spLocks xmlns:a="http://schemas.openxmlformats.org/drawingml/2006/main" noGrp="1"/>
          </p:cNvSpPr>
          <p:nvPr/>
        </p:nvSpPr>
        <p:spPr>
          <a:xfrm xmlns:a="http://schemas.openxmlformats.org/drawingml/2006/main">
            <a:off x="0" y="0"/>
            <a:ext cx="152400" cy="51435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6" name="Google Shape;166;p18">
            <a:extLst xmlns:a="http://schemas.openxmlformats.org/drawingml/2006/main">
              <a:ext uri="{FF2B5EF4-FFF2-40B4-BE49-F238E27FC236}">
                <a16:creationId xmlns:a16="http://schemas.microsoft.com/office/drawing/2014/main" id="{6E568AF2-9DF2-479D-B55D-9D4F1DBC8A85}"/>
              </a:ext>
            </a:extLst>
          </p:cNvPr>
          <p:cNvSpPr>
            <a:spLocks xmlns:a="http://schemas.openxmlformats.org/drawingml/2006/main" noGrp="1"/>
          </p:cNvSpPr>
          <p:nvPr/>
        </p:nvSpPr>
        <p:spPr>
          <a:xfrm xmlns:a="http://schemas.openxmlformats.org/drawingml/2006/main">
            <a:off x="152400" y="4191000"/>
            <a:ext cx="952500" cy="9525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7" name="Google Shape;167;p18">
            <a:extLst xmlns:a="http://schemas.openxmlformats.org/drawingml/2006/main">
              <a:ext uri="{FF2B5EF4-FFF2-40B4-BE49-F238E27FC236}">
                <a16:creationId xmlns:a16="http://schemas.microsoft.com/office/drawing/2014/main" id="{D027E377-6ED6-4E09-902F-2C5AB077D364}"/>
              </a:ext>
            </a:extLst>
          </p:cNvPr>
          <p:cNvSpPr>
            <a:spLocks xmlns:a="http://schemas.openxmlformats.org/drawingml/2006/main" noGrp="1"/>
          </p:cNvSpPr>
          <p:nvPr/>
        </p:nvSpPr>
        <p:spPr>
          <a:xfrm xmlns:a="http://schemas.openxmlformats.org/drawingml/2006/main">
            <a:off x="6667500" y="-476250"/>
            <a:ext cx="2857500" cy="2857500"/>
          </a:xfrm>
          <a:prstGeom xmlns:a="http://schemas.openxmlformats.org/drawingml/2006/main" prst="ellipse">
            <a:avLst/>
          </a:prstGeom>
          <a:solidFill xmlns:a="http://schemas.openxmlformats.org/drawingml/2006/main">
            <a:srgbClr val="00E5FF">
              <a:alpha val="1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9" name="Google Shape;169;p18">
            <a:extLst xmlns:a="http://schemas.openxmlformats.org/drawingml/2006/main">
              <a:ext uri="{FF2B5EF4-FFF2-40B4-BE49-F238E27FC236}">
                <a16:creationId xmlns:a16="http://schemas.microsoft.com/office/drawing/2014/main" id="{DBCB817E-3340-43EB-A640-BA03D36E2D78}"/>
              </a:ext>
            </a:extLst>
          </p:cNvPr>
          <p:cNvSpPr>
            <a:spLocks xmlns:a="http://schemas.openxmlformats.org/drawingml/2006/main" noGrp="1"/>
          </p:cNvSpPr>
          <p:nvPr/>
        </p:nvSpPr>
        <p:spPr>
          <a:xfrm xmlns:a="http://schemas.openxmlformats.org/drawingml/2006/main" rot="0" flipH="0" flipV="0">
            <a:off x="76200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0" name="Google Shape;170;p18">
            <a:extLst xmlns:a="http://schemas.openxmlformats.org/drawingml/2006/main">
              <a:ext uri="{FF2B5EF4-FFF2-40B4-BE49-F238E27FC236}">
                <a16:creationId xmlns:a16="http://schemas.microsoft.com/office/drawing/2014/main" id="{846D5E5D-2DE7-43FC-8463-89F0A1EC1988}"/>
              </a:ext>
            </a:extLst>
          </p:cNvPr>
          <p:cNvSpPr>
            <a:spLocks xmlns:a="http://schemas.openxmlformats.org/drawingml/2006/main" noGrp="1"/>
          </p:cNvSpPr>
          <p:nvPr/>
        </p:nvSpPr>
        <p:spPr>
          <a:xfrm xmlns:a="http://schemas.openxmlformats.org/drawingml/2006/main" rot="0" flipH="0" flipV="0">
            <a:off x="77343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1" name="Google Shape;171;p18">
            <a:extLst xmlns:a="http://schemas.openxmlformats.org/drawingml/2006/main">
              <a:ext uri="{FF2B5EF4-FFF2-40B4-BE49-F238E27FC236}">
                <a16:creationId xmlns:a16="http://schemas.microsoft.com/office/drawing/2014/main" id="{8EC11F0F-9A7B-4F12-9E01-17CAC8D3DF77}"/>
              </a:ext>
            </a:extLst>
          </p:cNvPr>
          <p:cNvSpPr>
            <a:spLocks xmlns:a="http://schemas.openxmlformats.org/drawingml/2006/main" noGrp="1"/>
          </p:cNvSpPr>
          <p:nvPr/>
        </p:nvSpPr>
        <p:spPr>
          <a:xfrm xmlns:a="http://schemas.openxmlformats.org/drawingml/2006/main" rot="0" flipH="0" flipV="0">
            <a:off x="78486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2" name="Google Shape;172;p18">
            <a:extLst xmlns:a="http://schemas.openxmlformats.org/drawingml/2006/main">
              <a:ext uri="{FF2B5EF4-FFF2-40B4-BE49-F238E27FC236}">
                <a16:creationId xmlns:a16="http://schemas.microsoft.com/office/drawing/2014/main" id="{0B6796F8-8912-4B22-8BDF-CBC60F1C980C}"/>
              </a:ext>
            </a:extLst>
          </p:cNvPr>
          <p:cNvSpPr>
            <a:spLocks xmlns:a="http://schemas.openxmlformats.org/drawingml/2006/main" noGrp="1"/>
          </p:cNvSpPr>
          <p:nvPr/>
        </p:nvSpPr>
        <p:spPr>
          <a:xfrm xmlns:a="http://schemas.openxmlformats.org/drawingml/2006/main" rot="0" flipH="0" flipV="0">
            <a:off x="79629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3" name="Google Shape;173;p18">
            <a:extLst xmlns:a="http://schemas.openxmlformats.org/drawingml/2006/main">
              <a:ext uri="{FF2B5EF4-FFF2-40B4-BE49-F238E27FC236}">
                <a16:creationId xmlns:a16="http://schemas.microsoft.com/office/drawing/2014/main" id="{67EC2D93-D578-42DC-9834-1253F3915058}"/>
              </a:ext>
            </a:extLst>
          </p:cNvPr>
          <p:cNvSpPr>
            <a:spLocks xmlns:a="http://schemas.openxmlformats.org/drawingml/2006/main" noGrp="1"/>
          </p:cNvSpPr>
          <p:nvPr/>
        </p:nvSpPr>
        <p:spPr>
          <a:xfrm xmlns:a="http://schemas.openxmlformats.org/drawingml/2006/main" rot="0" flipH="0" flipV="0">
            <a:off x="76200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4" name="Google Shape;174;p18">
            <a:extLst xmlns:a="http://schemas.openxmlformats.org/drawingml/2006/main">
              <a:ext uri="{FF2B5EF4-FFF2-40B4-BE49-F238E27FC236}">
                <a16:creationId xmlns:a16="http://schemas.microsoft.com/office/drawing/2014/main" id="{81DB0D2C-54A9-4654-8D40-879437C4764E}"/>
              </a:ext>
            </a:extLst>
          </p:cNvPr>
          <p:cNvSpPr>
            <a:spLocks xmlns:a="http://schemas.openxmlformats.org/drawingml/2006/main" noGrp="1"/>
          </p:cNvSpPr>
          <p:nvPr/>
        </p:nvSpPr>
        <p:spPr>
          <a:xfrm xmlns:a="http://schemas.openxmlformats.org/drawingml/2006/main" rot="0" flipH="0" flipV="0">
            <a:off x="77343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5" name="Google Shape;175;p18">
            <a:extLst xmlns:a="http://schemas.openxmlformats.org/drawingml/2006/main">
              <a:ext uri="{FF2B5EF4-FFF2-40B4-BE49-F238E27FC236}">
                <a16:creationId xmlns:a16="http://schemas.microsoft.com/office/drawing/2014/main" id="{7FF5E12C-7527-4E16-B174-43D64216977E}"/>
              </a:ext>
            </a:extLst>
          </p:cNvPr>
          <p:cNvSpPr>
            <a:spLocks xmlns:a="http://schemas.openxmlformats.org/drawingml/2006/main" noGrp="1"/>
          </p:cNvSpPr>
          <p:nvPr/>
        </p:nvSpPr>
        <p:spPr>
          <a:xfrm xmlns:a="http://schemas.openxmlformats.org/drawingml/2006/main" rot="0" flipH="0" flipV="0">
            <a:off x="78486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6" name="Google Shape;176;p18">
            <a:extLst xmlns:a="http://schemas.openxmlformats.org/drawingml/2006/main">
              <a:ext uri="{FF2B5EF4-FFF2-40B4-BE49-F238E27FC236}">
                <a16:creationId xmlns:a16="http://schemas.microsoft.com/office/drawing/2014/main" id="{44D038AA-5BD2-453E-9E5A-820DDF77B688}"/>
              </a:ext>
            </a:extLst>
          </p:cNvPr>
          <p:cNvSpPr>
            <a:spLocks xmlns:a="http://schemas.openxmlformats.org/drawingml/2006/main" noGrp="1"/>
          </p:cNvSpPr>
          <p:nvPr/>
        </p:nvSpPr>
        <p:spPr>
          <a:xfrm xmlns:a="http://schemas.openxmlformats.org/drawingml/2006/main" rot="0" flipH="0" flipV="0">
            <a:off x="79629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210" name="Google Shape;177;p18"/>
          <p:cNvPicPr>
            <a:picLocks xmlns:a="http://schemas.openxmlformats.org/drawingml/2006/main" noChangeAspect="1"/>
          </p:cNvPicPr>
          <p:nvPr/>
        </p:nvPicPr>
        <p:blipFill rotWithShape="1">
          <a:blip xmlns:r="http://schemas.openxmlformats.org/officeDocument/2006/relationships" xmlns:a="http://schemas.openxmlformats.org/drawingml/2006/main" r:embed="R176bb20692a24901">
            <a:alphaModFix/>
          </a:blip>
          <a:srcRect xmlns:a="http://schemas.openxmlformats.org/drawingml/2006/main" l="0" t="0" r="0" b="0"/>
          <a:stretch xmlns:a="http://schemas.openxmlformats.org/drawingml/2006/main"/>
        </p:blipFill>
        <p:spPr>
          <a:xfrm xmlns:a="http://schemas.openxmlformats.org/drawingml/2006/main" rot="0" flipH="0" flipV="0">
            <a:off x="7620000" y="4038600"/>
            <a:ext cx="38100" cy="38100"/>
          </a:xfrm>
          <a:prstGeom xmlns:a="http://schemas.openxmlformats.org/drawingml/2006/main" prst="rect">
            <a:avLst/>
          </a:prstGeom>
          <a:ln xmlns:a="http://schemas.openxmlformats.org/drawingml/2006/main">
            <a:noFill/>
          </a:ln>
        </p:spPr>
      </p:pic>
      <p:pic>
        <p:nvPicPr>
          <p:cNvPr id="211" name="Google Shape;178;p18"/>
          <p:cNvPicPr>
            <a:picLocks xmlns:a="http://schemas.openxmlformats.org/drawingml/2006/main" noChangeAspect="1"/>
          </p:cNvPicPr>
          <p:nvPr/>
        </p:nvPicPr>
        <p:blipFill rotWithShape="1">
          <a:blip xmlns:r="http://schemas.openxmlformats.org/officeDocument/2006/relationships" xmlns:a="http://schemas.openxmlformats.org/drawingml/2006/main" r:embed="R176bb20692a24901">
            <a:alphaModFix/>
          </a:blip>
          <a:srcRect xmlns:a="http://schemas.openxmlformats.org/drawingml/2006/main" l="0" t="0" r="0" b="0"/>
          <a:stretch xmlns:a="http://schemas.openxmlformats.org/drawingml/2006/main"/>
        </p:blipFill>
        <p:spPr>
          <a:xfrm xmlns:a="http://schemas.openxmlformats.org/drawingml/2006/main" rot="0" flipH="0" flipV="0">
            <a:off x="7734300" y="4038600"/>
            <a:ext cx="38100" cy="38100"/>
          </a:xfrm>
          <a:prstGeom xmlns:a="http://schemas.openxmlformats.org/drawingml/2006/main" prst="rect">
            <a:avLst/>
          </a:prstGeom>
          <a:ln xmlns:a="http://schemas.openxmlformats.org/drawingml/2006/main">
            <a:noFill/>
          </a:ln>
        </p:spPr>
      </p:pic>
      <p:pic>
        <p:nvPicPr>
          <p:cNvPr id="212" name="Google Shape;179;p18"/>
          <p:cNvPicPr>
            <a:picLocks xmlns:a="http://schemas.openxmlformats.org/drawingml/2006/main" noChangeAspect="1"/>
          </p:cNvPicPr>
          <p:nvPr/>
        </p:nvPicPr>
        <p:blipFill rotWithShape="1">
          <a:blip xmlns:r="http://schemas.openxmlformats.org/officeDocument/2006/relationships" xmlns:a="http://schemas.openxmlformats.org/drawingml/2006/main" r:embed="R176bb20692a24901">
            <a:alphaModFix/>
          </a:blip>
          <a:srcRect xmlns:a="http://schemas.openxmlformats.org/drawingml/2006/main" l="0" t="0" r="0" b="0"/>
          <a:stretch xmlns:a="http://schemas.openxmlformats.org/drawingml/2006/main"/>
        </p:blipFill>
        <p:spPr>
          <a:xfrm xmlns:a="http://schemas.openxmlformats.org/drawingml/2006/main" rot="0" flipH="0" flipV="0">
            <a:off x="7848600" y="4038600"/>
            <a:ext cx="38100" cy="38100"/>
          </a:xfrm>
          <a:prstGeom xmlns:a="http://schemas.openxmlformats.org/drawingml/2006/main" prst="rect">
            <a:avLst/>
          </a:prstGeom>
          <a:ln xmlns:a="http://schemas.openxmlformats.org/drawingml/2006/main">
            <a:noFill/>
          </a:ln>
        </p:spPr>
      </p:pic>
      <p:pic>
        <p:nvPicPr>
          <p:cNvPr id="213" name="Google Shape;180;p18"/>
          <p:cNvPicPr>
            <a:picLocks xmlns:a="http://schemas.openxmlformats.org/drawingml/2006/main" noChangeAspect="1"/>
          </p:cNvPicPr>
          <p:nvPr/>
        </p:nvPicPr>
        <p:blipFill rotWithShape="1">
          <a:blip xmlns:r="http://schemas.openxmlformats.org/officeDocument/2006/relationships" xmlns:a="http://schemas.openxmlformats.org/drawingml/2006/main" r:embed="R176bb20692a24901">
            <a:alphaModFix/>
          </a:blip>
          <a:srcRect xmlns:a="http://schemas.openxmlformats.org/drawingml/2006/main" l="0" t="0" r="0" b="0"/>
          <a:stretch xmlns:a="http://schemas.openxmlformats.org/drawingml/2006/main"/>
        </p:blipFill>
        <p:spPr>
          <a:xfrm xmlns:a="http://schemas.openxmlformats.org/drawingml/2006/main" rot="0" flipH="0" flipV="0">
            <a:off x="7962900" y="4038600"/>
            <a:ext cx="38100" cy="38100"/>
          </a:xfrm>
          <a:prstGeom xmlns:a="http://schemas.openxmlformats.org/drawingml/2006/main" prst="rect">
            <a:avLst/>
          </a:prstGeom>
          <a:ln xmlns:a="http://schemas.openxmlformats.org/drawingml/2006/main">
            <a:noFill/>
          </a:ln>
        </p:spPr>
      </p:pic>
      <p:pic>
        <p:nvPicPr>
          <p:cNvPr id="214" name="Google Shape;181;p18"/>
          <p:cNvPicPr>
            <a:picLocks xmlns:a="http://schemas.openxmlformats.org/drawingml/2006/main" noChangeAspect="1"/>
          </p:cNvPicPr>
          <p:nvPr/>
        </p:nvPicPr>
        <p:blipFill rotWithShape="1">
          <a:blip xmlns:r="http://schemas.openxmlformats.org/officeDocument/2006/relationships" xmlns:a="http://schemas.openxmlformats.org/drawingml/2006/main" r:embed="R176bb20692a24901">
            <a:alphaModFix/>
          </a:blip>
          <a:srcRect xmlns:a="http://schemas.openxmlformats.org/drawingml/2006/main" l="0" t="0" r="0" b="0"/>
          <a:stretch xmlns:a="http://schemas.openxmlformats.org/drawingml/2006/main"/>
        </p:blipFill>
        <p:spPr>
          <a:xfrm xmlns:a="http://schemas.openxmlformats.org/drawingml/2006/main" rot="0" flipH="0" flipV="0">
            <a:off x="7620000" y="4152900"/>
            <a:ext cx="38100" cy="38100"/>
          </a:xfrm>
          <a:prstGeom xmlns:a="http://schemas.openxmlformats.org/drawingml/2006/main" prst="rect">
            <a:avLst/>
          </a:prstGeom>
          <a:ln xmlns:a="http://schemas.openxmlformats.org/drawingml/2006/main">
            <a:noFill/>
          </a:ln>
        </p:spPr>
      </p:pic>
      <p:pic>
        <p:nvPicPr>
          <p:cNvPr id="215" name="Google Shape;182;p18"/>
          <p:cNvPicPr>
            <a:picLocks xmlns:a="http://schemas.openxmlformats.org/drawingml/2006/main" noChangeAspect="1"/>
          </p:cNvPicPr>
          <p:nvPr/>
        </p:nvPicPr>
        <p:blipFill rotWithShape="1">
          <a:blip xmlns:r="http://schemas.openxmlformats.org/officeDocument/2006/relationships" xmlns:a="http://schemas.openxmlformats.org/drawingml/2006/main" r:embed="R176bb20692a24901">
            <a:alphaModFix/>
          </a:blip>
          <a:srcRect xmlns:a="http://schemas.openxmlformats.org/drawingml/2006/main" l="0" t="0" r="0" b="0"/>
          <a:stretch xmlns:a="http://schemas.openxmlformats.org/drawingml/2006/main"/>
        </p:blipFill>
        <p:spPr>
          <a:xfrm xmlns:a="http://schemas.openxmlformats.org/drawingml/2006/main" rot="0" flipH="0" flipV="0">
            <a:off x="7734300" y="4152900"/>
            <a:ext cx="38100" cy="38100"/>
          </a:xfrm>
          <a:prstGeom xmlns:a="http://schemas.openxmlformats.org/drawingml/2006/main" prst="rect">
            <a:avLst/>
          </a:prstGeom>
          <a:ln xmlns:a="http://schemas.openxmlformats.org/drawingml/2006/main">
            <a:noFill/>
          </a:ln>
        </p:spPr>
      </p:pic>
      <p:pic>
        <p:nvPicPr>
          <p:cNvPr id="216" name="Google Shape;183;p18"/>
          <p:cNvPicPr>
            <a:picLocks xmlns:a="http://schemas.openxmlformats.org/drawingml/2006/main" noChangeAspect="1"/>
          </p:cNvPicPr>
          <p:nvPr/>
        </p:nvPicPr>
        <p:blipFill rotWithShape="1">
          <a:blip xmlns:r="http://schemas.openxmlformats.org/officeDocument/2006/relationships" xmlns:a="http://schemas.openxmlformats.org/drawingml/2006/main" r:embed="R176bb20692a24901">
            <a:alphaModFix/>
          </a:blip>
          <a:srcRect xmlns:a="http://schemas.openxmlformats.org/drawingml/2006/main" l="0" t="0" r="0" b="0"/>
          <a:stretch xmlns:a="http://schemas.openxmlformats.org/drawingml/2006/main"/>
        </p:blipFill>
        <p:spPr>
          <a:xfrm xmlns:a="http://schemas.openxmlformats.org/drawingml/2006/main" rot="0" flipH="0" flipV="0">
            <a:off x="7848600" y="4152900"/>
            <a:ext cx="38100" cy="38100"/>
          </a:xfrm>
          <a:prstGeom xmlns:a="http://schemas.openxmlformats.org/drawingml/2006/main" prst="rect">
            <a:avLst/>
          </a:prstGeom>
          <a:ln xmlns:a="http://schemas.openxmlformats.org/drawingml/2006/main">
            <a:noFill/>
          </a:ln>
        </p:spPr>
      </p:pic>
      <p:pic>
        <p:nvPicPr>
          <p:cNvPr id="217" name="Google Shape;184;p18"/>
          <p:cNvPicPr>
            <a:picLocks xmlns:a="http://schemas.openxmlformats.org/drawingml/2006/main" noChangeAspect="1"/>
          </p:cNvPicPr>
          <p:nvPr/>
        </p:nvPicPr>
        <p:blipFill rotWithShape="1">
          <a:blip xmlns:r="http://schemas.openxmlformats.org/officeDocument/2006/relationships" xmlns:a="http://schemas.openxmlformats.org/drawingml/2006/main" r:embed="R176bb20692a24901">
            <a:alphaModFix/>
          </a:blip>
          <a:srcRect xmlns:a="http://schemas.openxmlformats.org/drawingml/2006/main" l="0" t="0" r="0" b="0"/>
          <a:stretch xmlns:a="http://schemas.openxmlformats.org/drawingml/2006/main"/>
        </p:blipFill>
        <p:spPr>
          <a:xfrm xmlns:a="http://schemas.openxmlformats.org/drawingml/2006/main" rot="0" flipH="0" flipV="0">
            <a:off x="7962900" y="4152900"/>
            <a:ext cx="38100" cy="38100"/>
          </a:xfrm>
          <a:prstGeom xmlns:a="http://schemas.openxmlformats.org/drawingml/2006/main" prst="rect">
            <a:avLst/>
          </a:prstGeom>
          <a:ln xmlns:a="http://schemas.openxmlformats.org/drawingml/2006/main">
            <a:noFill/>
          </a:ln>
        </p:spPr>
      </p:pic>
      <p:sp>
        <p:nvSpPr>
          <p:cNvPr id="186" name="Google Shape;186;p18">
            <a:extLst xmlns:a="http://schemas.openxmlformats.org/drawingml/2006/main">
              <a:ext uri="{FF2B5EF4-FFF2-40B4-BE49-F238E27FC236}">
                <a16:creationId xmlns:a16="http://schemas.microsoft.com/office/drawing/2014/main" id="{17AA0CF5-EF20-44C8-A567-10D0EE52A5DA}"/>
              </a:ext>
            </a:extLst>
          </p:cNvPr>
          <p:cNvSpPr>
            <a:spLocks xmlns:a="http://schemas.openxmlformats.org/drawingml/2006/main" noGrp="1"/>
          </p:cNvSpPr>
          <p:nvPr/>
        </p:nvSpPr>
        <p:spPr>
          <a:xfrm xmlns:a="http://schemas.openxmlformats.org/drawingml/2006/main" rot="0" flipH="0" flipV="0">
            <a:off x="8534400" y="304800"/>
            <a:ext cx="152400" cy="152400"/>
          </a:xfrm>
          <a:prstGeom xmlns:a="http://schemas.openxmlformats.org/drawingml/2006/main" prst="rect">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7" name="Google Shape;187;p18">
            <a:extLst xmlns:a="http://schemas.openxmlformats.org/drawingml/2006/main">
              <a:ext uri="{FF2B5EF4-FFF2-40B4-BE49-F238E27FC236}">
                <a16:creationId xmlns:a16="http://schemas.microsoft.com/office/drawing/2014/main" id="{D505B9D4-D241-4154-8C0B-A07A73AC634C}"/>
              </a:ext>
            </a:extLst>
          </p:cNvPr>
          <p:cNvSpPr>
            <a:spLocks xmlns:a="http://schemas.openxmlformats.org/drawingml/2006/main" noGrp="1"/>
          </p:cNvSpPr>
          <p:nvPr/>
        </p:nvSpPr>
        <p:spPr>
          <a:xfrm xmlns:a="http://schemas.openxmlformats.org/drawingml/2006/main" rot="0" flipH="0" flipV="0">
            <a:off x="8648700" y="4191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8" name="Google Shape;188;p18">
            <a:extLst xmlns:a="http://schemas.openxmlformats.org/drawingml/2006/main">
              <a:ext uri="{FF2B5EF4-FFF2-40B4-BE49-F238E27FC236}">
                <a16:creationId xmlns:a16="http://schemas.microsoft.com/office/drawing/2014/main" id="{1AA2AA82-67D5-4A9C-AAF1-D86E9A8C367B}"/>
              </a:ext>
            </a:extLst>
          </p:cNvPr>
          <p:cNvSpPr>
            <a:spLocks xmlns:a="http://schemas.openxmlformats.org/drawingml/2006/main" noGrp="1"/>
          </p:cNvSpPr>
          <p:nvPr/>
        </p:nvSpPr>
        <p:spPr>
          <a:xfrm xmlns:a="http://schemas.openxmlformats.org/drawingml/2006/main" rot="0" flipH="0" flipV="0">
            <a:off x="8763000" y="304800"/>
            <a:ext cx="152400" cy="1524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9" name="Google Shape;189;p18">
            <a:extLst xmlns:a="http://schemas.openxmlformats.org/drawingml/2006/main">
              <a:ext uri="{FF2B5EF4-FFF2-40B4-BE49-F238E27FC236}">
                <a16:creationId xmlns:a16="http://schemas.microsoft.com/office/drawing/2014/main" id="{35E75DEF-0A60-4D1C-83EB-DDD861167DA2}"/>
              </a:ext>
            </a:extLst>
          </p:cNvPr>
          <p:cNvSpPr>
            <a:spLocks xmlns:a="http://schemas.openxmlformats.org/drawingml/2006/main" noGrp="1"/>
          </p:cNvSpPr>
          <p:nvPr/>
        </p:nvSpPr>
        <p:spPr>
          <a:xfrm xmlns:a="http://schemas.openxmlformats.org/drawingml/2006/main">
            <a:off x="762000" y="1143000"/>
            <a:ext cx="7620000" cy="2857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ctr">
              <a:spcBef>
                <a:spcPts val="0"/>
              </a:spcBef>
              <a:spcAft>
                <a:spcPts val="0"/>
              </a:spcAft>
              <a:buNone/>
            </a:pPr>
            <a:r>
              <a:rPr sz="1500" b="0">
                <a:solidFill>
                  <a:srgbClr val="00E5FF"/>
                </a:solidFill>
                <a:latin typeface="Montserrat ExtraBold"/>
                <a:ea typeface="Montserrat ExtraBold"/>
                <a:cs typeface="Montserrat ExtraBold"/>
              </a:rPr>
              <a:t>Falco libs</a:t>
            </a:r>
            <a:endParaRPr sz="1500" b="0">
              <a:solidFill>
                <a:srgbClr val="00E5FF"/>
              </a:solidFill>
              <a:latin typeface="Montserrat ExtraBold"/>
              <a:ea typeface="Montserrat ExtraBold"/>
              <a:cs typeface="Montserrat ExtraBold"/>
            </a:endParaRPr>
          </a:p>
          <a:p xmlns:a="http://schemas.openxmlformats.org/drawingml/2006/main">
            <a:pPr marL="0" lvl="0" indent="0" algn="ctr">
              <a:spcBef>
                <a:spcPts val="1800"/>
              </a:spcBef>
              <a:spcAft>
                <a:spcPts val="0"/>
              </a:spcAft>
              <a:buNone/>
            </a:pPr>
            <a:r>
              <a:rPr sz="3600">
                <a:solidFill>
                  <a:srgbClr val="FFFFFF"/>
                </a:solidFill>
                <a:latin typeface="Montserrat Black"/>
                <a:ea typeface="Montserrat Black"/>
                <a:cs typeface="Montserrat Black"/>
              </a:rPr>
              <a:t>Building a syscall
monitoring agent with
libscap and libsinsp</a:t>
            </a:r>
            <a:endParaRPr sz="3600" b="0">
              <a:solidFill>
                <a:srgbClr val="FFFFFF"/>
              </a:solidFill>
              <a:latin typeface="Montserrat Black"/>
              <a:ea typeface="Montserrat Black"/>
              <a:cs typeface="Montserrat Black"/>
            </a:endParaRPr>
          </a:p>
        </p:txBody>
      </p:sp>
    </p:spTree>
    <p:extLst>
      <p:ext uri="{BB962C8B-B14F-4D97-AF65-F5344CB8AC3E}">
        <p14:creationId xmlns:p14="http://schemas.microsoft.com/office/powerpoint/2010/main" val="183891831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A collector, one step at a time</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Follow along or watch the presenter.</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Set up Ubuntu first. Then add one small piece and run it again.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libscap captures syscalls. libsinsp provides event and process context.</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The workshop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Step 1: Create source</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Step 2: Write JSONL events</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Step 3: Add name and PID</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1a3a015c918441d4">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1a3a015c918441d4">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1a3a015c918441d4">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1a3a015c918441d4">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Mac setup</a:t>
            </a: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457200" y="1200150"/>
            <a:ext cx="8229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Following along? Open Terminal.</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04800" y="1657350"/>
            <a:ext cx="8534400" cy="30099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495300" y="180975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666750" y="180975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838200" y="180975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1123950" y="1762125"/>
            <a:ext cx="666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Mac: clone, then run setup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95300" y="2019300"/>
            <a:ext cx="8153400" cy="9525"/>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495300" y="2152650"/>
            <a:ext cx="8153400" cy="240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git clone https://github.com/julianshalaby-perj/falco-libs-workshop.git</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cd falco-libs-workshop</a:t>
            </a:r>
          </a:p>
          <a:p xmlns:a="http://schemas.openxmlformats.org/drawingml/2006/main">
            <a:pPr marL="0" indent="0">
              <a:spcBef>
                <a:spcPts val="0"/>
              </a:spcBef>
              <a:spcAft>
                <a:spcPts val="0"/>
              </a:spcAft>
              <a:buNone/>
            </a:pPr>
            <a:r>
              <a:rPr sz="15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scripts/mac/setup.sh</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3"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c778226c81b54cd4">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4"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c778226c81b54cd4">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5"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c778226c81b54cd4">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6"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c778226c81b54cd4">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Windows setup</a:t>
            </a: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457200" y="1200150"/>
            <a:ext cx="8229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Following along? Open PowerShell.</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04800" y="1657350"/>
            <a:ext cx="8534400" cy="30099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495300" y="180975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666750" y="180975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838200" y="180975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1123950" y="1762125"/>
            <a:ext cx="666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Windows: clone, then run setup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95300" y="2019300"/>
            <a:ext cx="8153400" cy="9525"/>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495300" y="2152650"/>
            <a:ext cx="8153400" cy="240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git clone https://github.com/julianshalaby-perj/falco-libs-workshop.git</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cd falco-libs-workshop</a:t>
            </a:r>
          </a:p>
          <a:p xmlns:a="http://schemas.openxmlformats.org/drawingml/2006/main">
            <a:pPr marL="0" indent="0">
              <a:spcBef>
                <a:spcPts val="0"/>
              </a:spcBef>
              <a:spcAft>
                <a:spcPts val="0"/>
              </a:spcAft>
              <a:buNone/>
            </a:pPr>
            <a:r>
              <a:rPr sz="15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scripts/windows/setup.ps1</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3"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4fb6647da8e84e31">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4"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4fb6647da8e84e31">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5"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4fb6647da8e84e31">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6"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4fb6647da8e84e31">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One terminal</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Stay in your Mac terminal or Windows PowerShell.</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Apply a step, then run.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scripts handle Ubuntu and generate example activity automatically.</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Every run</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Rebuild the current source</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Run for ten seconds</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Show status and stop the agent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Save logs/&lt;run-id&gt;.log</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and logs/&lt;run-id&gt;.jsonl</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a121ccf1f9c74981">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a121ccf1f9c74981">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a121ccf1f9c74981">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a121ccf1f9c74981">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Mac steps</a:t>
            </a: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457200" y="1200150"/>
            <a:ext cx="8229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One terminal: apply a step, then run.</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04800" y="1657350"/>
            <a:ext cx="8534400" cy="30099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495300" y="180975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666750" y="180975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838200" y="180975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1123950" y="1762125"/>
            <a:ext cx="666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Mac: Terminal in the repo folder</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95300" y="2019300"/>
            <a:ext cx="8153400" cy="9525"/>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495300" y="2152650"/>
            <a:ext cx="8153400" cy="240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scripts/mac/step-1.sh</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scripts/mac/run.sh</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scripts/mac/step-2.sh</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scripts/mac/run.sh</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scripts/mac/step-3.sh</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scripts/mac/run.sh</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3"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a53d69afc62642db">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4"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a53d69afc62642db">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5"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a53d69afc62642db">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6"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a53d69afc62642db">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Windows steps</a:t>
            </a: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457200" y="1200150"/>
            <a:ext cx="8229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One terminal: apply a step, then run.</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04800" y="1657350"/>
            <a:ext cx="8534400" cy="30099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495300" y="180975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666750" y="180975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838200" y="180975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1123950" y="1762125"/>
            <a:ext cx="666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Windows: PowerShell in the repo folder</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95300" y="2019300"/>
            <a:ext cx="8153400" cy="9525"/>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495300" y="2152650"/>
            <a:ext cx="8153400" cy="240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scripts/windows/step-1.ps1</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scripts/windows/run.ps1</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scripts/windows/step-2.ps1</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scripts/windows/run.ps1</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scripts/windows/step-3.ps1</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scripts/windows/run.ps1</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3"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c5ba3053f6314db1">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4"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c5ba3053f6314db1">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5"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c5ba3053f6314db1">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6"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c5ba3053f6314db1">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1: Create the collector</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step 1, then run.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Step 1 creates src/main.cpp and src/CMakeLists.txt locally. The run script builds them in Ubuntu.</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It attaches for ten seconds, then stops. It does not read events yet.</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The two new files (excerpts)</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src/CMakeLists.txt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add_executable(workshop-agent main.cpp)</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target_link_libraries(workshop-agent sinsp)</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src/main.cpp, inside main()</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sinsp inspector;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inspector.open_modern_bpf();</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inspector.start_capture();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std::cerr &lt;&lt; "Attached." &lt;&lt; std::endl;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std::this_thread::sleep_for(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std::chrono::seconds(10));</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inspector.stop_capture();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inspector.close();</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9101883c3dff4cd5">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9101883c3dff4cd5">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9101883c3dff4cd5">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9101883c3dff4cd5">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2: Read events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step 2, then run.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Step 2 adds the read loop and writes JSONL records. Run captures for ten seconds.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next() returns an event or a status.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Step 2: generated main.cpp (first half)</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Json::StreamWriterBuilder json;</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json["indentation"] =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std::uint64_t received = 0;</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const auto until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std::chrono::steady_clock::now()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std::chrono::seconds(10);</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while(std::chrono::steady_clock::now()</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&lt; until)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sinsp_evt* event = nullptr;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const auto result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inspector.next(&amp;event);</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8b9a851c2c864597">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8b9a851c2c864597">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8b9a851c2c864597">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8b9a851c2c864597">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2: Write JSONL events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Write one JSON object per event.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Each record starts with the event name and timestamp.</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Status messages go to the .log file. Event records go to .jsonl.</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Step 2: generated main.cpp (continued)</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After a successful next() call:</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Json::Value record;</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record["event"] = event-&gt;get_name();</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record["timestamp_ns"]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Json::UInt64(event-&gt;get_ts());</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std::cout &lt;&lt; Json::writeString(json, record)</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&lt;&lt; '\n';</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2163356993584ba4">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2163356993584ba4">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2163356993584ba4">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2163356993584ba4">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3: Add process context</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step 3, then run.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script adds PID and process name to each JSON record.</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Records still appear when process context is unavailable.</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Step 3: context added to main.cpp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Add fields before writing the record.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const auto* process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event-&gt;get_thread_info();</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if(process != nullptr)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record["pid"]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Json::Int64(process-&gt;m_pid);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record["name"] = process-&gt;m_comm;</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std::cout &lt;&lt; Json::writeString(json, record)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&lt;&lt; '\n';</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657b5b9231b84ae1">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657b5b9231b84ae1">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657b5b9231b84ae1">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657b5b9231b84ae1">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The finished collector</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Attach. Capture. Add context.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Each run keeps a status log and a syscall JSONL file.</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It stops after ten seconds.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Step 3 writes the complete collector.</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Output excerpts; JSON timestamps omitted</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logs/&lt;run-id&gt;.log</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Attached to the Ubuntu kernel.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Read 582 events into user space.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Capture stopped.</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logs/&lt;run-id&gt;.jsonl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{"event":"openat","pid":1234,"name":"id"}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{"event":"read","pid":1234,"name":"id"}</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cf71b97f2dbb4bd8">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cf71b97f2dbb4bd8">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cf71b97f2dbb4bd8">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cf71b97f2dbb4bd8">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After the workshop</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collector monitors the Ubuntu VM.</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libscap handles capture. libsinsp adds context.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Stop the VM when you are done.</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Host terminal</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multipass stop falco-lab</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Next time, use your run script.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It starts the VM automatically.</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cb7022011ba54e17">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cb7022011ba54e17">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cb7022011ba54e17">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cb7022011ba54e17">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2026-10-01T23:36:22.3860000Z</dcterms:created>
  <dcterms:modified xsi:type="dcterms:W3CDTF">2026-10-01T23:36:22.3860000Z</dcterms:modified>
</coreProperties>
</file>