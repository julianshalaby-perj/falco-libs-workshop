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1215cffae424e81" /><Relationship Type="http://schemas.openxmlformats.org/officeDocument/2006/relationships/extended-properties" Target="/docProps/app.xml" Id="R41b695c6ebad4c42" /><Relationship Type="http://schemas.openxmlformats.org/officeDocument/2006/relationships/officeDocument" Target="/ppt/presentation.xml" Id="Rf7b0d3f72b664912"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3ffab56b91e34795"/>
    <p:sldMasterId xmlns:r="http://schemas.openxmlformats.org/officeDocument/2006/relationships" id="2147483661" r:id="R6adbee609ad04b35"/>
  </p:sldMasterIdLst>
  <p:notesMasterIdLst>
    <p:notesMasterId xmlns:r="http://schemas.openxmlformats.org/officeDocument/2006/relationships" r:id="R9c7131dd8ec84a93"/>
  </p:notesMasterIdLst>
  <p:sldIdLst>
    <p:sldId xmlns:r="http://schemas.openxmlformats.org/officeDocument/2006/relationships" id="256" r:id="R8128cdd8eba94dcd"/>
    <p:sldId xmlns:r="http://schemas.openxmlformats.org/officeDocument/2006/relationships" id="257" r:id="R57f25c63a8474d17"/>
    <p:sldId xmlns:r="http://schemas.openxmlformats.org/officeDocument/2006/relationships" id="258" r:id="R5bc5a39e447d4158"/>
    <p:sldId xmlns:r="http://schemas.openxmlformats.org/officeDocument/2006/relationships" id="259" r:id="R08695ae390b54ef9"/>
    <p:sldId xmlns:r="http://schemas.openxmlformats.org/officeDocument/2006/relationships" id="260" r:id="Rc805662d7f05470a"/>
    <p:sldId xmlns:r="http://schemas.openxmlformats.org/officeDocument/2006/relationships" id="261" r:id="Rc76442566bd14975"/>
    <p:sldId xmlns:r="http://schemas.openxmlformats.org/officeDocument/2006/relationships" id="262" r:id="R4acbbceafa9b4415"/>
    <p:sldId xmlns:r="http://schemas.openxmlformats.org/officeDocument/2006/relationships" id="263" r:id="R604b11208d28493f"/>
    <p:sldId xmlns:r="http://schemas.openxmlformats.org/officeDocument/2006/relationships" id="264" r:id="Ra17678f7bf04449a"/>
    <p:sldId xmlns:r="http://schemas.openxmlformats.org/officeDocument/2006/relationships" id="265" r:id="R8391584addf74832"/>
    <p:sldId xmlns:r="http://schemas.openxmlformats.org/officeDocument/2006/relationships" id="266" r:id="R053fa73f40104787"/>
    <p:sldId xmlns:r="http://schemas.openxmlformats.org/officeDocument/2006/relationships" id="267" r:id="Re7bb11619bf34ecf"/>
  </p:sldIdLst>
  <p:sldSz cx="9144000" cy="5143500"/>
  <p:notesSz cx="6858000" cy="9144000"/>
  <p:embeddedFontLst>
    <p:embeddedFont>
      <p:font typeface="Roboto Mono Medium"/>
      <p:regular xmlns:r="http://schemas.openxmlformats.org/officeDocument/2006/relationships" r:id="Rb2ca6fde6ca0435a"/>
      <p:bold xmlns:r="http://schemas.openxmlformats.org/officeDocument/2006/relationships" r:id="R43172c88ee4b4bb4"/>
      <p:italic xmlns:r="http://schemas.openxmlformats.org/officeDocument/2006/relationships" r:id="R1b68e9ce85bc4850"/>
      <p:boldItalic xmlns:r="http://schemas.openxmlformats.org/officeDocument/2006/relationships" r:id="Re0b3b1bba54a4a1f"/>
    </p:embeddedFont>
    <p:embeddedFont>
      <p:font typeface="Inter SemiBold"/>
      <p:regular xmlns:r="http://schemas.openxmlformats.org/officeDocument/2006/relationships" r:id="Rcbb2b54a24794222"/>
      <p:bold xmlns:r="http://schemas.openxmlformats.org/officeDocument/2006/relationships" r:id="Rf98b3ae310bc479f"/>
      <p:italic xmlns:r="http://schemas.openxmlformats.org/officeDocument/2006/relationships" r:id="Rd91055dfffd549ff"/>
      <p:boldItalic xmlns:r="http://schemas.openxmlformats.org/officeDocument/2006/relationships" r:id="Recc346ee37874a2e"/>
    </p:embeddedFont>
    <p:embeddedFont>
      <p:font typeface="Montserrat Black"/>
      <p:bold xmlns:r="http://schemas.openxmlformats.org/officeDocument/2006/relationships" r:id="R10af1b3fe6f14e14"/>
      <p:boldItalic xmlns:r="http://schemas.openxmlformats.org/officeDocument/2006/relationships" r:id="Rd21d38204fa842bb"/>
    </p:embeddedFont>
    <p:embeddedFont>
      <p:font typeface="Montserrat"/>
      <p:bold xmlns:r="http://schemas.openxmlformats.org/officeDocument/2006/relationships" r:id="R276930f823de4c56"/>
      <p:boldItalic xmlns:r="http://schemas.openxmlformats.org/officeDocument/2006/relationships" r:id="R56da61f797ed4cfe"/>
    </p:embeddedFont>
    <p:embeddedFont>
      <p:font typeface="Inter"/>
      <p:regular xmlns:r="http://schemas.openxmlformats.org/officeDocument/2006/relationships" r:id="R70757fec6cf74db9"/>
      <p:bold xmlns:r="http://schemas.openxmlformats.org/officeDocument/2006/relationships" r:id="R76d85249abad4c5f"/>
      <p:italic xmlns:r="http://schemas.openxmlformats.org/officeDocument/2006/relationships" r:id="R788d3aeb6c3a49f1"/>
      <p:boldItalic xmlns:r="http://schemas.openxmlformats.org/officeDocument/2006/relationships" r:id="Rafec1b9258ac47b2"/>
    </p:embeddedFont>
    <p:embeddedFont>
      <p:font typeface="Montserrat ExtraBold"/>
      <p:bold xmlns:r="http://schemas.openxmlformats.org/officeDocument/2006/relationships" r:id="R928f060101e34e0d"/>
      <p:boldItalic xmlns:r="http://schemas.openxmlformats.org/officeDocument/2006/relationships" r:id="Rf6dc642a278d42c1"/>
    </p:embeddedFont>
    <p:embeddedFont>
      <p:font typeface="Roboto Mono"/>
      <p:bold xmlns:r="http://schemas.openxmlformats.org/officeDocument/2006/relationships" r:id="R151c6ecae18f4f1f"/>
      <p:boldItalic xmlns:r="http://schemas.openxmlformats.org/officeDocument/2006/relationships" r:id="Rb918963d914b4682"/>
    </p:embeddedFont>
    <p:embeddedFont>
      <p:font typeface="Inter Medium"/>
      <p:regular xmlns:r="http://schemas.openxmlformats.org/officeDocument/2006/relationships" r:id="R1b129bb65158465d"/>
      <p:bold xmlns:r="http://schemas.openxmlformats.org/officeDocument/2006/relationships" r:id="Rde6706d600f548b8"/>
      <p:italic xmlns:r="http://schemas.openxmlformats.org/officeDocument/2006/relationships" r:id="R73b9646f4542432e"/>
      <p:boldItalic xmlns:r="http://schemas.openxmlformats.org/officeDocument/2006/relationships" r:id="R5d1b88b040304664"/>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bc17690fbc734411" /><Relationship Type="http://schemas.openxmlformats.org/officeDocument/2006/relationships/slideMaster" Target="/ppt/slideMasters/slideMaster1.xml" Id="R3ffab56b91e34795" /><Relationship Type="http://schemas.openxmlformats.org/officeDocument/2006/relationships/slideMaster" Target="/ppt/slideMasters/slideMaster2.xml" Id="R6adbee609ad04b35" /><Relationship Type="http://schemas.openxmlformats.org/officeDocument/2006/relationships/notesMaster" Target="/ppt/notesMasters/notesMaster1.xml" Id="R9c7131dd8ec84a93" /><Relationship Type="http://schemas.openxmlformats.org/officeDocument/2006/relationships/presProps" Target="/ppt/presProps.xml" Id="R6ae4fd52dcdb4fe1" /><Relationship Type="http://schemas.openxmlformats.org/officeDocument/2006/relationships/viewProps" Target="/ppt/viewProps.xml" Id="R0537633d18f84442" /><Relationship Type="http://schemas.openxmlformats.org/officeDocument/2006/relationships/tableStyles" Target="/ppt/tableStyles.xml" Id="R8f82e686ee554370" /><Relationship Type="http://schemas.openxmlformats.org/officeDocument/2006/relationships/font" Target="/ppt/fonts/font.dat" Id="Rb2ca6fde6ca0435a" /><Relationship Type="http://schemas.openxmlformats.org/officeDocument/2006/relationships/font" Target="/ppt/fonts/font2.dat" Id="R43172c88ee4b4bb4" /><Relationship Type="http://schemas.openxmlformats.org/officeDocument/2006/relationships/font" Target="/ppt/fonts/font3.dat" Id="R1b68e9ce85bc4850" /><Relationship Type="http://schemas.openxmlformats.org/officeDocument/2006/relationships/font" Target="/ppt/fonts/font4.dat" Id="Re0b3b1bba54a4a1f" /><Relationship Type="http://schemas.openxmlformats.org/officeDocument/2006/relationships/font" Target="/ppt/fonts/font5.dat" Id="Rcbb2b54a24794222" /><Relationship Type="http://schemas.openxmlformats.org/officeDocument/2006/relationships/font" Target="/ppt/fonts/font6.dat" Id="Rf98b3ae310bc479f" /><Relationship Type="http://schemas.openxmlformats.org/officeDocument/2006/relationships/font" Target="/ppt/fonts/font7.dat" Id="Rd91055dfffd549ff" /><Relationship Type="http://schemas.openxmlformats.org/officeDocument/2006/relationships/font" Target="/ppt/fonts/font8.dat" Id="Recc346ee37874a2e" /><Relationship Type="http://schemas.openxmlformats.org/officeDocument/2006/relationships/font" Target="/ppt/fonts/font9.dat" Id="R10af1b3fe6f14e14" /><Relationship Type="http://schemas.openxmlformats.org/officeDocument/2006/relationships/font" Target="/ppt/fonts/font10.dat" Id="Rd21d38204fa842bb" /><Relationship Type="http://schemas.openxmlformats.org/officeDocument/2006/relationships/font" Target="/ppt/fonts/font11.dat" Id="R276930f823de4c56" /><Relationship Type="http://schemas.openxmlformats.org/officeDocument/2006/relationships/font" Target="/ppt/fonts/font12.dat" Id="R56da61f797ed4cfe" /><Relationship Type="http://schemas.openxmlformats.org/officeDocument/2006/relationships/font" Target="/ppt/fonts/font13.dat" Id="R70757fec6cf74db9" /><Relationship Type="http://schemas.openxmlformats.org/officeDocument/2006/relationships/font" Target="/ppt/fonts/font14.dat" Id="R76d85249abad4c5f" /><Relationship Type="http://schemas.openxmlformats.org/officeDocument/2006/relationships/font" Target="/ppt/fonts/font15.dat" Id="R788d3aeb6c3a49f1" /><Relationship Type="http://schemas.openxmlformats.org/officeDocument/2006/relationships/font" Target="/ppt/fonts/font16.dat" Id="Rafec1b9258ac47b2" /><Relationship Type="http://schemas.openxmlformats.org/officeDocument/2006/relationships/font" Target="/ppt/fonts/font17.dat" Id="R928f060101e34e0d" /><Relationship Type="http://schemas.openxmlformats.org/officeDocument/2006/relationships/font" Target="/ppt/fonts/font18.dat" Id="Rf6dc642a278d42c1" /><Relationship Type="http://schemas.openxmlformats.org/officeDocument/2006/relationships/font" Target="/ppt/fonts/font19.dat" Id="R151c6ecae18f4f1f" /><Relationship Type="http://schemas.openxmlformats.org/officeDocument/2006/relationships/font" Target="/ppt/fonts/font20.dat" Id="Rb918963d914b4682" /><Relationship Type="http://schemas.openxmlformats.org/officeDocument/2006/relationships/font" Target="/ppt/fonts/font21.dat" Id="R1b129bb65158465d" /><Relationship Type="http://schemas.openxmlformats.org/officeDocument/2006/relationships/font" Target="/ppt/fonts/font22.dat" Id="Rde6706d600f548b8" /><Relationship Type="http://schemas.openxmlformats.org/officeDocument/2006/relationships/font" Target="/ppt/fonts/font23.dat" Id="R73b9646f4542432e" /><Relationship Type="http://schemas.openxmlformats.org/officeDocument/2006/relationships/font" Target="/ppt/fonts/font24.dat" Id="R5d1b88b040304664" /><Relationship Type="http://schemas.openxmlformats.org/officeDocument/2006/relationships/slide" Target="/ppt/slides/slide1.xml" Id="R8128cdd8eba94dcd" /><Relationship Type="http://schemas.openxmlformats.org/officeDocument/2006/relationships/slide" Target="/ppt/slides/slide2.xml" Id="R57f25c63a8474d17" /><Relationship Type="http://schemas.openxmlformats.org/officeDocument/2006/relationships/slide" Target="/ppt/slides/slide3.xml" Id="R5bc5a39e447d4158" /><Relationship Type="http://schemas.openxmlformats.org/officeDocument/2006/relationships/slide" Target="/ppt/slides/slide4.xml" Id="R08695ae390b54ef9" /><Relationship Type="http://schemas.openxmlformats.org/officeDocument/2006/relationships/slide" Target="/ppt/slides/slide5.xml" Id="Rc805662d7f05470a" /><Relationship Type="http://schemas.openxmlformats.org/officeDocument/2006/relationships/slide" Target="/ppt/slides/slide6.xml" Id="Rc76442566bd14975" /><Relationship Type="http://schemas.openxmlformats.org/officeDocument/2006/relationships/slide" Target="/ppt/slides/slide7.xml" Id="R4acbbceafa9b4415" /><Relationship Type="http://schemas.openxmlformats.org/officeDocument/2006/relationships/slide" Target="/ppt/slides/slide8.xml" Id="R604b11208d28493f" /><Relationship Type="http://schemas.openxmlformats.org/officeDocument/2006/relationships/slide" Target="/ppt/slides/slide9.xml" Id="Ra17678f7bf04449a" /><Relationship Type="http://schemas.openxmlformats.org/officeDocument/2006/relationships/slide" Target="/ppt/slides/slide10.xml" Id="R8391584addf74832" /><Relationship Type="http://schemas.openxmlformats.org/officeDocument/2006/relationships/slide" Target="/ppt/slides/slide11.xml" Id="R053fa73f40104787" /><Relationship Type="http://schemas.openxmlformats.org/officeDocument/2006/relationships/slide" Target="/ppt/slides/slide12.xml" Id="Re7bb11619bf34ec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a794fcaa5bce462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ffe25ccf02b4ae2" /><Relationship Type="http://schemas.openxmlformats.org/officeDocument/2006/relationships/notesMaster" Target="/ppt/notesMasters/notesMaster1.xml" Id="Rab5449c8f8824cb2" /></Relationships>
</file>

<file path=ppt/notesSlides/_rels/notesSlide2.xml.rels>&#65279;<?xml version="1.0" encoding="utf-8"?><Relationships xmlns="http://schemas.openxmlformats.org/package/2006/relationships"><Relationship Type="http://schemas.openxmlformats.org/officeDocument/2006/relationships/slide" Target="/ppt/slides/slide2.xml" Id="R0e6264c0f87a47ed" /><Relationship Type="http://schemas.openxmlformats.org/officeDocument/2006/relationships/notesMaster" Target="/ppt/notesMasters/notesMaster1.xml" Id="R2d5707cd452f443d" /></Relationships>
</file>

<file path=ppt/notesSlides/_rels/notesSlide3.xml.rels>&#65279;<?xml version="1.0" encoding="utf-8"?><Relationships xmlns="http://schemas.openxmlformats.org/package/2006/relationships"><Relationship Type="http://schemas.openxmlformats.org/officeDocument/2006/relationships/slide" Target="/ppt/slides/slide3.xml" Id="R361fe9a6167642e6" /><Relationship Type="http://schemas.openxmlformats.org/officeDocument/2006/relationships/notesMaster" Target="/ppt/notesMasters/notesMaster1.xml" Id="R32c777a38da34281" /></Relationships>
</file>

<file path=ppt/notesSlides/_rels/notesSlide4.xml.rels>&#65279;<?xml version="1.0" encoding="utf-8"?><Relationships xmlns="http://schemas.openxmlformats.org/package/2006/relationships"><Relationship Type="http://schemas.openxmlformats.org/officeDocument/2006/relationships/slide" Target="/ppt/slides/slide4.xml" Id="R1e5a7445af524b2f" /><Relationship Type="http://schemas.openxmlformats.org/officeDocument/2006/relationships/notesMaster" Target="/ppt/notesMasters/notesMaster1.xml" Id="Rd5d01a9046954c26" /></Relationships>
</file>

<file path=ppt/notesSlides/_rels/notesSlide5.xml.rels>&#65279;<?xml version="1.0" encoding="utf-8"?><Relationships xmlns="http://schemas.openxmlformats.org/package/2006/relationships"><Relationship Type="http://schemas.openxmlformats.org/officeDocument/2006/relationships/slide" Target="/ppt/slides/slide5.xml" Id="R5194271505a945a0" /><Relationship Type="http://schemas.openxmlformats.org/officeDocument/2006/relationships/notesMaster" Target="/ppt/notesMasters/notesMaster1.xml" Id="R0d5a27745a5749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577ea229d84a4f32" /><Relationship Type="http://schemas.openxmlformats.org/officeDocument/2006/relationships/notesMaster" Target="/ppt/notesMasters/notesMaster1.xml" Id="R5d798f6982e24f41" /></Relationships>
</file>

<file path=ppt/notesSlides/_rels/notesSlide7.xml.rels>&#65279;<?xml version="1.0" encoding="utf-8"?><Relationships xmlns="http://schemas.openxmlformats.org/package/2006/relationships"><Relationship Type="http://schemas.openxmlformats.org/officeDocument/2006/relationships/slide" Target="/ppt/slides/slide7.xml" Id="Rb615aaea314f4022" /><Relationship Type="http://schemas.openxmlformats.org/officeDocument/2006/relationships/notesMaster" Target="/ppt/notesMasters/notesMaster1.xml" Id="R33fd65ec99f7421d" /></Relationships>
</file>

<file path=ppt/notesSlides/_rels/notesSlide8.xml.rels>&#65279;<?xml version="1.0" encoding="utf-8"?><Relationships xmlns="http://schemas.openxmlformats.org/package/2006/relationships"><Relationship Type="http://schemas.openxmlformats.org/officeDocument/2006/relationships/slide" Target="/ppt/slides/slide8.xml" Id="Rb9d9f42b6731425d" /><Relationship Type="http://schemas.openxmlformats.org/officeDocument/2006/relationships/notesMaster" Target="/ppt/notesMasters/notesMaster1.xml" Id="R66511ed40c7d483d"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725355345148e8" /><Relationship Type="http://schemas.openxmlformats.org/officeDocument/2006/relationships/notesMaster" Target="/ppt/notesMasters/notesMaster1.xml" Id="R1827975fc2ed481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e0e069311e94fcf" /><Relationship Type="http://schemas.openxmlformats.org/officeDocument/2006/relationships/notesMaster" Target="/ppt/notesMasters/notesMaster1.xml" Id="R813d8bfbaad54e2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313ca4d13034611" /><Relationship Type="http://schemas.openxmlformats.org/officeDocument/2006/relationships/notesMaster" Target="/ppt/notesMasters/notesMaster1.xml" Id="Ree37d2444caf429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bb7ab8adc1d48ed" /><Relationship Type="http://schemas.openxmlformats.org/officeDocument/2006/relationships/notesMaster" Target="/ppt/notesMasters/notesMaster1.xml" Id="Re5eb8b9c4a1049a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Build a barebones libscap/libsinsp collector in small steps. Following along is optional. Set up Ubuntu first, then demonstrate attachment, event reading, filtering, and process context. Workshop code: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Following along is optional. Demonstrate each stage from the VM. The final collector prints minimal process execution records. There are no detection rules, JSON formatting, or production deployment exercises.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Setup is optional for attendees who prefer to watch. The scripts offer to install Multipass, create an Ubuntu 24.04 VM, copy the starter and snippets, install dependencies, and build the starter. Complete setup before the session if possible because the first library build takes time. Follow OS administrator prompts and any Windows restart request.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From this point, all editor, build, and collector commands run inside Ubuntu. The collector attaches to the VM kernel from inside the VM. It does not remotely attach to a VM or monitor the Mac/Windows kernel.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is an excerpt of the starter. The actual status line says Attached to the Ubuntu kernel. A successful open/start is what demonstrates attachment. Keep this first run brief: no next() loop drains the buffers yet. Press Enter for a clean stop.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Copy each snippet into the marked location. The files in snippets/ are not separate compilation units and are not automatically included. In nano, Ctrl-O then Enter saves; Ctrl-X exits. Stop any previous capture before rebuilding. The first library build is part of setup; subsequent builds change only the application.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Paste the complete file once, including the result handling shown on the next slide. This slide splits the long deadline expression for readability. The repo snippet has the same behavior. next() uses an inspector-owned event pointer. Consume its contents before calling next() again.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continues the same snippet. The count is events delivered successfully to this application, not a count of all syscalls on the machine. This first unfiltered run sees background activity. Run /usr/bin/id in terminal B if desired. SCAP_EOF is included for correct status handling; a live stream normally ends because the ten-second deadline expires.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&lt; direction is a syscall exit event, not process termination. Filtering chooses which events next() returns to the application. The default driver syscall set is unchanged, so libsinsp can still maintain its process and file state. Do not promise exactly one event; other processes may execute during the window.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thread record is possible, so check for nullptr. Process names are short command names, not full executable paths or command lines. Use the event and thread data immediately; the inspector maintains their lifetime. Sources: https://github.com/falcosecurity/libs/blob/e72873882967cdd86b8753eca09ea3e9f91ccd4a/userspace/libsinsp/event.h and https://github.com/falcosecurity/libs/blob/e72873882967cdd86b8753eca09ea3e9f91ccd4a/userspace/libsinsp/threadinfo.h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output is illustrative, not a promise of one event. The completed collector is the starter with all three snippets applied. Process execution exit events can include failed calls; this workshop does not add success-only conditions or detection logic.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Troubleshooting: run the collector with sudo inside Ubuntu. If build/bin/workshop-agent does not exist, rerun the host setup script. It preserves existing source edits. If Multipass commands are missing immediately after installation, reopen the host terminal. Setup waits for the Ubuntu image catalog before launch. Windows setup has not been rehearsed here. Code and snippets: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9ef674deb5943c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8f2074b8b3f486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b84fc83f0a24e9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94fdd8a4bbe4d7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faf31e8ea8e417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c83d48552854a86"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ea1f528c926c40e2"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4c4d0e062ec34d7f"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a1e08ab31ba24382"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86d30cd28c2441c1"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d05024a5753d4521"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e5b3ddd73a0b432d"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44bbb23696ca4a0a"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183b846586244ed" /><Relationship Type="http://schemas.openxmlformats.org/officeDocument/2006/relationships/slideLayout" Target="/ppt/slideLayouts/slideLayout1.xml" Id="R1f80f51af75242a9" /><Relationship Type="http://schemas.openxmlformats.org/officeDocument/2006/relationships/slideLayout" Target="/ppt/slideLayouts/slideLayout2.xml" Id="Rb8e6ae5b82b341bd" /><Relationship Type="http://schemas.openxmlformats.org/officeDocument/2006/relationships/slideLayout" Target="/ppt/slideLayouts/slideLayout3.xml" Id="R32e576bb10f747fa" /><Relationship Type="http://schemas.openxmlformats.org/officeDocument/2006/relationships/slideLayout" Target="/ppt/slideLayouts/slideLayout4.xml" Id="Rd48fd4736de34cc1" /><Relationship Type="http://schemas.openxmlformats.org/officeDocument/2006/relationships/slideLayout" Target="/ppt/slideLayouts/slideLayout5.xml" Id="R784b2936ca604c25" /><Relationship Type="http://schemas.openxmlformats.org/officeDocument/2006/relationships/slideLayout" Target="/ppt/slideLayouts/slideLayout6.xml" Id="R6057988f958a4131" /><Relationship Type="http://schemas.openxmlformats.org/officeDocument/2006/relationships/slideLayout" Target="/ppt/slideLayouts/slideLayout7.xml" Id="R616aba6046ad4648" /><Relationship Type="http://schemas.openxmlformats.org/officeDocument/2006/relationships/slideLayout" Target="/ppt/slideLayouts/slideLayout8.xml" Id="R0968ab67b1f84e26" /><Relationship Type="http://schemas.openxmlformats.org/officeDocument/2006/relationships/slideLayout" Target="/ppt/slideLayouts/slideLayout9.xml" Id="Rd5ced1ac651b4e68" /><Relationship Type="http://schemas.openxmlformats.org/officeDocument/2006/relationships/slideLayout" Target="/ppt/slideLayouts/slideLayout10.xml" Id="R1ae917696056499a" /><Relationship Type="http://schemas.openxmlformats.org/officeDocument/2006/relationships/slideLayout" Target="/ppt/slideLayouts/slideLayout11.xml" Id="R930957c2878540ea" /><Relationship Type="http://schemas.openxmlformats.org/officeDocument/2006/relationships/slideLayout" Target="/ppt/slideLayouts/slideLayout12.xml" Id="Rb7392ca448bc4e7d"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dbbccedf406549ea" /><Relationship Type="http://schemas.openxmlformats.org/officeDocument/2006/relationships/slideLayout" Target="/ppt/slideLayouts/slideLayout13.xml" Id="R965b7d708e3d4cf7"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1f80f51af75242a9"/>
    <p:sldLayoutId xmlns:r="http://schemas.openxmlformats.org/officeDocument/2006/relationships" id="2147483650" r:id="Rb8e6ae5b82b341bd"/>
    <p:sldLayoutId xmlns:r="http://schemas.openxmlformats.org/officeDocument/2006/relationships" id="2147483651" r:id="R32e576bb10f747fa"/>
    <p:sldLayoutId xmlns:r="http://schemas.openxmlformats.org/officeDocument/2006/relationships" id="2147483652" r:id="Rd48fd4736de34cc1"/>
    <p:sldLayoutId xmlns:r="http://schemas.openxmlformats.org/officeDocument/2006/relationships" id="2147483653" r:id="R784b2936ca604c25"/>
    <p:sldLayoutId xmlns:r="http://schemas.openxmlformats.org/officeDocument/2006/relationships" id="2147483654" r:id="R6057988f958a4131"/>
    <p:sldLayoutId xmlns:r="http://schemas.openxmlformats.org/officeDocument/2006/relationships" id="2147483655" r:id="R616aba6046ad4648"/>
    <p:sldLayoutId xmlns:r="http://schemas.openxmlformats.org/officeDocument/2006/relationships" id="2147483656" r:id="R0968ab67b1f84e26"/>
    <p:sldLayoutId xmlns:r="http://schemas.openxmlformats.org/officeDocument/2006/relationships" id="2147483657" r:id="Rd5ced1ac651b4e68"/>
    <p:sldLayoutId xmlns:r="http://schemas.openxmlformats.org/officeDocument/2006/relationships" id="2147483658" r:id="R1ae917696056499a"/>
    <p:sldLayoutId xmlns:r="http://schemas.openxmlformats.org/officeDocument/2006/relationships" id="2147483659" r:id="R930957c2878540ea"/>
    <p:sldLayoutId xmlns:r="http://schemas.openxmlformats.org/officeDocument/2006/relationships" id="2147483660" r:id="Rb7392ca448bc4e7d"/>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965b7d708e3d4cf7"/>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aa2408a91b84c84" /><Relationship Type="http://schemas.openxmlformats.org/officeDocument/2006/relationships/image" Target="/ppt/media/image.png" Id="Rca90263a30c74b50" /><Relationship Type="http://schemas.openxmlformats.org/officeDocument/2006/relationships/notesSlide" Target="/ppt/notesSlides/notesSlide1.xml" Id="R833c32fa87914a2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32266f1457341c7" /><Relationship Type="http://schemas.openxmlformats.org/officeDocument/2006/relationships/image" Target="/ppt/media/image.png" Id="R72bf826f7cd146c9" /><Relationship Type="http://schemas.openxmlformats.org/officeDocument/2006/relationships/notesSlide" Target="/ppt/notesSlides/notesSlide2.xml" Id="Reaa513037903439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5faf0a2b4904ac6" /><Relationship Type="http://schemas.openxmlformats.org/officeDocument/2006/relationships/image" Target="/ppt/media/image.png" Id="Ra56da29092b34283" /><Relationship Type="http://schemas.openxmlformats.org/officeDocument/2006/relationships/notesSlide" Target="/ppt/notesSlides/notesSlide3.xml" Id="Rec634a4ae9014d9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38d1acab4864579" /><Relationship Type="http://schemas.openxmlformats.org/officeDocument/2006/relationships/image" Target="/ppt/media/image.png" Id="R27869277c50148ce" /><Relationship Type="http://schemas.openxmlformats.org/officeDocument/2006/relationships/notesSlide" Target="/ppt/notesSlides/notesSlide4.xml" Id="R3052b41779864eb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96f847b33804ae6" /><Relationship Type="http://schemas.openxmlformats.org/officeDocument/2006/relationships/image" Target="/ppt/media/image.png" Id="R18ea002da3574501" /><Relationship Type="http://schemas.openxmlformats.org/officeDocument/2006/relationships/notesSlide" Target="/ppt/notesSlides/notesSlide5.xml" Id="R70f0142490a64d2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b25b7107cd74c1a" /><Relationship Type="http://schemas.openxmlformats.org/officeDocument/2006/relationships/image" Target="/ppt/media/image.png" Id="Re60e8251d44547e3" /><Relationship Type="http://schemas.openxmlformats.org/officeDocument/2006/relationships/notesSlide" Target="/ppt/notesSlides/notesSlide6.xml" Id="R1fc6a3324885416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14077c957ed49ba" /><Relationship Type="http://schemas.openxmlformats.org/officeDocument/2006/relationships/image" Target="/ppt/media/image.png" Id="R15de43250081407b" /><Relationship Type="http://schemas.openxmlformats.org/officeDocument/2006/relationships/notesSlide" Target="/ppt/notesSlides/notesSlide7.xml" Id="Rd1e3af540cc3437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4c072c2ea674f47" /><Relationship Type="http://schemas.openxmlformats.org/officeDocument/2006/relationships/image" Target="/ppt/media/image.png" Id="Rdafb1ccecef84d86" /><Relationship Type="http://schemas.openxmlformats.org/officeDocument/2006/relationships/notesSlide" Target="/ppt/notesSlides/notesSlide8.xml" Id="R736493e2d6de4fd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5679d872b344de8" /><Relationship Type="http://schemas.openxmlformats.org/officeDocument/2006/relationships/image" Target="/ppt/media/image.png" Id="Rc041e55ff5854b3d" /><Relationship Type="http://schemas.openxmlformats.org/officeDocument/2006/relationships/notesSlide" Target="/ppt/notesSlides/notesSlide9.xml" Id="R5a9246f589a249a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d29dd5411164a15" /><Relationship Type="http://schemas.openxmlformats.org/officeDocument/2006/relationships/image" Target="/ppt/media/image.png" Id="Rcd57be2aa7534af6" /><Relationship Type="http://schemas.openxmlformats.org/officeDocument/2006/relationships/notesSlide" Target="/ppt/notesSlides/notesSlide10.xml" Id="R6daaa4dcde414e8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974845944fb4c9c" /><Relationship Type="http://schemas.openxmlformats.org/officeDocument/2006/relationships/image" Target="/ppt/media/image.png" Id="R7f60388aa3de4d5a" /><Relationship Type="http://schemas.openxmlformats.org/officeDocument/2006/relationships/notesSlide" Target="/ppt/notesSlides/notesSlide11.xml" Id="R09d9d0982abf4b9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cfe509918f64e8f" /><Relationship Type="http://schemas.openxmlformats.org/officeDocument/2006/relationships/image" Target="/ppt/media/image.png" Id="R54b9605d863149df" /><Relationship Type="http://schemas.openxmlformats.org/officeDocument/2006/relationships/notesSlide" Target="/ppt/notesSlides/notesSlide12.xml" Id="Raab7dfbbb0e4484c"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ca90263a30c74b50">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ca90263a30c74b50">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ca90263a30c74b50">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ca90263a30c74b50">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ca90263a30c74b50">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ca90263a30c74b50">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ca90263a30c74b50">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ca90263a30c74b50">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 collector, one step at a time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 along or watch the presenter.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Set up Ubuntu first. Then add one small piece and run it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captures syscalls. libsinsp provides event and process context.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workshop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0  Attach and wait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1  Read and count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2  Keep process executions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3  Add process name and PID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72bf826f7cd146c9">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72bf826f7cd146c9">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72bf826f7cd146c9">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72bf826f7cd146c9">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Pre-setup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a:defRPr sz="1500">
                <a:solidFill>
                  <a:srgbClr val="4A5568"/>
                </a:solidFill>
                <a:latin typeface="Inter"/>
                <a:ea typeface="Inter"/>
                <a:cs typeface="Inter"/>
              </a:defRPr>
            </a:pPr>
            <a:r>
              <a:rPr sz="1500">
                <a:solidFill>
                  <a:srgbClr val="4A5568"/>
                </a:solidFill>
                <a:latin typeface="Inter"/>
                <a:ea typeface="Inter"/>
                <a:cs typeface="Inter"/>
              </a:rPr>
              <a:t>Following along? Open Terminal (Mac) or PowerShell (Windows).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Clone, then run setup for your OS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 Mac</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a:t>
            </a:r>
            <a:r>
              <a:rPr sz="1500" b="0" i="0">
                <a:solidFill>
                  <a:srgbClr val="00E5FF"/>
                </a:solidFill>
                <a:latin typeface="Roboto Mono"/>
                <a:ea typeface="Roboto Mono"/>
                <a:cs typeface="Roboto Mono"/>
              </a:rPr>
              <a:t>scripts/setup-mac.sh</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 Windows (PowerShell)</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a:t>
            </a:r>
            <a:r>
              <a:rPr sz="1500" b="0" i="0">
                <a:solidFill>
                  <a:srgbClr val="00E5FF"/>
                </a:solidFill>
                <a:latin typeface="Roboto Mono"/>
                <a:ea typeface="Roboto Mono"/>
                <a:cs typeface="Roboto Mono"/>
              </a:rPr>
              <a:t>scripts/setup-windows.ps1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56da29092b34283">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56da29092b34283">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56da29092b34283">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56da29092b34283">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Two terminals inside Ubuntu</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Open two terminals on your laptop.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Enter the same VM in both.</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 edit, build, and run the collector.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B: run a command for it to observe.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On your Mac or Windows host</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Terminal A</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7869277c50148c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7869277c50148c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7869277c50148c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7869277c50148c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0: Attach</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starter opens the modern eBPF engine through libsinsp and libscap.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attaches but does not read events yet.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it in A, then press Enter to stop.</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 — already provided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std::cout &lt;&lt; "Attached."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std::cin.get();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inspector.close();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VM terminal A</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8ea002da357450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8ea002da357450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8ea002da357450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8ea002da357450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Edit, build, run</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Each numbered file is a snippet to paste into src/main.cpp.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STEP comments mark its location.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After every edit, rebuild and run again.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VM terminal A</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View the snippet, then edit main.cpp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snippets/01-read-events.cpp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nano src/main.cpp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Rebuild after every change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cmake --build build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--target workshop-agent -j 1</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e60e8251d44547e3">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e60e8251d44547e3">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e60e8251d44547e3">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e60e8251d44547e3">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1: Read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Replace the two lines inside STEP 1 with the entire first snippet.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next() returns an event or a status.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for ten seconds, then stop.</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snippets/01-read-events.cpp (first half)</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std::uint64_t received =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std::chrono::steady_clock::now()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while(std::chrono::steady_clock::now()</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sinsp_evt* event = nullptr;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const auto result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5de43250081407b">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5de43250081407b">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5de43250081407b">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5de43250081407b">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1: Count the returned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Skip timeouts and filtered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Report errors instead of treating them as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Rebuild and run. The event count varies with VM activity.</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snippets/01-read-events.cpp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SCAP_TIMEOUT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result == SCAP_FILTERED_EVENT)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continue;</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SCAP_EOF) { break;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SCAP_SUCCESS)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throw std::runtime_error(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inspector.getlasterr());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++received;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 STEP 3 goes here later.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std::cout &lt;&lt; "Received " &lt;&lt; received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&lt;&lt; " events." &lt;&lt; std::endl;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dafb1ccecef84d86">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dafb1ccecef84d86">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dafb1ccecef84d86">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dafb1ccecef84d86">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Keep process executions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Paste snippet 02 at STEP 2, before open_modern_bpf().</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Rebuild and run in A. Run id in B during capture.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count now covers execution exit events.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snippets/02-filter-execs.cpp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inspector.set_filter(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(execve, execveat)"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and evt.dir=&lt;");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During capture, in VM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/usr/bin/id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041e55ff5854b3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041e55ff5854b3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041e55ff5854b3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041e55ff5854b3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3: Add process context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Paste snippet 03 at STEP 3 inside the read loop.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libsinsp supplies the process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Rebuild, run, and execute id in B again.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snippets/03-process-context.cpp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process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event-&gt;get_thread_info();</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if(process != nullptr)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std::cout &lt;&lt; event-&gt;get_name()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pid=" &lt;&lt; process-&gt;m_pid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name=" &lt;&lt; process-&gt;m_comm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d57be2aa7534af6">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d57be2aa7534af6">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d57be2aa7534af6">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d57be2aa7534af6">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finished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Attach. Read. Filter. Add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short line per process execution.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stops after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finished file is available if you want to skip the edits.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Example output; PID and count will vary</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Attached to the Ubuntu kernel.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execve pid=1234 name=id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Received 1 events.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stopped.</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Optional: use the completed file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cp snippets/finished.cpp src/main.cpp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cmake --build build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--target workshop-agent -j 1</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7f60388aa3de4d5a">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7f60388aa3de4d5a">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7f60388aa3de4d5a">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7f60388aa3de4d5a">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collector monitors the Ubuntu VM.</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handles capture. libsinsp adds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VM when you are done.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stop falco-lab</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Next time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start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54b9605d863149d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54b9605d863149d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54b9605d863149d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54b9605d863149d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2026-10-01T22:27:52.5060000Z</dcterms:created>
  <dcterms:modified xsi:type="dcterms:W3CDTF">2026-10-01T22:27:52.5070000Z</dcterms:modified>
</coreProperties>
</file>