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830838d6dd54213" /><Relationship Type="http://schemas.openxmlformats.org/officeDocument/2006/relationships/extended-properties" Target="/docProps/app.xml" Id="R63dd3a03f61a4c38" /><Relationship Type="http://schemas.openxmlformats.org/officeDocument/2006/relationships/officeDocument" Target="/ppt/presentation.xml" Id="R6620e3b03b9a4b2c"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9b78c402ea844052"/>
    <p:sldMasterId xmlns:r="http://schemas.openxmlformats.org/officeDocument/2006/relationships" id="2147483661" r:id="R76c7a52c35384ad7"/>
  </p:sldMasterIdLst>
  <p:notesMasterIdLst>
    <p:notesMasterId xmlns:r="http://schemas.openxmlformats.org/officeDocument/2006/relationships" r:id="R8682db7f9d7348c8"/>
  </p:notesMasterIdLst>
  <p:sldIdLst>
    <p:sldId xmlns:r="http://schemas.openxmlformats.org/officeDocument/2006/relationships" id="256" r:id="Rcbffb133dec641f6"/>
    <p:sldId xmlns:r="http://schemas.openxmlformats.org/officeDocument/2006/relationships" id="257" r:id="R5df0807cbfd643c1"/>
    <p:sldId xmlns:r="http://schemas.openxmlformats.org/officeDocument/2006/relationships" id="258" r:id="Re4eb1a06a94d4b77"/>
    <p:sldId xmlns:r="http://schemas.openxmlformats.org/officeDocument/2006/relationships" id="259" r:id="R525f32ed50484854"/>
    <p:sldId xmlns:r="http://schemas.openxmlformats.org/officeDocument/2006/relationships" id="260" r:id="R0bd0acb1135f4b61"/>
    <p:sldId xmlns:r="http://schemas.openxmlformats.org/officeDocument/2006/relationships" id="261" r:id="R3bb8ee3aa1454be8"/>
    <p:sldId xmlns:r="http://schemas.openxmlformats.org/officeDocument/2006/relationships" id="262" r:id="Rfb6e0931bf9a4c9a"/>
    <p:sldId xmlns:r="http://schemas.openxmlformats.org/officeDocument/2006/relationships" id="263" r:id="R3a101401daba4270"/>
    <p:sldId xmlns:r="http://schemas.openxmlformats.org/officeDocument/2006/relationships" id="264" r:id="Rb38a6abee00942bf"/>
    <p:sldId xmlns:r="http://schemas.openxmlformats.org/officeDocument/2006/relationships" id="265" r:id="R1859891eaab0468d"/>
    <p:sldId xmlns:r="http://schemas.openxmlformats.org/officeDocument/2006/relationships" id="266" r:id="R46ea7f3b574e4cc7"/>
    <p:sldId xmlns:r="http://schemas.openxmlformats.org/officeDocument/2006/relationships" id="267" r:id="R4e38c202016447ce"/>
    <p:sldId xmlns:r="http://schemas.openxmlformats.org/officeDocument/2006/relationships" id="268" r:id="R9da2e883025a4c32"/>
  </p:sldIdLst>
  <p:sldSz cx="9144000" cy="5143500"/>
  <p:notesSz cx="6858000" cy="9144000"/>
  <p:embeddedFontLst>
    <p:embeddedFont>
      <p:font typeface="Roboto Mono Medium"/>
      <p:regular xmlns:r="http://schemas.openxmlformats.org/officeDocument/2006/relationships" r:id="R74232a7d56be4134"/>
      <p:bold xmlns:r="http://schemas.openxmlformats.org/officeDocument/2006/relationships" r:id="R195d4373febd47fc"/>
      <p:italic xmlns:r="http://schemas.openxmlformats.org/officeDocument/2006/relationships" r:id="R3183e21bf9734b1c"/>
      <p:boldItalic xmlns:r="http://schemas.openxmlformats.org/officeDocument/2006/relationships" r:id="R19adb3ffa49141d4"/>
    </p:embeddedFont>
    <p:embeddedFont>
      <p:font typeface="Inter SemiBold"/>
      <p:regular xmlns:r="http://schemas.openxmlformats.org/officeDocument/2006/relationships" r:id="Rbdc939423b9b4621"/>
      <p:bold xmlns:r="http://schemas.openxmlformats.org/officeDocument/2006/relationships" r:id="R994290d77f844a17"/>
      <p:italic xmlns:r="http://schemas.openxmlformats.org/officeDocument/2006/relationships" r:id="R175fe26055c84c10"/>
      <p:boldItalic xmlns:r="http://schemas.openxmlformats.org/officeDocument/2006/relationships" r:id="R9ad6bae65609415d"/>
    </p:embeddedFont>
    <p:embeddedFont>
      <p:font typeface="Montserrat Black"/>
      <p:bold xmlns:r="http://schemas.openxmlformats.org/officeDocument/2006/relationships" r:id="Rb44f88740d0f405d"/>
      <p:boldItalic xmlns:r="http://schemas.openxmlformats.org/officeDocument/2006/relationships" r:id="Raf3c9f089a324f5c"/>
    </p:embeddedFont>
    <p:embeddedFont>
      <p:font typeface="Montserrat"/>
      <p:bold xmlns:r="http://schemas.openxmlformats.org/officeDocument/2006/relationships" r:id="R5f1de78040394698"/>
      <p:boldItalic xmlns:r="http://schemas.openxmlformats.org/officeDocument/2006/relationships" r:id="R1182f90584284122"/>
    </p:embeddedFont>
    <p:embeddedFont>
      <p:font typeface="Inter"/>
      <p:regular xmlns:r="http://schemas.openxmlformats.org/officeDocument/2006/relationships" r:id="R35c75980c271409c"/>
      <p:bold xmlns:r="http://schemas.openxmlformats.org/officeDocument/2006/relationships" r:id="Rfd9c452d229f4829"/>
      <p:italic xmlns:r="http://schemas.openxmlformats.org/officeDocument/2006/relationships" r:id="Rb5fede8ef0184488"/>
      <p:boldItalic xmlns:r="http://schemas.openxmlformats.org/officeDocument/2006/relationships" r:id="Rbc7e108862ac4f1b"/>
    </p:embeddedFont>
    <p:embeddedFont>
      <p:font typeface="Montserrat ExtraBold"/>
      <p:bold xmlns:r="http://schemas.openxmlformats.org/officeDocument/2006/relationships" r:id="R3d1b1c93dfd64b36"/>
      <p:boldItalic xmlns:r="http://schemas.openxmlformats.org/officeDocument/2006/relationships" r:id="R6de24be1097a4983"/>
    </p:embeddedFont>
    <p:embeddedFont>
      <p:font typeface="Roboto Mono"/>
      <p:bold xmlns:r="http://schemas.openxmlformats.org/officeDocument/2006/relationships" r:id="R868c5bb8ce164dc2"/>
      <p:boldItalic xmlns:r="http://schemas.openxmlformats.org/officeDocument/2006/relationships" r:id="R95d9db2a9b3244cb"/>
    </p:embeddedFont>
    <p:embeddedFont>
      <p:font typeface="Inter Medium"/>
      <p:regular xmlns:r="http://schemas.openxmlformats.org/officeDocument/2006/relationships" r:id="R454bae5fe90447be"/>
      <p:bold xmlns:r="http://schemas.openxmlformats.org/officeDocument/2006/relationships" r:id="Rc22b5ee8142e49d5"/>
      <p:italic xmlns:r="http://schemas.openxmlformats.org/officeDocument/2006/relationships" r:id="R307d4abd90114f1c"/>
      <p:boldItalic xmlns:r="http://schemas.openxmlformats.org/officeDocument/2006/relationships" r:id="R4594c10dcb314a28"/>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09506466b40f4477" /><Relationship Type="http://schemas.openxmlformats.org/officeDocument/2006/relationships/slideMaster" Target="/ppt/slideMasters/slideMaster1.xml" Id="R9b78c402ea844052" /><Relationship Type="http://schemas.openxmlformats.org/officeDocument/2006/relationships/slideMaster" Target="/ppt/slideMasters/slideMaster2.xml" Id="R76c7a52c35384ad7" /><Relationship Type="http://schemas.openxmlformats.org/officeDocument/2006/relationships/notesMaster" Target="/ppt/notesMasters/notesMaster1.xml" Id="R8682db7f9d7348c8" /><Relationship Type="http://schemas.openxmlformats.org/officeDocument/2006/relationships/presProps" Target="/ppt/presProps.xml" Id="Reaf9e25bc3bc493c" /><Relationship Type="http://schemas.openxmlformats.org/officeDocument/2006/relationships/viewProps" Target="/ppt/viewProps.xml" Id="Rb67e69dc01ea45de" /><Relationship Type="http://schemas.openxmlformats.org/officeDocument/2006/relationships/tableStyles" Target="/ppt/tableStyles.xml" Id="Rd2f649b7bb534845" /><Relationship Type="http://schemas.openxmlformats.org/officeDocument/2006/relationships/font" Target="/ppt/fonts/font.dat" Id="R74232a7d56be4134" /><Relationship Type="http://schemas.openxmlformats.org/officeDocument/2006/relationships/font" Target="/ppt/fonts/font2.dat" Id="R195d4373febd47fc" /><Relationship Type="http://schemas.openxmlformats.org/officeDocument/2006/relationships/font" Target="/ppt/fonts/font3.dat" Id="R3183e21bf9734b1c" /><Relationship Type="http://schemas.openxmlformats.org/officeDocument/2006/relationships/font" Target="/ppt/fonts/font4.dat" Id="R19adb3ffa49141d4" /><Relationship Type="http://schemas.openxmlformats.org/officeDocument/2006/relationships/font" Target="/ppt/fonts/font5.dat" Id="Rbdc939423b9b4621" /><Relationship Type="http://schemas.openxmlformats.org/officeDocument/2006/relationships/font" Target="/ppt/fonts/font6.dat" Id="R994290d77f844a17" /><Relationship Type="http://schemas.openxmlformats.org/officeDocument/2006/relationships/font" Target="/ppt/fonts/font7.dat" Id="R175fe26055c84c10" /><Relationship Type="http://schemas.openxmlformats.org/officeDocument/2006/relationships/font" Target="/ppt/fonts/font8.dat" Id="R9ad6bae65609415d" /><Relationship Type="http://schemas.openxmlformats.org/officeDocument/2006/relationships/font" Target="/ppt/fonts/font9.dat" Id="Rb44f88740d0f405d" /><Relationship Type="http://schemas.openxmlformats.org/officeDocument/2006/relationships/font" Target="/ppt/fonts/font10.dat" Id="Raf3c9f089a324f5c" /><Relationship Type="http://schemas.openxmlformats.org/officeDocument/2006/relationships/font" Target="/ppt/fonts/font11.dat" Id="R5f1de78040394698" /><Relationship Type="http://schemas.openxmlformats.org/officeDocument/2006/relationships/font" Target="/ppt/fonts/font12.dat" Id="R1182f90584284122" /><Relationship Type="http://schemas.openxmlformats.org/officeDocument/2006/relationships/font" Target="/ppt/fonts/font13.dat" Id="R35c75980c271409c" /><Relationship Type="http://schemas.openxmlformats.org/officeDocument/2006/relationships/font" Target="/ppt/fonts/font14.dat" Id="Rfd9c452d229f4829" /><Relationship Type="http://schemas.openxmlformats.org/officeDocument/2006/relationships/font" Target="/ppt/fonts/font15.dat" Id="Rb5fede8ef0184488" /><Relationship Type="http://schemas.openxmlformats.org/officeDocument/2006/relationships/font" Target="/ppt/fonts/font16.dat" Id="Rbc7e108862ac4f1b" /><Relationship Type="http://schemas.openxmlformats.org/officeDocument/2006/relationships/font" Target="/ppt/fonts/font17.dat" Id="R3d1b1c93dfd64b36" /><Relationship Type="http://schemas.openxmlformats.org/officeDocument/2006/relationships/font" Target="/ppt/fonts/font18.dat" Id="R6de24be1097a4983" /><Relationship Type="http://schemas.openxmlformats.org/officeDocument/2006/relationships/font" Target="/ppt/fonts/font19.dat" Id="R868c5bb8ce164dc2" /><Relationship Type="http://schemas.openxmlformats.org/officeDocument/2006/relationships/font" Target="/ppt/fonts/font20.dat" Id="R95d9db2a9b3244cb" /><Relationship Type="http://schemas.openxmlformats.org/officeDocument/2006/relationships/font" Target="/ppt/fonts/font21.dat" Id="R454bae5fe90447be" /><Relationship Type="http://schemas.openxmlformats.org/officeDocument/2006/relationships/font" Target="/ppt/fonts/font22.dat" Id="Rc22b5ee8142e49d5" /><Relationship Type="http://schemas.openxmlformats.org/officeDocument/2006/relationships/font" Target="/ppt/fonts/font23.dat" Id="R307d4abd90114f1c" /><Relationship Type="http://schemas.openxmlformats.org/officeDocument/2006/relationships/font" Target="/ppt/fonts/font24.dat" Id="R4594c10dcb314a28" /><Relationship Type="http://schemas.openxmlformats.org/officeDocument/2006/relationships/slide" Target="/ppt/slides/slide1.xml" Id="Rcbffb133dec641f6" /><Relationship Type="http://schemas.openxmlformats.org/officeDocument/2006/relationships/slide" Target="/ppt/slides/slide2.xml" Id="R5df0807cbfd643c1" /><Relationship Type="http://schemas.openxmlformats.org/officeDocument/2006/relationships/slide" Target="/ppt/slides/slide3.xml" Id="Re4eb1a06a94d4b77" /><Relationship Type="http://schemas.openxmlformats.org/officeDocument/2006/relationships/slide" Target="/ppt/slides/slide4.xml" Id="R525f32ed50484854" /><Relationship Type="http://schemas.openxmlformats.org/officeDocument/2006/relationships/slide" Target="/ppt/slides/slide5.xml" Id="R0bd0acb1135f4b61" /><Relationship Type="http://schemas.openxmlformats.org/officeDocument/2006/relationships/slide" Target="/ppt/slides/slide6.xml" Id="R3bb8ee3aa1454be8" /><Relationship Type="http://schemas.openxmlformats.org/officeDocument/2006/relationships/slide" Target="/ppt/slides/slide7.xml" Id="Rfb6e0931bf9a4c9a" /><Relationship Type="http://schemas.openxmlformats.org/officeDocument/2006/relationships/slide" Target="/ppt/slides/slide8.xml" Id="R3a101401daba4270" /><Relationship Type="http://schemas.openxmlformats.org/officeDocument/2006/relationships/slide" Target="/ppt/slides/slide9.xml" Id="Rb38a6abee00942bf" /><Relationship Type="http://schemas.openxmlformats.org/officeDocument/2006/relationships/slide" Target="/ppt/slides/slide10.xml" Id="R1859891eaab0468d" /><Relationship Type="http://schemas.openxmlformats.org/officeDocument/2006/relationships/slide" Target="/ppt/slides/slide11.xml" Id="R46ea7f3b574e4cc7" /><Relationship Type="http://schemas.openxmlformats.org/officeDocument/2006/relationships/slide" Target="/ppt/slides/slide12.xml" Id="R4e38c202016447ce" /><Relationship Type="http://schemas.openxmlformats.org/officeDocument/2006/relationships/slide" Target="/ppt/slides/slide13.xml" Id="R9da2e883025a4c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4da23cffc93c4a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fc1c7d693dc4b89" /><Relationship Type="http://schemas.openxmlformats.org/officeDocument/2006/relationships/notesMaster" Target="/ppt/notesMasters/notesMaster1.xml" Id="Rbbfe9bc4789a42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6ac3cd78a24700" /><Relationship Type="http://schemas.openxmlformats.org/officeDocument/2006/relationships/notesMaster" Target="/ppt/notesMasters/notesMaster1.xml" Id="Rf0b58c1bb89e41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a4c06d2c83474d" /><Relationship Type="http://schemas.openxmlformats.org/officeDocument/2006/relationships/notesMaster" Target="/ppt/notesMasters/notesMaster1.xml" Id="R0cde0182f8c843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cdefcc5d384731" /><Relationship Type="http://schemas.openxmlformats.org/officeDocument/2006/relationships/notesMaster" Target="/ppt/notesMasters/notesMaster1.xml" Id="R74b1284c9ea140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2c05f765f648e9" /><Relationship Type="http://schemas.openxmlformats.org/officeDocument/2006/relationships/notesMaster" Target="/ppt/notesMasters/notesMaster1.xml" Id="Reefe96fcd14d4f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9561f12965463c" /><Relationship Type="http://schemas.openxmlformats.org/officeDocument/2006/relationships/notesMaster" Target="/ppt/notesMasters/notesMaster1.xml" Id="R18ce44626c20404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69ab0a68cdd41d7" /><Relationship Type="http://schemas.openxmlformats.org/officeDocument/2006/relationships/notesMaster" Target="/ppt/notesMasters/notesMaster1.xml" Id="Rd03ab9e158814f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9fd28e24739454e" /><Relationship Type="http://schemas.openxmlformats.org/officeDocument/2006/relationships/notesMaster" Target="/ppt/notesMasters/notesMaster1.xml" Id="R58a9ec0124e84b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9241a9aec13d4555" /><Relationship Type="http://schemas.openxmlformats.org/officeDocument/2006/relationships/notesMaster" Target="/ppt/notesMasters/notesMaster1.xml" Id="Rcb846d98f9aa49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55cfe2e5a1b4036" /><Relationship Type="http://schemas.openxmlformats.org/officeDocument/2006/relationships/notesMaster" Target="/ppt/notesMasters/notesMaster1.xml" Id="Rd081b9877c42403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62834af72e74eed" /><Relationship Type="http://schemas.openxmlformats.org/officeDocument/2006/relationships/notesMaster" Target="/ppt/notesMasters/notesMaster1.xml" Id="R2f9f3cf0b8844ac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b91c74d49e4270" /><Relationship Type="http://schemas.openxmlformats.org/officeDocument/2006/relationships/notesMaster" Target="/ppt/notesMasters/notesMaster1.xml" Id="R1a6ec81763f0472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1cca794af5b4ddd" /><Relationship Type="http://schemas.openxmlformats.org/officeDocument/2006/relationships/notesMaster" Target="/ppt/notesMasters/notesMaster1.xml" Id="R556aa35e3dd848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printing,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prints the library event stream with process context. It applies no application filter. Scheduler-switch events are disabled at capture because they are not syscalls.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VM shell or second terminal is needed. Run starts or reuses the VM, copies source, rebuilds, and starts the collector. After the collector reports attachment, the runner executes /usr/bin/id inside Ubuntu automatically. It waits for capture to finish, transfers the complete log with multipass transfer, then prints it locally. This avoids piping bulk output through multipass exec. Successful build output is hidden; build failures are displayed. The VM stays available for the next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the same host terminal, one step at a time. Each step script writes src/main.cpp and src/CMakeLists.txt locally. Run copies them to Ubuntu, rebuilds, starts a fresh ten-second agent run, generates example activity, then displays output and saves logs/latest.log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After open_modern_bpf(), the full source calls inspector.mark_ppm_sc_of_interest(PPM_SC_SCHED_SWITCH, false) to disable scheduler-switch capture. The excerpt omits that configuration line for space. Syscall events are still printed without an application filter.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The runner automatically executes /usr/bin/id after attachment. Each successful read prints the event name. Step 3 enriches the same event stream without adding a filter. SCAP_FILTERED_EVENT is a library status with no event to print, not a filter configured by this example. The final summary counts events delivered to the application.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Print the event name even when process context is missing.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The ellipsis omits other events and the final count. Event names, process names, PIDs and counts vary. Step 3 includes all previous additions and works without running steps 1 and 2 first. Step scripts overwrite main.cpp and CMakeLists.txt locally. Run then rebuilds and captures, saving output to logs/latest.log. No filter or success-only condition is applied. Both syscall directions can appear, and background activity is included. The scheduler-switch tracepoint is disabled. Other capture defaults are unchanged, so this is not a guarantee of capturing every syscall on the machine.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run script handles sudo inside Ubuntu automatically. Setup prepares the libraries. The numbered scripts create the collector source. Run builds and starts it. Before source exists, run prints No agent yet. Run step 1. If Multipass commands are missing immediately after installation, reopen the host terminal. Setup waits for the Ubuntu image catalog before launch. Windows PowerShell parsing and source generation have passed native checks. The full Windows Multipass workflow still needs a rehearsal. Code and step scripts: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e95860cc5240e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b5a742028d9482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d510d88b35b49d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8e296e7e62c45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ad6cd0af2824b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83abad555954ec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ce6857dac7a4e5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5916710b7914a04"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301d84e0b744ae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39419c071d46487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fd24c84b3d34c28"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c1ddec9355554d63"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328bb354257f4d25"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06629533b140a9" /><Relationship Type="http://schemas.openxmlformats.org/officeDocument/2006/relationships/slideLayout" Target="/ppt/slideLayouts/slideLayout1.xml" Id="Rcaca4e93cebb42b7" /><Relationship Type="http://schemas.openxmlformats.org/officeDocument/2006/relationships/slideLayout" Target="/ppt/slideLayouts/slideLayout2.xml" Id="R176e9955eb054645" /><Relationship Type="http://schemas.openxmlformats.org/officeDocument/2006/relationships/slideLayout" Target="/ppt/slideLayouts/slideLayout3.xml" Id="Rc419b05216df494b" /><Relationship Type="http://schemas.openxmlformats.org/officeDocument/2006/relationships/slideLayout" Target="/ppt/slideLayouts/slideLayout4.xml" Id="R7e576d70564a4c2d" /><Relationship Type="http://schemas.openxmlformats.org/officeDocument/2006/relationships/slideLayout" Target="/ppt/slideLayouts/slideLayout5.xml" Id="R1c53469dae00481f" /><Relationship Type="http://schemas.openxmlformats.org/officeDocument/2006/relationships/slideLayout" Target="/ppt/slideLayouts/slideLayout6.xml" Id="Rb3e433d833bb4c5e" /><Relationship Type="http://schemas.openxmlformats.org/officeDocument/2006/relationships/slideLayout" Target="/ppt/slideLayouts/slideLayout7.xml" Id="R6408f1700c8d49d4" /><Relationship Type="http://schemas.openxmlformats.org/officeDocument/2006/relationships/slideLayout" Target="/ppt/slideLayouts/slideLayout8.xml" Id="R64822d7aef0f48e1" /><Relationship Type="http://schemas.openxmlformats.org/officeDocument/2006/relationships/slideLayout" Target="/ppt/slideLayouts/slideLayout9.xml" Id="R80167a4972f142a0" /><Relationship Type="http://schemas.openxmlformats.org/officeDocument/2006/relationships/slideLayout" Target="/ppt/slideLayouts/slideLayout10.xml" Id="R77f3af389cff4f48" /><Relationship Type="http://schemas.openxmlformats.org/officeDocument/2006/relationships/slideLayout" Target="/ppt/slideLayouts/slideLayout11.xml" Id="R1717a3aecd304111" /><Relationship Type="http://schemas.openxmlformats.org/officeDocument/2006/relationships/slideLayout" Target="/ppt/slideLayouts/slideLayout12.xml" Id="R2e26d776eed24277"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aa491a636c3b4bf5" /><Relationship Type="http://schemas.openxmlformats.org/officeDocument/2006/relationships/slideLayout" Target="/ppt/slideLayouts/slideLayout13.xml" Id="Rcd35d6a8a18d43a0"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caca4e93cebb42b7"/>
    <p:sldLayoutId xmlns:r="http://schemas.openxmlformats.org/officeDocument/2006/relationships" id="2147483650" r:id="R176e9955eb054645"/>
    <p:sldLayoutId xmlns:r="http://schemas.openxmlformats.org/officeDocument/2006/relationships" id="2147483651" r:id="Rc419b05216df494b"/>
    <p:sldLayoutId xmlns:r="http://schemas.openxmlformats.org/officeDocument/2006/relationships" id="2147483652" r:id="R7e576d70564a4c2d"/>
    <p:sldLayoutId xmlns:r="http://schemas.openxmlformats.org/officeDocument/2006/relationships" id="2147483653" r:id="R1c53469dae00481f"/>
    <p:sldLayoutId xmlns:r="http://schemas.openxmlformats.org/officeDocument/2006/relationships" id="2147483654" r:id="Rb3e433d833bb4c5e"/>
    <p:sldLayoutId xmlns:r="http://schemas.openxmlformats.org/officeDocument/2006/relationships" id="2147483655" r:id="R6408f1700c8d49d4"/>
    <p:sldLayoutId xmlns:r="http://schemas.openxmlformats.org/officeDocument/2006/relationships" id="2147483656" r:id="R64822d7aef0f48e1"/>
    <p:sldLayoutId xmlns:r="http://schemas.openxmlformats.org/officeDocument/2006/relationships" id="2147483657" r:id="R80167a4972f142a0"/>
    <p:sldLayoutId xmlns:r="http://schemas.openxmlformats.org/officeDocument/2006/relationships" id="2147483658" r:id="R77f3af389cff4f48"/>
    <p:sldLayoutId xmlns:r="http://schemas.openxmlformats.org/officeDocument/2006/relationships" id="2147483659" r:id="R1717a3aecd304111"/>
    <p:sldLayoutId xmlns:r="http://schemas.openxmlformats.org/officeDocument/2006/relationships" id="2147483660" r:id="R2e26d776eed24277"/>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cd35d6a8a18d43a0"/>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a2b07accc4b433e" /><Relationship Type="http://schemas.openxmlformats.org/officeDocument/2006/relationships/image" Target="/ppt/media/image.png" Id="R9a8d7a2c13f947a6" /><Relationship Type="http://schemas.openxmlformats.org/officeDocument/2006/relationships/notesSlide" Target="/ppt/notesSlides/notesSlide1.xml" Id="R05de55238af34f2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cfe167968249b1" /><Relationship Type="http://schemas.openxmlformats.org/officeDocument/2006/relationships/image" Target="/ppt/media/image.png" Id="R4e28017d02b14988" /><Relationship Type="http://schemas.openxmlformats.org/officeDocument/2006/relationships/notesSlide" Target="/ppt/notesSlides/notesSlide2.xml" Id="Rfbbd1f1b78aa43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772a67dff074451" /><Relationship Type="http://schemas.openxmlformats.org/officeDocument/2006/relationships/image" Target="/ppt/media/image.png" Id="Rcf039cb733d544b6" /><Relationship Type="http://schemas.openxmlformats.org/officeDocument/2006/relationships/notesSlide" Target="/ppt/notesSlides/notesSlide3.xml" Id="Rccfca0f84b184f4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8037175d3f5498c" /><Relationship Type="http://schemas.openxmlformats.org/officeDocument/2006/relationships/image" Target="/ppt/media/image.png" Id="R6baa8eb715204693" /><Relationship Type="http://schemas.openxmlformats.org/officeDocument/2006/relationships/notesSlide" Target="/ppt/notesSlides/notesSlide4.xml" Id="R7497ce439e4a483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1715b135c04e1a" /><Relationship Type="http://schemas.openxmlformats.org/officeDocument/2006/relationships/image" Target="/ppt/media/image.png" Id="R81e377c9c65b45ea" /><Relationship Type="http://schemas.openxmlformats.org/officeDocument/2006/relationships/notesSlide" Target="/ppt/notesSlides/notesSlide5.xml" Id="Ra77bc6c687724fb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1d0de958c5f4f22" /><Relationship Type="http://schemas.openxmlformats.org/officeDocument/2006/relationships/image" Target="/ppt/media/image.png" Id="R22dedbc53ce24927" /><Relationship Type="http://schemas.openxmlformats.org/officeDocument/2006/relationships/notesSlide" Target="/ppt/notesSlides/notesSlide6.xml" Id="R73e17647faac494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893506dbc8e45a0" /><Relationship Type="http://schemas.openxmlformats.org/officeDocument/2006/relationships/image" Target="/ppt/media/image.png" Id="R91e45b17df67497f" /><Relationship Type="http://schemas.openxmlformats.org/officeDocument/2006/relationships/notesSlide" Target="/ppt/notesSlides/notesSlide7.xml" Id="R303c124058624b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1440fce01324272" /><Relationship Type="http://schemas.openxmlformats.org/officeDocument/2006/relationships/image" Target="/ppt/media/image.png" Id="R337952a2c23e40ed" /><Relationship Type="http://schemas.openxmlformats.org/officeDocument/2006/relationships/notesSlide" Target="/ppt/notesSlides/notesSlide8.xml" Id="Rebb55d51a9ef41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dfb69895ba44967" /><Relationship Type="http://schemas.openxmlformats.org/officeDocument/2006/relationships/image" Target="/ppt/media/image.png" Id="Rf923a1115ac64ab8" /><Relationship Type="http://schemas.openxmlformats.org/officeDocument/2006/relationships/notesSlide" Target="/ppt/notesSlides/notesSlide9.xml" Id="Rff451c996abe41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ad549662df44edb" /><Relationship Type="http://schemas.openxmlformats.org/officeDocument/2006/relationships/image" Target="/ppt/media/image.png" Id="R0d95b62a237e43fb" /><Relationship Type="http://schemas.openxmlformats.org/officeDocument/2006/relationships/notesSlide" Target="/ppt/notesSlides/notesSlide10.xml" Id="Rc383cef10c3549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a80d64f8b3a4e78" /><Relationship Type="http://schemas.openxmlformats.org/officeDocument/2006/relationships/image" Target="/ppt/media/image.png" Id="Rd5e056ec871c4ed4" /><Relationship Type="http://schemas.openxmlformats.org/officeDocument/2006/relationships/notesSlide" Target="/ppt/notesSlides/notesSlide11.xml" Id="R9701e776a13849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2ab5f9699c54f73" /><Relationship Type="http://schemas.openxmlformats.org/officeDocument/2006/relationships/image" Target="/ppt/media/image.png" Id="R6a4a0b2788ea4010" /><Relationship Type="http://schemas.openxmlformats.org/officeDocument/2006/relationships/notesSlide" Target="/ppt/notesSlides/notesSlide12.xml" Id="R6564ce54aa9547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053fb07985644e1" /><Relationship Type="http://schemas.openxmlformats.org/officeDocument/2006/relationships/image" Target="/ppt/media/image.png" Id="R82bb0430659e4d22" /><Relationship Type="http://schemas.openxmlformats.org/officeDocument/2006/relationships/notesSlide" Target="/ppt/notesSlides/notesSlide13.xml" Id="Rdc11389757e8465b"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9a8d7a2c13f947a6">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1: Create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2: Print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3: Add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e28017d02b1498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e28017d02b1498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e28017d02b1498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e28017d02b1498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cf039cb733d544b6">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cf039cb733d544b6">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cf039cb733d544b6">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cf039cb733d544b6">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baa8eb71520469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baa8eb71520469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baa8eb71520469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baa8eb71520469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One terminal</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Stay in your Mac terminal or Windows PowerShell.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Apply a step,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scripts handle Ubuntu and generate example activity automatically.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Every run</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Rebuild the current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Run for ten seconds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Show the result and stop the 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Save output to 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1e377c9c65b45ea">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1e377c9c65b45ea">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1e377c9c65b45ea">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1e377c9c65b45ea">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22dedbc53ce24927">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22dedbc53ce24927">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22dedbc53ce24927">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22dedbc53ce24927">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1e45b17df67497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1e45b17df67497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1e45b17df67497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1e45b17df67497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37952a2c23e40ed">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37952a2c23e40ed">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37952a2c23e40ed">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37952a2c23e40ed">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and prints event names. Run captures for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f923a1115ac64ab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f923a1115ac64ab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f923a1115ac64ab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f923a1115ac64ab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Print the returned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Skip statuses with no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Report errors instead of treating them as events.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Print each event name. File operations, process activity and other events appear together.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SCAP_TIMEOUT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result == SCAP_FILTERED_EVENT)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continue;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SCAP_EOF) { break;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if(result != SCAP_SUCCESS)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throw std::runtime_error(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inspector.getlasterr());</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++received;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std::cout &lt;&lt; event-&gt;get_name()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'\n';</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0d95b62a237e43fb">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0d95b62a237e43fb">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0d95b62a237e43fb">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0d95b62a237e43fb">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PID and process name to the existing event output.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Keep every returned event, even when process context is unavailable.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event-&gt;get_name();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std::cout &lt;&lt; " pid=" &lt;&lt; 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 name=" &lt;&lt;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d5e056ec871c4ed4">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d5e056ec871c4ed4">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d5e056ec871c4ed4">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d5e056ec871c4ed4">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Print.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Common syscall events with PID and process name.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writes the complete collector. Run rebuilds and captures.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Example output; PID and count will vary</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openat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read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close pid=1234 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Saved on your laptop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logs/latest.log</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6a4a0b2788ea4010">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6a4a0b2788ea4010">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6a4a0b2788ea4010">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6a4a0b2788ea4010">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collector monitors the Ubuntu VM.</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handles capture. libsinsp adds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Stop the VM when you are done.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multipass stop falco-lab</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Next time, use your run script.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It starts the VM automatically.</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82bb0430659e4d2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82bb0430659e4d2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82bb0430659e4d2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82bb0430659e4d2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2026-10-01T23:30:40.1820000Z</dcterms:created>
  <dcterms:modified xsi:type="dcterms:W3CDTF">2026-10-01T23:30:40.1820000Z</dcterms:modified>
</coreProperties>
</file>