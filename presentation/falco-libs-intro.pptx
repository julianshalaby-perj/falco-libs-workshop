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6380ce2cfe446a5" /><Relationship Type="http://schemas.openxmlformats.org/officeDocument/2006/relationships/extended-properties" Target="/docProps/app.xml" Id="R8532e5a6e2cb4648" /><Relationship Type="http://schemas.openxmlformats.org/officeDocument/2006/relationships/officeDocument" Target="/ppt/presentation.xml" Id="R5aee0edf3ded40aa"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30544e4e025b4228"/>
    <p:sldMasterId xmlns:r="http://schemas.openxmlformats.org/officeDocument/2006/relationships" id="2147483661" r:id="R7d6f5434dcf2429a"/>
  </p:sldMasterIdLst>
  <p:notesMasterIdLst>
    <p:notesMasterId xmlns:r="http://schemas.openxmlformats.org/officeDocument/2006/relationships" r:id="Re51ceba7e6c8434e"/>
  </p:notesMasterIdLst>
  <p:sldIdLst>
    <p:sldId xmlns:r="http://schemas.openxmlformats.org/officeDocument/2006/relationships" id="256" r:id="Ra6fc1dddceaa4c73"/>
    <p:sldId xmlns:r="http://schemas.openxmlformats.org/officeDocument/2006/relationships" id="257" r:id="R2ab3aebef75243f9"/>
    <p:sldId xmlns:r="http://schemas.openxmlformats.org/officeDocument/2006/relationships" id="258" r:id="R4ed4e8c76dfc4962"/>
    <p:sldId xmlns:r="http://schemas.openxmlformats.org/officeDocument/2006/relationships" id="259" r:id="Re4c858ae67d54fd9"/>
    <p:sldId xmlns:r="http://schemas.openxmlformats.org/officeDocument/2006/relationships" id="260" r:id="R830d8a0389084f43"/>
    <p:sldId xmlns:r="http://schemas.openxmlformats.org/officeDocument/2006/relationships" id="261" r:id="R790bd84c1d354b65"/>
    <p:sldId xmlns:r="http://schemas.openxmlformats.org/officeDocument/2006/relationships" id="262" r:id="Rc45348cc941e4c58"/>
    <p:sldId xmlns:r="http://schemas.openxmlformats.org/officeDocument/2006/relationships" id="263" r:id="R06bd5315dce145f4"/>
    <p:sldId xmlns:r="http://schemas.openxmlformats.org/officeDocument/2006/relationships" id="264" r:id="Ra7fa815be90c4739"/>
    <p:sldId xmlns:r="http://schemas.openxmlformats.org/officeDocument/2006/relationships" id="265" r:id="Rd76cb6b8c73c4325"/>
    <p:sldId xmlns:r="http://schemas.openxmlformats.org/officeDocument/2006/relationships" id="266" r:id="Ra85b8d472ca942c5"/>
    <p:sldId xmlns:r="http://schemas.openxmlformats.org/officeDocument/2006/relationships" id="267" r:id="R833ee0ac12de43a6"/>
  </p:sldIdLst>
  <p:sldSz cx="9144000" cy="5143500"/>
  <p:notesSz cx="6858000" cy="9144000"/>
  <p:embeddedFontLst>
    <p:embeddedFont>
      <p:font typeface="Roboto Mono Medium"/>
      <p:regular xmlns:r="http://schemas.openxmlformats.org/officeDocument/2006/relationships" r:id="R3d1e3f9a8f7f4095"/>
      <p:bold xmlns:r="http://schemas.openxmlformats.org/officeDocument/2006/relationships" r:id="R3657adb79e92498f"/>
      <p:italic xmlns:r="http://schemas.openxmlformats.org/officeDocument/2006/relationships" r:id="R09a97f94df784faf"/>
      <p:boldItalic xmlns:r="http://schemas.openxmlformats.org/officeDocument/2006/relationships" r:id="Rc69f112042854958"/>
    </p:embeddedFont>
    <p:embeddedFont>
      <p:font typeface="Inter SemiBold"/>
      <p:regular xmlns:r="http://schemas.openxmlformats.org/officeDocument/2006/relationships" r:id="R4bb76ff7a19d4225"/>
      <p:bold xmlns:r="http://schemas.openxmlformats.org/officeDocument/2006/relationships" r:id="Rb510d45d58d04e4e"/>
      <p:italic xmlns:r="http://schemas.openxmlformats.org/officeDocument/2006/relationships" r:id="R8949635c59644de2"/>
      <p:boldItalic xmlns:r="http://schemas.openxmlformats.org/officeDocument/2006/relationships" r:id="R6da069ed33884222"/>
    </p:embeddedFont>
    <p:embeddedFont>
      <p:font typeface="Montserrat Black"/>
      <p:bold xmlns:r="http://schemas.openxmlformats.org/officeDocument/2006/relationships" r:id="R7273b3cf0b8346f6"/>
      <p:boldItalic xmlns:r="http://schemas.openxmlformats.org/officeDocument/2006/relationships" r:id="Rbd4a5c888a134e8b"/>
    </p:embeddedFont>
    <p:embeddedFont>
      <p:font typeface="Montserrat"/>
      <p:bold xmlns:r="http://schemas.openxmlformats.org/officeDocument/2006/relationships" r:id="R43e4587ac019459b"/>
      <p:boldItalic xmlns:r="http://schemas.openxmlformats.org/officeDocument/2006/relationships" r:id="Rea0232c405b54b73"/>
    </p:embeddedFont>
    <p:embeddedFont>
      <p:font typeface="Inter"/>
      <p:regular xmlns:r="http://schemas.openxmlformats.org/officeDocument/2006/relationships" r:id="Rc5d329fb311744fc"/>
      <p:bold xmlns:r="http://schemas.openxmlformats.org/officeDocument/2006/relationships" r:id="R6565329590844af7"/>
      <p:italic xmlns:r="http://schemas.openxmlformats.org/officeDocument/2006/relationships" r:id="R831ccf4e91cd4234"/>
      <p:boldItalic xmlns:r="http://schemas.openxmlformats.org/officeDocument/2006/relationships" r:id="R952aefb262244a41"/>
    </p:embeddedFont>
    <p:embeddedFont>
      <p:font typeface="Montserrat ExtraBold"/>
      <p:bold xmlns:r="http://schemas.openxmlformats.org/officeDocument/2006/relationships" r:id="Raf1974a297a442b6"/>
      <p:boldItalic xmlns:r="http://schemas.openxmlformats.org/officeDocument/2006/relationships" r:id="R402d95e4a7864285"/>
    </p:embeddedFont>
    <p:embeddedFont>
      <p:font typeface="Roboto Mono"/>
      <p:bold xmlns:r="http://schemas.openxmlformats.org/officeDocument/2006/relationships" r:id="R769d9f5621764dc9"/>
      <p:boldItalic xmlns:r="http://schemas.openxmlformats.org/officeDocument/2006/relationships" r:id="R822ce61896f04bab"/>
    </p:embeddedFont>
    <p:embeddedFont>
      <p:font typeface="Inter Medium"/>
      <p:regular xmlns:r="http://schemas.openxmlformats.org/officeDocument/2006/relationships" r:id="R6d78892617be404e"/>
      <p:bold xmlns:r="http://schemas.openxmlformats.org/officeDocument/2006/relationships" r:id="Rb4cdb389213c4084"/>
      <p:italic xmlns:r="http://schemas.openxmlformats.org/officeDocument/2006/relationships" r:id="Rc5986b7d128544df"/>
      <p:boldItalic xmlns:r="http://schemas.openxmlformats.org/officeDocument/2006/relationships" r:id="Rf0c4455c650d4895"/>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c381e56bfee145f3" /><Relationship Type="http://schemas.openxmlformats.org/officeDocument/2006/relationships/slideMaster" Target="/ppt/slideMasters/slideMaster1.xml" Id="R30544e4e025b4228" /><Relationship Type="http://schemas.openxmlformats.org/officeDocument/2006/relationships/slideMaster" Target="/ppt/slideMasters/slideMaster2.xml" Id="R7d6f5434dcf2429a" /><Relationship Type="http://schemas.openxmlformats.org/officeDocument/2006/relationships/notesMaster" Target="/ppt/notesMasters/notesMaster1.xml" Id="Re51ceba7e6c8434e" /><Relationship Type="http://schemas.openxmlformats.org/officeDocument/2006/relationships/presProps" Target="/ppt/presProps.xml" Id="Rb80ff2d8ac6744b0" /><Relationship Type="http://schemas.openxmlformats.org/officeDocument/2006/relationships/viewProps" Target="/ppt/viewProps.xml" Id="R0cbc3599639b492a" /><Relationship Type="http://schemas.openxmlformats.org/officeDocument/2006/relationships/tableStyles" Target="/ppt/tableStyles.xml" Id="R34bcc81d0afb4509" /><Relationship Type="http://schemas.openxmlformats.org/officeDocument/2006/relationships/font" Target="/ppt/fonts/font.dat" Id="R3d1e3f9a8f7f4095" /><Relationship Type="http://schemas.openxmlformats.org/officeDocument/2006/relationships/font" Target="/ppt/fonts/font2.dat" Id="R3657adb79e92498f" /><Relationship Type="http://schemas.openxmlformats.org/officeDocument/2006/relationships/font" Target="/ppt/fonts/font3.dat" Id="R09a97f94df784faf" /><Relationship Type="http://schemas.openxmlformats.org/officeDocument/2006/relationships/font" Target="/ppt/fonts/font4.dat" Id="Rc69f112042854958" /><Relationship Type="http://schemas.openxmlformats.org/officeDocument/2006/relationships/font" Target="/ppt/fonts/font5.dat" Id="R4bb76ff7a19d4225" /><Relationship Type="http://schemas.openxmlformats.org/officeDocument/2006/relationships/font" Target="/ppt/fonts/font6.dat" Id="Rb510d45d58d04e4e" /><Relationship Type="http://schemas.openxmlformats.org/officeDocument/2006/relationships/font" Target="/ppt/fonts/font7.dat" Id="R8949635c59644de2" /><Relationship Type="http://schemas.openxmlformats.org/officeDocument/2006/relationships/font" Target="/ppt/fonts/font8.dat" Id="R6da069ed33884222" /><Relationship Type="http://schemas.openxmlformats.org/officeDocument/2006/relationships/font" Target="/ppt/fonts/font9.dat" Id="R7273b3cf0b8346f6" /><Relationship Type="http://schemas.openxmlformats.org/officeDocument/2006/relationships/font" Target="/ppt/fonts/font10.dat" Id="Rbd4a5c888a134e8b" /><Relationship Type="http://schemas.openxmlformats.org/officeDocument/2006/relationships/font" Target="/ppt/fonts/font11.dat" Id="R43e4587ac019459b" /><Relationship Type="http://schemas.openxmlformats.org/officeDocument/2006/relationships/font" Target="/ppt/fonts/font12.dat" Id="Rea0232c405b54b73" /><Relationship Type="http://schemas.openxmlformats.org/officeDocument/2006/relationships/font" Target="/ppt/fonts/font13.dat" Id="Rc5d329fb311744fc" /><Relationship Type="http://schemas.openxmlformats.org/officeDocument/2006/relationships/font" Target="/ppt/fonts/font14.dat" Id="R6565329590844af7" /><Relationship Type="http://schemas.openxmlformats.org/officeDocument/2006/relationships/font" Target="/ppt/fonts/font15.dat" Id="R831ccf4e91cd4234" /><Relationship Type="http://schemas.openxmlformats.org/officeDocument/2006/relationships/font" Target="/ppt/fonts/font16.dat" Id="R952aefb262244a41" /><Relationship Type="http://schemas.openxmlformats.org/officeDocument/2006/relationships/font" Target="/ppt/fonts/font17.dat" Id="Raf1974a297a442b6" /><Relationship Type="http://schemas.openxmlformats.org/officeDocument/2006/relationships/font" Target="/ppt/fonts/font18.dat" Id="R402d95e4a7864285" /><Relationship Type="http://schemas.openxmlformats.org/officeDocument/2006/relationships/font" Target="/ppt/fonts/font19.dat" Id="R769d9f5621764dc9" /><Relationship Type="http://schemas.openxmlformats.org/officeDocument/2006/relationships/font" Target="/ppt/fonts/font20.dat" Id="R822ce61896f04bab" /><Relationship Type="http://schemas.openxmlformats.org/officeDocument/2006/relationships/font" Target="/ppt/fonts/font21.dat" Id="R6d78892617be404e" /><Relationship Type="http://schemas.openxmlformats.org/officeDocument/2006/relationships/font" Target="/ppt/fonts/font22.dat" Id="Rb4cdb389213c4084" /><Relationship Type="http://schemas.openxmlformats.org/officeDocument/2006/relationships/font" Target="/ppt/fonts/font23.dat" Id="Rc5986b7d128544df" /><Relationship Type="http://schemas.openxmlformats.org/officeDocument/2006/relationships/font" Target="/ppt/fonts/font24.dat" Id="Rf0c4455c650d4895" /><Relationship Type="http://schemas.openxmlformats.org/officeDocument/2006/relationships/slide" Target="/ppt/slides/slide1.xml" Id="Ra6fc1dddceaa4c73" /><Relationship Type="http://schemas.openxmlformats.org/officeDocument/2006/relationships/slide" Target="/ppt/slides/slide2.xml" Id="R2ab3aebef75243f9" /><Relationship Type="http://schemas.openxmlformats.org/officeDocument/2006/relationships/slide" Target="/ppt/slides/slide3.xml" Id="R4ed4e8c76dfc4962" /><Relationship Type="http://schemas.openxmlformats.org/officeDocument/2006/relationships/slide" Target="/ppt/slides/slide4.xml" Id="Re4c858ae67d54fd9" /><Relationship Type="http://schemas.openxmlformats.org/officeDocument/2006/relationships/slide" Target="/ppt/slides/slide5.xml" Id="R830d8a0389084f43" /><Relationship Type="http://schemas.openxmlformats.org/officeDocument/2006/relationships/slide" Target="/ppt/slides/slide6.xml" Id="R790bd84c1d354b65" /><Relationship Type="http://schemas.openxmlformats.org/officeDocument/2006/relationships/slide" Target="/ppt/slides/slide7.xml" Id="Rc45348cc941e4c58" /><Relationship Type="http://schemas.openxmlformats.org/officeDocument/2006/relationships/slide" Target="/ppt/slides/slide8.xml" Id="R06bd5315dce145f4" /><Relationship Type="http://schemas.openxmlformats.org/officeDocument/2006/relationships/slide" Target="/ppt/slides/slide9.xml" Id="Ra7fa815be90c4739" /><Relationship Type="http://schemas.openxmlformats.org/officeDocument/2006/relationships/slide" Target="/ppt/slides/slide10.xml" Id="Rd76cb6b8c73c4325" /><Relationship Type="http://schemas.openxmlformats.org/officeDocument/2006/relationships/slide" Target="/ppt/slides/slide11.xml" Id="Ra85b8d472ca942c5" /><Relationship Type="http://schemas.openxmlformats.org/officeDocument/2006/relationships/slide" Target="/ppt/slides/slide12.xml" Id="R833ee0ac12de43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d9b920859099493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da54b582414d99" /><Relationship Type="http://schemas.openxmlformats.org/officeDocument/2006/relationships/notesMaster" Target="/ppt/notesMasters/notesMaster1.xml" Id="R28ebc67ba8e94eb3" /></Relationships>
</file>

<file path=ppt/notesSlides/_rels/notesSlide2.xml.rels>&#65279;<?xml version="1.0" encoding="utf-8"?><Relationships xmlns="http://schemas.openxmlformats.org/package/2006/relationships"><Relationship Type="http://schemas.openxmlformats.org/officeDocument/2006/relationships/slide" Target="/ppt/slides/slide2.xml" Id="R1179a267bc7343da" /><Relationship Type="http://schemas.openxmlformats.org/officeDocument/2006/relationships/notesMaster" Target="/ppt/notesMasters/notesMaster1.xml" Id="Rc3580154415f47d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a039184be5456b" /><Relationship Type="http://schemas.openxmlformats.org/officeDocument/2006/relationships/notesMaster" Target="/ppt/notesMasters/notesMaster1.xml" Id="R91fbd18073d04a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dbdf9f22b1544f82" /><Relationship Type="http://schemas.openxmlformats.org/officeDocument/2006/relationships/notesMaster" Target="/ppt/notesMasters/notesMaster1.xml" Id="Rc2952a75544e4c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b5ac942b1714756" /><Relationship Type="http://schemas.openxmlformats.org/officeDocument/2006/relationships/notesMaster" Target="/ppt/notesMasters/notesMaster1.xml" Id="Ra13e92d7478245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eddc888023bf42e2" /><Relationship Type="http://schemas.openxmlformats.org/officeDocument/2006/relationships/notesMaster" Target="/ppt/notesMasters/notesMaster1.xml" Id="R0a2f52e94b184d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c97cc9b29e8f4de2" /><Relationship Type="http://schemas.openxmlformats.org/officeDocument/2006/relationships/notesMaster" Target="/ppt/notesMasters/notesMaster1.xml" Id="R47e3112fe8d74b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aef3d4a39e547fe" /><Relationship Type="http://schemas.openxmlformats.org/officeDocument/2006/relationships/notesMaster" Target="/ppt/notesMasters/notesMaster1.xml" Id="R74767788c4734e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aaaadf03b34fc7" /><Relationship Type="http://schemas.openxmlformats.org/officeDocument/2006/relationships/notesMaster" Target="/ppt/notesMasters/notesMaster1.xml" Id="R8cfe7598b2fd437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24ece9c54f64feb" /><Relationship Type="http://schemas.openxmlformats.org/officeDocument/2006/relationships/notesMaster" Target="/ppt/notesMasters/notesMaster1.xml" Id="Rcdcd6a72bfb4494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570e0051ad4988" /><Relationship Type="http://schemas.openxmlformats.org/officeDocument/2006/relationships/notesMaster" Target="/ppt/notesMasters/notesMaster1.xml" Id="R2d900814644a46a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4bea6c566ac4a93" /><Relationship Type="http://schemas.openxmlformats.org/officeDocument/2006/relationships/notesMaster" Target="/ppt/notesMasters/notesMaster1.xml" Id="R923cd441fa7841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reading, filtering,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minimal process execution records.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Setup is optional for attendees who prefer to watch. The scripts offer to install Multipass, create an Ubuntu 24.04 VM, copy the starter and step scripts, install dependencies, and build the starter. Complete setup before the session if possible because the first library build takes time. Follow OS administrator prompts and any Windows restart request.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From this point, all step-script and collector commands run inside Ubuntu. The collector attaches to the VM kernel from inside the VM. It does not remotely attach to a VM or monitor the Mac/Windows kernel.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an excerpt of the starter. The actual status line says Attached to the Ubuntu kernel. A successful open/start is what demonstrates attachment. Keep this first run brief: no next() loop drains the buffers yet. Press Enter for a clean stop.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these commands inside Ubuntu, without sudo. Each script writes the full source from its embedded code block, builds the application, then requests sudo for a ten-second capture. It overwrites any edits to main.cpp. Do not start the next script until the previous capture stops. The first library build happens during setup; these scripts rebuild the application.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1. The count is events delivered successfully to this application, not a count of all syscalls on the machine. This first unfiltered run sees background activity. Run /usr/bin/id in terminal B if desired.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&lt; direction is a syscall exit event, not process termination. Filtering chooses which events next() returns to the application. The default driver syscall set is unchanged, so libsinsp can still maintain its process and file state. Do not promise exactly one event; other processes may execute during the window.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not a promise of one event. Step 3 includes all previous additions and works without running steps 1 and 2 first. It overwrites main.cpp, rebuilds, and starts capture. Process execution exit events can include failed calls; this workshop does not add success-only conditions or detection logic.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Troubleshooting: run the collector with sudo inside Ubuntu. If build/bin/workshop-agent does not exist, rerun the host setup script. It preserves existing source edits. If Multipass commands are missing immediately after installation, reopen the host terminal. Setup waits for the Ubuntu image catalog before launch. Windows setup has not been rehearsed here.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1cc700d79b5451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71f57d065ec4a4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3643a5fa6b946b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b3181f9947b453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c3de7d35115465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d0de39b252e4717"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2c3c2ffbce4436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a697acc5dfb4dd2"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0c31bcb0958f4dea"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c61f5f5b98354c2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55cf7e588534e62"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f377ad3b8f654930"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51a0cf28d4f14e6d"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3a1615d22d41db" /><Relationship Type="http://schemas.openxmlformats.org/officeDocument/2006/relationships/slideLayout" Target="/ppt/slideLayouts/slideLayout1.xml" Id="R5fb106863a8345b8" /><Relationship Type="http://schemas.openxmlformats.org/officeDocument/2006/relationships/slideLayout" Target="/ppt/slideLayouts/slideLayout2.xml" Id="Rbac6ac8561644251" /><Relationship Type="http://schemas.openxmlformats.org/officeDocument/2006/relationships/slideLayout" Target="/ppt/slideLayouts/slideLayout3.xml" Id="R6faa74a75da54123" /><Relationship Type="http://schemas.openxmlformats.org/officeDocument/2006/relationships/slideLayout" Target="/ppt/slideLayouts/slideLayout4.xml" Id="R080e7ed6b2384a34" /><Relationship Type="http://schemas.openxmlformats.org/officeDocument/2006/relationships/slideLayout" Target="/ppt/slideLayouts/slideLayout5.xml" Id="R800c65db7adf4f0a" /><Relationship Type="http://schemas.openxmlformats.org/officeDocument/2006/relationships/slideLayout" Target="/ppt/slideLayouts/slideLayout6.xml" Id="R3218214672554d4d" /><Relationship Type="http://schemas.openxmlformats.org/officeDocument/2006/relationships/slideLayout" Target="/ppt/slideLayouts/slideLayout7.xml" Id="Rc428ca4a21d94b77" /><Relationship Type="http://schemas.openxmlformats.org/officeDocument/2006/relationships/slideLayout" Target="/ppt/slideLayouts/slideLayout8.xml" Id="R0f213642a275474d" /><Relationship Type="http://schemas.openxmlformats.org/officeDocument/2006/relationships/slideLayout" Target="/ppt/slideLayouts/slideLayout9.xml" Id="R41c27b0b5e2047e8" /><Relationship Type="http://schemas.openxmlformats.org/officeDocument/2006/relationships/slideLayout" Target="/ppt/slideLayouts/slideLayout10.xml" Id="R9c53fa797e6a4715" /><Relationship Type="http://schemas.openxmlformats.org/officeDocument/2006/relationships/slideLayout" Target="/ppt/slideLayouts/slideLayout11.xml" Id="R510e66d437b4494c" /><Relationship Type="http://schemas.openxmlformats.org/officeDocument/2006/relationships/slideLayout" Target="/ppt/slideLayouts/slideLayout12.xml" Id="Rabe987e9c41d4b24"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6f510f1d029a433d" /><Relationship Type="http://schemas.openxmlformats.org/officeDocument/2006/relationships/slideLayout" Target="/ppt/slideLayouts/slideLayout13.xml" Id="R9d185dda1c90404f"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5fb106863a8345b8"/>
    <p:sldLayoutId xmlns:r="http://schemas.openxmlformats.org/officeDocument/2006/relationships" id="2147483650" r:id="Rbac6ac8561644251"/>
    <p:sldLayoutId xmlns:r="http://schemas.openxmlformats.org/officeDocument/2006/relationships" id="2147483651" r:id="R6faa74a75da54123"/>
    <p:sldLayoutId xmlns:r="http://schemas.openxmlformats.org/officeDocument/2006/relationships" id="2147483652" r:id="R080e7ed6b2384a34"/>
    <p:sldLayoutId xmlns:r="http://schemas.openxmlformats.org/officeDocument/2006/relationships" id="2147483653" r:id="R800c65db7adf4f0a"/>
    <p:sldLayoutId xmlns:r="http://schemas.openxmlformats.org/officeDocument/2006/relationships" id="2147483654" r:id="R3218214672554d4d"/>
    <p:sldLayoutId xmlns:r="http://schemas.openxmlformats.org/officeDocument/2006/relationships" id="2147483655" r:id="Rc428ca4a21d94b77"/>
    <p:sldLayoutId xmlns:r="http://schemas.openxmlformats.org/officeDocument/2006/relationships" id="2147483656" r:id="R0f213642a275474d"/>
    <p:sldLayoutId xmlns:r="http://schemas.openxmlformats.org/officeDocument/2006/relationships" id="2147483657" r:id="R41c27b0b5e2047e8"/>
    <p:sldLayoutId xmlns:r="http://schemas.openxmlformats.org/officeDocument/2006/relationships" id="2147483658" r:id="R9c53fa797e6a4715"/>
    <p:sldLayoutId xmlns:r="http://schemas.openxmlformats.org/officeDocument/2006/relationships" id="2147483659" r:id="R510e66d437b4494c"/>
    <p:sldLayoutId xmlns:r="http://schemas.openxmlformats.org/officeDocument/2006/relationships" id="2147483660" r:id="Rabe987e9c41d4b24"/>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9d185dda1c90404f"/>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57dc8b09d264baf" /><Relationship Type="http://schemas.openxmlformats.org/officeDocument/2006/relationships/image" Target="/ppt/media/image.png" Id="Re44ca803def649bc" /><Relationship Type="http://schemas.openxmlformats.org/officeDocument/2006/relationships/notesSlide" Target="/ppt/notesSlides/notesSlide1.xml" Id="R017fe71e8c854a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3977396d4f7486b" /><Relationship Type="http://schemas.openxmlformats.org/officeDocument/2006/relationships/image" Target="/ppt/media/image.png" Id="R8eacb407f5104737" /><Relationship Type="http://schemas.openxmlformats.org/officeDocument/2006/relationships/notesSlide" Target="/ppt/notesSlides/notesSlide2.xml" Id="R25f40f5bee8846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71b2e3de2d84d11" /><Relationship Type="http://schemas.openxmlformats.org/officeDocument/2006/relationships/image" Target="/ppt/media/image.png" Id="Rc3df1a860cba448a" /><Relationship Type="http://schemas.openxmlformats.org/officeDocument/2006/relationships/notesSlide" Target="/ppt/notesSlides/notesSlide3.xml" Id="Rce4dc720be33493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e780919b700453d" /><Relationship Type="http://schemas.openxmlformats.org/officeDocument/2006/relationships/image" Target="/ppt/media/image.png" Id="R08cf9c65991141c7" /><Relationship Type="http://schemas.openxmlformats.org/officeDocument/2006/relationships/notesSlide" Target="/ppt/notesSlides/notesSlide4.xml" Id="R095fb2753c5f4e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c5ce4dee8aa4bc4" /><Relationship Type="http://schemas.openxmlformats.org/officeDocument/2006/relationships/image" Target="/ppt/media/image.png" Id="R69825bd9c9614397" /><Relationship Type="http://schemas.openxmlformats.org/officeDocument/2006/relationships/notesSlide" Target="/ppt/notesSlides/notesSlide5.xml" Id="R08491ec067554e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170f58d7b2648d3" /><Relationship Type="http://schemas.openxmlformats.org/officeDocument/2006/relationships/image" Target="/ppt/media/image.png" Id="R42df99f778c84dff" /><Relationship Type="http://schemas.openxmlformats.org/officeDocument/2006/relationships/notesSlide" Target="/ppt/notesSlides/notesSlide6.xml" Id="Raa6a4a42054b487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43f0d6719c44a93" /><Relationship Type="http://schemas.openxmlformats.org/officeDocument/2006/relationships/image" Target="/ppt/media/image.png" Id="R2b022930dbbd4bcd" /><Relationship Type="http://schemas.openxmlformats.org/officeDocument/2006/relationships/notesSlide" Target="/ppt/notesSlides/notesSlide7.xml" Id="R8b701ca9e31448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285c7101c7147ad" /><Relationship Type="http://schemas.openxmlformats.org/officeDocument/2006/relationships/image" Target="/ppt/media/image.png" Id="R283b331cd9a04a82" /><Relationship Type="http://schemas.openxmlformats.org/officeDocument/2006/relationships/notesSlide" Target="/ppt/notesSlides/notesSlide8.xml" Id="R00950ec94b8c4e6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1e7fb3b47164b25" /><Relationship Type="http://schemas.openxmlformats.org/officeDocument/2006/relationships/image" Target="/ppt/media/image.png" Id="R07ce3871c4374989" /><Relationship Type="http://schemas.openxmlformats.org/officeDocument/2006/relationships/notesSlide" Target="/ppt/notesSlides/notesSlide9.xml" Id="Raf283882c9d447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bd82da1fe07458d" /><Relationship Type="http://schemas.openxmlformats.org/officeDocument/2006/relationships/image" Target="/ppt/media/image.png" Id="R5261efca8f4c439f" /><Relationship Type="http://schemas.openxmlformats.org/officeDocument/2006/relationships/notesSlide" Target="/ppt/notesSlides/notesSlide10.xml" Id="R75937ce60f9f4d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631c166558e4339" /><Relationship Type="http://schemas.openxmlformats.org/officeDocument/2006/relationships/image" Target="/ppt/media/image.png" Id="R3c5846c17df84bd3" /><Relationship Type="http://schemas.openxmlformats.org/officeDocument/2006/relationships/notesSlide" Target="/ppt/notesSlides/notesSlide11.xml" Id="R40f0632f418044d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c41aa9925a64467" /><Relationship Type="http://schemas.openxmlformats.org/officeDocument/2006/relationships/image" Target="/ppt/media/image.png" Id="R1e528c83a7db42cc" /><Relationship Type="http://schemas.openxmlformats.org/officeDocument/2006/relationships/notesSlide" Target="/ppt/notesSlides/notesSlide12.xml" Id="R52f038eb4f254cd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e44ca803def649bc">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e44ca803def649bc">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e44ca803def649bc">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e44ca803def649bc">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e44ca803def649bc">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e44ca803def649bc">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e44ca803def649bc">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e44ca803def649bc">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0  Attach and wait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1  Read and count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2  Keep process executions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3  Add process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8eacb407f510473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8eacb407f510473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8eacb407f510473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8eacb407f510473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a:defRPr sz="1500">
                <a:solidFill>
                  <a:srgbClr val="4A5568"/>
                </a:solidFill>
                <a:latin typeface="Inter"/>
                <a:ea typeface="Inter"/>
                <a:cs typeface="Inter"/>
              </a:defRPr>
            </a:pPr>
            <a:r>
              <a:rPr sz="1500">
                <a:solidFill>
                  <a:srgbClr val="4A5568"/>
                </a:solidFill>
                <a:latin typeface="Inter"/>
                <a:ea typeface="Inter"/>
                <a:cs typeface="Inter"/>
              </a:rPr>
              <a:t>Following along? Open Terminal (Mac) or PowerShell (Windows).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Clone, then run setup for your OS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Mac</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a:t>
            </a:r>
            <a:r>
              <a:rPr sz="1500" b="0" i="0">
                <a:solidFill>
                  <a:srgbClr val="00E5FF"/>
                </a:solidFill>
                <a:latin typeface="Roboto Mono"/>
                <a:ea typeface="Roboto Mono"/>
                <a:cs typeface="Roboto Mono"/>
              </a:rPr>
              <a:t>scripts/setup-mac.sh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Windows (PowerShell)</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a:t>
            </a:r>
            <a:r>
              <a:rPr sz="1500" b="0" i="0">
                <a:solidFill>
                  <a:srgbClr val="00E5FF"/>
                </a:solidFill>
                <a:latin typeface="Roboto Mono"/>
                <a:ea typeface="Roboto Mono"/>
                <a:cs typeface="Roboto Mono"/>
              </a:rPr>
              <a:t>scripts/setup-windows.ps1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3df1a860cba448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3df1a860cba448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3df1a860cba448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3df1a860cba448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Two terminals inside Ubuntu</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two terminals on your laptop.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Enter the same VM in both.</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run the numbered step scripts.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 run a command for it to observe.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On your Mac or Windows host</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8cf9c65991141c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8cf9c65991141c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8cf9c65991141c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8cf9c65991141c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0: Attach</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starter opens the modern eBPF engine through libsinsp and libscap.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but does not read events yet.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it in A, then press Enter to stop.</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 — already provided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std::cin.get();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VM terminal A</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9825bd9c961439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9825bd9c961439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9825bd9c961439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9825bd9c961439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commands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script replaces main.cpp, rebuilds, and starts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Comment blocks mark what changed.</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step includes the earlier steps. You can rerun it or skip ahead.</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VM terminal A</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Run one step when we reach it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steps/step-1.sh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steps/step-2.sh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steps/step-3.sh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View the resulting code anytime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src/main.cpp</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2df99f778c84df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2df99f778c84df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2df99f778c84df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2df99f778c84df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bash steps/step-1.sh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adds the read loop and starts a ten-second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1: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b022930dbbd4bc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b022930dbbd4bc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b022930dbbd4bc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b022930dbbd4bc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Count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prints the count when capture ends. It varies with VM activity.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1: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 STEP 3 goes here later.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"Received " &lt;&lt;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 events." &lt;&lt; std::endl;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83b331cd9a04a8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83b331cd9a04a8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83b331cd9a04a8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83b331cd9a04a8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Keep process executions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bash steps/step-2.sh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this filter before opening capture. Run id in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count now covers execution exit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filter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and evt.dir=&lt;");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During capture, in VM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/usr/bin/id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7ce3871c4374989">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7ce3871c4374989">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7ce3871c4374989">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7ce3871c4374989">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bash steps/step-3.sh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process context to the read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id in B again during capture.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5261efca8f4c439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5261efca8f4c439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5261efca8f4c439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5261efca8f4c439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Read. Filter.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short line per process execution.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3 installs the complete collector.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execve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Received 1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Run the finished version directly</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steps/step-3.sh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its code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src/main.cpp</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c5846c17df84bd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c5846c17df84bd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c5846c17df84bd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c5846c17df84bd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start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e528c83a7db42cc">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e528c83a7db42cc">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e528c83a7db42cc">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e528c83a7db42cc">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2026-10-01T22:36:16.1700000Z</dcterms:created>
  <dcterms:modified xsi:type="dcterms:W3CDTF">2026-10-01T22:36:16.1700000Z</dcterms:modified>
</coreProperties>
</file>