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10c7adcec949d8" /><Relationship Type="http://schemas.openxmlformats.org/officeDocument/2006/relationships/extended-properties" Target="/docProps/app.xml" Id="R83f4ef46db744e74" /><Relationship Type="http://schemas.openxmlformats.org/officeDocument/2006/relationships/officeDocument" Target="/ppt/presentation.xml" Id="R4bba1e7a27934d6a"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b4602f825e845d7"/>
    <p:sldMasterId xmlns:r="http://schemas.openxmlformats.org/officeDocument/2006/relationships" id="2147483661" r:id="R32e88365e0674a66"/>
  </p:sldMasterIdLst>
  <p:notesMasterIdLst>
    <p:notesMasterId xmlns:r="http://schemas.openxmlformats.org/officeDocument/2006/relationships" r:id="R86acd9d6e8dc49a7"/>
  </p:notesMasterIdLst>
  <p:sldIdLst>
    <p:sldId xmlns:r="http://schemas.openxmlformats.org/officeDocument/2006/relationships" id="256" r:id="R280a5c9b54f348ec"/>
    <p:sldId xmlns:r="http://schemas.openxmlformats.org/officeDocument/2006/relationships" id="257" r:id="Rf913a9382d0e4fa7"/>
    <p:sldId xmlns:r="http://schemas.openxmlformats.org/officeDocument/2006/relationships" id="258" r:id="R509bb99a68074d1f"/>
    <p:sldId xmlns:r="http://schemas.openxmlformats.org/officeDocument/2006/relationships" id="259" r:id="R4c48cea4fb63438f"/>
    <p:sldId xmlns:r="http://schemas.openxmlformats.org/officeDocument/2006/relationships" id="260" r:id="Rd6834c89ab034bd0"/>
    <p:sldId xmlns:r="http://schemas.openxmlformats.org/officeDocument/2006/relationships" id="261" r:id="R0053cc89718a4d69"/>
    <p:sldId xmlns:r="http://schemas.openxmlformats.org/officeDocument/2006/relationships" id="262" r:id="R8e668eada55f479f"/>
    <p:sldId xmlns:r="http://schemas.openxmlformats.org/officeDocument/2006/relationships" id="263" r:id="R4b7661e06a6c40ec"/>
    <p:sldId xmlns:r="http://schemas.openxmlformats.org/officeDocument/2006/relationships" id="264" r:id="Rbad44ea6cd6240b9"/>
    <p:sldId xmlns:r="http://schemas.openxmlformats.org/officeDocument/2006/relationships" id="265" r:id="R721345be95cd426c"/>
    <p:sldId xmlns:r="http://schemas.openxmlformats.org/officeDocument/2006/relationships" id="266" r:id="R8e6639bc7a594c79"/>
    <p:sldId xmlns:r="http://schemas.openxmlformats.org/officeDocument/2006/relationships" id="267" r:id="R704a881438914800"/>
    <p:sldId xmlns:r="http://schemas.openxmlformats.org/officeDocument/2006/relationships" id="268" r:id="Rc08b5a94eec945fa"/>
    <p:sldId xmlns:r="http://schemas.openxmlformats.org/officeDocument/2006/relationships" id="269" r:id="Ra7408d412db74b15"/>
  </p:sldIdLst>
  <p:sldSz cx="9144000" cy="5143500"/>
  <p:notesSz cx="6858000" cy="9144000"/>
  <p:embeddedFontLst>
    <p:embeddedFont>
      <p:font typeface="Roboto Mono Medium"/>
      <p:regular xmlns:r="http://schemas.openxmlformats.org/officeDocument/2006/relationships" r:id="R17c04bb3d1f449b3"/>
      <p:bold xmlns:r="http://schemas.openxmlformats.org/officeDocument/2006/relationships" r:id="R2cd957607d7c4172"/>
      <p:italic xmlns:r="http://schemas.openxmlformats.org/officeDocument/2006/relationships" r:id="R9691da502e384301"/>
      <p:boldItalic xmlns:r="http://schemas.openxmlformats.org/officeDocument/2006/relationships" r:id="R5bb70e7eaf1b4afa"/>
    </p:embeddedFont>
    <p:embeddedFont>
      <p:font typeface="Inter SemiBold"/>
      <p:regular xmlns:r="http://schemas.openxmlformats.org/officeDocument/2006/relationships" r:id="R4dc8e88ae4564ce2"/>
      <p:bold xmlns:r="http://schemas.openxmlformats.org/officeDocument/2006/relationships" r:id="Rf0fd0272c3904f9b"/>
      <p:italic xmlns:r="http://schemas.openxmlformats.org/officeDocument/2006/relationships" r:id="R935a9e04cd04458d"/>
      <p:boldItalic xmlns:r="http://schemas.openxmlformats.org/officeDocument/2006/relationships" r:id="R3a8231fc19f04964"/>
    </p:embeddedFont>
    <p:embeddedFont>
      <p:font typeface="Montserrat Black"/>
      <p:bold xmlns:r="http://schemas.openxmlformats.org/officeDocument/2006/relationships" r:id="R7622d28712ce4dd8"/>
      <p:boldItalic xmlns:r="http://schemas.openxmlformats.org/officeDocument/2006/relationships" r:id="R803cc275e6e244b0"/>
    </p:embeddedFont>
    <p:embeddedFont>
      <p:font typeface="Montserrat"/>
      <p:bold xmlns:r="http://schemas.openxmlformats.org/officeDocument/2006/relationships" r:id="R290f2f9c3ff6494b"/>
      <p:boldItalic xmlns:r="http://schemas.openxmlformats.org/officeDocument/2006/relationships" r:id="R26815565b6424906"/>
    </p:embeddedFont>
    <p:embeddedFont>
      <p:font typeface="Inter"/>
      <p:regular xmlns:r="http://schemas.openxmlformats.org/officeDocument/2006/relationships" r:id="R551ba18fd7984269"/>
      <p:bold xmlns:r="http://schemas.openxmlformats.org/officeDocument/2006/relationships" r:id="Reaca3a9057044923"/>
      <p:italic xmlns:r="http://schemas.openxmlformats.org/officeDocument/2006/relationships" r:id="Rf7c391b0fe55452a"/>
      <p:boldItalic xmlns:r="http://schemas.openxmlformats.org/officeDocument/2006/relationships" r:id="Rd2773a98fd454ca7"/>
    </p:embeddedFont>
    <p:embeddedFont>
      <p:font typeface="Montserrat ExtraBold"/>
      <p:bold xmlns:r="http://schemas.openxmlformats.org/officeDocument/2006/relationships" r:id="Rd1e6634c87d544d7"/>
      <p:boldItalic xmlns:r="http://schemas.openxmlformats.org/officeDocument/2006/relationships" r:id="Rcc036fb17d8f4b65"/>
    </p:embeddedFont>
    <p:embeddedFont>
      <p:font typeface="Roboto Mono"/>
      <p:bold xmlns:r="http://schemas.openxmlformats.org/officeDocument/2006/relationships" r:id="Rcc5607f31a8347ea"/>
      <p:boldItalic xmlns:r="http://schemas.openxmlformats.org/officeDocument/2006/relationships" r:id="Rfd9713cb60dd4998"/>
    </p:embeddedFont>
    <p:embeddedFont>
      <p:font typeface="Inter Medium"/>
      <p:regular xmlns:r="http://schemas.openxmlformats.org/officeDocument/2006/relationships" r:id="R92f6fab7a95b4c18"/>
      <p:bold xmlns:r="http://schemas.openxmlformats.org/officeDocument/2006/relationships" r:id="R7b37d296c38b4838"/>
      <p:italic xmlns:r="http://schemas.openxmlformats.org/officeDocument/2006/relationships" r:id="Rb619c17261b94e47"/>
      <p:boldItalic xmlns:r="http://schemas.openxmlformats.org/officeDocument/2006/relationships" r:id="R8b308fce00bf4e96"/>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b8ebdc7ee26b4fe7" /><Relationship Type="http://schemas.openxmlformats.org/officeDocument/2006/relationships/slideMaster" Target="/ppt/slideMasters/slideMaster1.xml" Id="Rcb4602f825e845d7" /><Relationship Type="http://schemas.openxmlformats.org/officeDocument/2006/relationships/slideMaster" Target="/ppt/slideMasters/slideMaster2.xml" Id="R32e88365e0674a66" /><Relationship Type="http://schemas.openxmlformats.org/officeDocument/2006/relationships/notesMaster" Target="/ppt/notesMasters/notesMaster1.xml" Id="R86acd9d6e8dc49a7" /><Relationship Type="http://schemas.openxmlformats.org/officeDocument/2006/relationships/presProps" Target="/ppt/presProps.xml" Id="R0b8146752e6e4c49" /><Relationship Type="http://schemas.openxmlformats.org/officeDocument/2006/relationships/viewProps" Target="/ppt/viewProps.xml" Id="R18c52aba816746ac" /><Relationship Type="http://schemas.openxmlformats.org/officeDocument/2006/relationships/tableStyles" Target="/ppt/tableStyles.xml" Id="R6eeda3c70ec7406b" /><Relationship Type="http://schemas.openxmlformats.org/officeDocument/2006/relationships/font" Target="/ppt/fonts/font.dat" Id="R17c04bb3d1f449b3" /><Relationship Type="http://schemas.openxmlformats.org/officeDocument/2006/relationships/font" Target="/ppt/fonts/font2.dat" Id="R2cd957607d7c4172" /><Relationship Type="http://schemas.openxmlformats.org/officeDocument/2006/relationships/font" Target="/ppt/fonts/font3.dat" Id="R9691da502e384301" /><Relationship Type="http://schemas.openxmlformats.org/officeDocument/2006/relationships/font" Target="/ppt/fonts/font4.dat" Id="R5bb70e7eaf1b4afa" /><Relationship Type="http://schemas.openxmlformats.org/officeDocument/2006/relationships/font" Target="/ppt/fonts/font5.dat" Id="R4dc8e88ae4564ce2" /><Relationship Type="http://schemas.openxmlformats.org/officeDocument/2006/relationships/font" Target="/ppt/fonts/font6.dat" Id="Rf0fd0272c3904f9b" /><Relationship Type="http://schemas.openxmlformats.org/officeDocument/2006/relationships/font" Target="/ppt/fonts/font7.dat" Id="R935a9e04cd04458d" /><Relationship Type="http://schemas.openxmlformats.org/officeDocument/2006/relationships/font" Target="/ppt/fonts/font8.dat" Id="R3a8231fc19f04964" /><Relationship Type="http://schemas.openxmlformats.org/officeDocument/2006/relationships/font" Target="/ppt/fonts/font9.dat" Id="R7622d28712ce4dd8" /><Relationship Type="http://schemas.openxmlformats.org/officeDocument/2006/relationships/font" Target="/ppt/fonts/font10.dat" Id="R803cc275e6e244b0" /><Relationship Type="http://schemas.openxmlformats.org/officeDocument/2006/relationships/font" Target="/ppt/fonts/font11.dat" Id="R290f2f9c3ff6494b" /><Relationship Type="http://schemas.openxmlformats.org/officeDocument/2006/relationships/font" Target="/ppt/fonts/font12.dat" Id="R26815565b6424906" /><Relationship Type="http://schemas.openxmlformats.org/officeDocument/2006/relationships/font" Target="/ppt/fonts/font13.dat" Id="R551ba18fd7984269" /><Relationship Type="http://schemas.openxmlformats.org/officeDocument/2006/relationships/font" Target="/ppt/fonts/font14.dat" Id="Reaca3a9057044923" /><Relationship Type="http://schemas.openxmlformats.org/officeDocument/2006/relationships/font" Target="/ppt/fonts/font15.dat" Id="Rf7c391b0fe55452a" /><Relationship Type="http://schemas.openxmlformats.org/officeDocument/2006/relationships/font" Target="/ppt/fonts/font16.dat" Id="Rd2773a98fd454ca7" /><Relationship Type="http://schemas.openxmlformats.org/officeDocument/2006/relationships/font" Target="/ppt/fonts/font17.dat" Id="Rd1e6634c87d544d7" /><Relationship Type="http://schemas.openxmlformats.org/officeDocument/2006/relationships/font" Target="/ppt/fonts/font18.dat" Id="Rcc036fb17d8f4b65" /><Relationship Type="http://schemas.openxmlformats.org/officeDocument/2006/relationships/font" Target="/ppt/fonts/font19.dat" Id="Rcc5607f31a8347ea" /><Relationship Type="http://schemas.openxmlformats.org/officeDocument/2006/relationships/font" Target="/ppt/fonts/font20.dat" Id="Rfd9713cb60dd4998" /><Relationship Type="http://schemas.openxmlformats.org/officeDocument/2006/relationships/font" Target="/ppt/fonts/font21.dat" Id="R92f6fab7a95b4c18" /><Relationship Type="http://schemas.openxmlformats.org/officeDocument/2006/relationships/font" Target="/ppt/fonts/font22.dat" Id="R7b37d296c38b4838" /><Relationship Type="http://schemas.openxmlformats.org/officeDocument/2006/relationships/font" Target="/ppt/fonts/font23.dat" Id="Rb619c17261b94e47" /><Relationship Type="http://schemas.openxmlformats.org/officeDocument/2006/relationships/font" Target="/ppt/fonts/font24.dat" Id="R8b308fce00bf4e96" /><Relationship Type="http://schemas.openxmlformats.org/officeDocument/2006/relationships/slide" Target="/ppt/slides/slide1.xml" Id="R280a5c9b54f348ec" /><Relationship Type="http://schemas.openxmlformats.org/officeDocument/2006/relationships/slide" Target="/ppt/slides/slide2.xml" Id="Rf913a9382d0e4fa7" /><Relationship Type="http://schemas.openxmlformats.org/officeDocument/2006/relationships/slide" Target="/ppt/slides/slide3.xml" Id="R509bb99a68074d1f" /><Relationship Type="http://schemas.openxmlformats.org/officeDocument/2006/relationships/slide" Target="/ppt/slides/slide4.xml" Id="R4c48cea4fb63438f" /><Relationship Type="http://schemas.openxmlformats.org/officeDocument/2006/relationships/slide" Target="/ppt/slides/slide5.xml" Id="Rd6834c89ab034bd0" /><Relationship Type="http://schemas.openxmlformats.org/officeDocument/2006/relationships/slide" Target="/ppt/slides/slide6.xml" Id="R0053cc89718a4d69" /><Relationship Type="http://schemas.openxmlformats.org/officeDocument/2006/relationships/slide" Target="/ppt/slides/slide7.xml" Id="R8e668eada55f479f" /><Relationship Type="http://schemas.openxmlformats.org/officeDocument/2006/relationships/slide" Target="/ppt/slides/slide8.xml" Id="R4b7661e06a6c40ec" /><Relationship Type="http://schemas.openxmlformats.org/officeDocument/2006/relationships/slide" Target="/ppt/slides/slide9.xml" Id="Rbad44ea6cd6240b9" /><Relationship Type="http://schemas.openxmlformats.org/officeDocument/2006/relationships/slide" Target="/ppt/slides/slide10.xml" Id="R721345be95cd426c" /><Relationship Type="http://schemas.openxmlformats.org/officeDocument/2006/relationships/slide" Target="/ppt/slides/slide11.xml" Id="R8e6639bc7a594c79" /><Relationship Type="http://schemas.openxmlformats.org/officeDocument/2006/relationships/slide" Target="/ppt/slides/slide12.xml" Id="R704a881438914800" /><Relationship Type="http://schemas.openxmlformats.org/officeDocument/2006/relationships/slide" Target="/ppt/slides/slide13.xml" Id="Rc08b5a94eec945fa" /><Relationship Type="http://schemas.openxmlformats.org/officeDocument/2006/relationships/slide" Target="/ppt/slides/slide14.xml" Id="Ra7408d412db74b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d08fb851e5b142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7bc1abf3fee4b25" /><Relationship Type="http://schemas.openxmlformats.org/officeDocument/2006/relationships/notesMaster" Target="/ppt/notesMasters/notesMaster1.xml" Id="R95e46205408043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26da69296c4822" /><Relationship Type="http://schemas.openxmlformats.org/officeDocument/2006/relationships/notesMaster" Target="/ppt/notesMasters/notesMaster1.xml" Id="R0ba07f61d3214a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c2555edb864e32" /><Relationship Type="http://schemas.openxmlformats.org/officeDocument/2006/relationships/notesMaster" Target="/ppt/notesMasters/notesMaster1.xml" Id="R912d1cbd0df44f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15d8635d554e3c" /><Relationship Type="http://schemas.openxmlformats.org/officeDocument/2006/relationships/notesMaster" Target="/ppt/notesMasters/notesMaster1.xml" Id="R930be3a0685d4e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a92f641eb69346c0" /><Relationship Type="http://schemas.openxmlformats.org/officeDocument/2006/relationships/notesMaster" Target="/ppt/notesMasters/notesMaster1.xml" Id="R520e08c785ba45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19e32683004636" /><Relationship Type="http://schemas.openxmlformats.org/officeDocument/2006/relationships/notesMaster" Target="/ppt/notesMasters/notesMaster1.xml" Id="R0941c1615def4f6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aef17d2a6042fb" /><Relationship Type="http://schemas.openxmlformats.org/officeDocument/2006/relationships/notesMaster" Target="/ppt/notesMasters/notesMaster1.xml" Id="R2b329e7c98a843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df9616367c4277" /><Relationship Type="http://schemas.openxmlformats.org/officeDocument/2006/relationships/notesMaster" Target="/ppt/notesMasters/notesMaster1.xml" Id="R4e36d4ecbcf24a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c38dfc508045dd" /><Relationship Type="http://schemas.openxmlformats.org/officeDocument/2006/relationships/notesMaster" Target="/ppt/notesMasters/notesMaster1.xml" Id="R948e2dad357f43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7046a207a447b0" /><Relationship Type="http://schemas.openxmlformats.org/officeDocument/2006/relationships/notesMaster" Target="/ppt/notesMasters/notesMaster1.xml" Id="R8e4834282329429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180094375d43e1" /><Relationship Type="http://schemas.openxmlformats.org/officeDocument/2006/relationships/notesMaster" Target="/ppt/notesMasters/notesMaster1.xml" Id="R3cdab337f37742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ad09f6874ca495e" /><Relationship Type="http://schemas.openxmlformats.org/officeDocument/2006/relationships/notesMaster" Target="/ppt/notesMasters/notesMaster1.xml" Id="Rc654f043692c4e6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84ed3b570874e8b" /><Relationship Type="http://schemas.openxmlformats.org/officeDocument/2006/relationships/notesMaster" Target="/ppt/notesMasters/notesMaster1.xml" Id="R666beb3cd0fb47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fe2f65f04804a7c" /><Relationship Type="http://schemas.openxmlformats.org/officeDocument/2006/relationships/notesMaster" Target="/ppt/notesMasters/notesMaster1.xml" Id="R55cbd59232fa40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keep terminal A on the host to run the platform step scripts. Open terminal B inside Ubuntu.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keep terminal A on the host to run the platform step scripts. Open terminal B inside Ubuntu.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Terminal A stays on the host. Each step script creates source files locally. The run script copies the current files into the VM, rebuilds, and runs the agent for ten seconds. Output is displayed live and saved to logs/latest.log on the laptop. Each run replaces the previous log. The agent stops; the VM remains available. Terminal B stays inside Ubuntu. All monitoring happens inside the VM.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terminal A, one step at a time. Each step script writes src/main.cpp and src/CMakeLists.txt locally. Run copies them to Ubuntu, rebuilds, starts a fresh ten-second agent run, displays output, and saves logs/latest.log locally. The agent stops and the VM remains running. Comment blocks mark additions. Step scripts replace local edits. Run copies those current files into the VM. Steps include all earlier changes and can be rerun or skipped. During steps 2 through 4, run /usr/bin/id in VM terminal B after Attached appears in 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terminal A, one step at a time. Each step script writes src/main.cpp and src/CMakeLists.txt locally. Run copies them to Ubuntu, rebuilds, starts a fresh ten-second agent run, displays output, and saves logs/latest.log locally. The agent stops and the VM remains running. Comment blocks mark additions. Step scripts replace local edits. Run copies those current files into the VM. Steps include all earlier changes and can be rerun or skipped. During steps 2 through 4, run /usr/bin/id in VM terminal B after Attached appears in 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Run /usr/bin/id in terminal B if desired.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4 includes all previous additions and works without running steps 1 and 2 first. Step scripts overwrite main.cpp and CMakeLists.txt locally. Run then rebuilds and captures, saving output to logs/latest.log.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Troubleshooting: run the collector with sudo inside Ubuntu. Setup prepares the libraries. The numbered scripts create the collector source. Run builds and starts it. Before source exists, run prints No agent yet. Run step 1. If Multipass commands are missing immediately after installation, reopen the host terminal. Setup waits for the Ubuntu image catalog before launch. Windows setup has not been rehearsed here.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2ff2d72167421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31ee5fc5aab4c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cb404a3a6634f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adb09a8b2a401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f5d5c1319a455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04bb7d48b24cb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382b007524524c5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d9f18df79c0480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1bf76921e9c249a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0ae90d543a7840a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c6e2f7c918340dd"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6671978bebb749c8"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8464f78001f44fa0"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0d2cca12aa4b19" /><Relationship Type="http://schemas.openxmlformats.org/officeDocument/2006/relationships/slideLayout" Target="/ppt/slideLayouts/slideLayout1.xml" Id="R98d02b6524f1450c" /><Relationship Type="http://schemas.openxmlformats.org/officeDocument/2006/relationships/slideLayout" Target="/ppt/slideLayouts/slideLayout2.xml" Id="R9f1182c37b874c1f" /><Relationship Type="http://schemas.openxmlformats.org/officeDocument/2006/relationships/slideLayout" Target="/ppt/slideLayouts/slideLayout3.xml" Id="R17a2593d46ee4e2e" /><Relationship Type="http://schemas.openxmlformats.org/officeDocument/2006/relationships/slideLayout" Target="/ppt/slideLayouts/slideLayout4.xml" Id="R66a1843d551248fd" /><Relationship Type="http://schemas.openxmlformats.org/officeDocument/2006/relationships/slideLayout" Target="/ppt/slideLayouts/slideLayout5.xml" Id="R1b67c90ccaf84156" /><Relationship Type="http://schemas.openxmlformats.org/officeDocument/2006/relationships/slideLayout" Target="/ppt/slideLayouts/slideLayout6.xml" Id="Rd263b31a3a144f51" /><Relationship Type="http://schemas.openxmlformats.org/officeDocument/2006/relationships/slideLayout" Target="/ppt/slideLayouts/slideLayout7.xml" Id="Rc4e0bc754cba48d1" /><Relationship Type="http://schemas.openxmlformats.org/officeDocument/2006/relationships/slideLayout" Target="/ppt/slideLayouts/slideLayout8.xml" Id="Rfa49b878cdaa44ce" /><Relationship Type="http://schemas.openxmlformats.org/officeDocument/2006/relationships/slideLayout" Target="/ppt/slideLayouts/slideLayout9.xml" Id="Rdbad6586d90d47c9" /><Relationship Type="http://schemas.openxmlformats.org/officeDocument/2006/relationships/slideLayout" Target="/ppt/slideLayouts/slideLayout10.xml" Id="R773af3cbb1594ea3" /><Relationship Type="http://schemas.openxmlformats.org/officeDocument/2006/relationships/slideLayout" Target="/ppt/slideLayouts/slideLayout11.xml" Id="R033593e79f544c9d" /><Relationship Type="http://schemas.openxmlformats.org/officeDocument/2006/relationships/slideLayout" Target="/ppt/slideLayouts/slideLayout12.xml" Id="Rc757a4d90c894650"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40542fb79277415f" /><Relationship Type="http://schemas.openxmlformats.org/officeDocument/2006/relationships/slideLayout" Target="/ppt/slideLayouts/slideLayout13.xml" Id="Re603025a70824be6"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8d02b6524f1450c"/>
    <p:sldLayoutId xmlns:r="http://schemas.openxmlformats.org/officeDocument/2006/relationships" id="2147483650" r:id="R9f1182c37b874c1f"/>
    <p:sldLayoutId xmlns:r="http://schemas.openxmlformats.org/officeDocument/2006/relationships" id="2147483651" r:id="R17a2593d46ee4e2e"/>
    <p:sldLayoutId xmlns:r="http://schemas.openxmlformats.org/officeDocument/2006/relationships" id="2147483652" r:id="R66a1843d551248fd"/>
    <p:sldLayoutId xmlns:r="http://schemas.openxmlformats.org/officeDocument/2006/relationships" id="2147483653" r:id="R1b67c90ccaf84156"/>
    <p:sldLayoutId xmlns:r="http://schemas.openxmlformats.org/officeDocument/2006/relationships" id="2147483654" r:id="Rd263b31a3a144f51"/>
    <p:sldLayoutId xmlns:r="http://schemas.openxmlformats.org/officeDocument/2006/relationships" id="2147483655" r:id="Rc4e0bc754cba48d1"/>
    <p:sldLayoutId xmlns:r="http://schemas.openxmlformats.org/officeDocument/2006/relationships" id="2147483656" r:id="Rfa49b878cdaa44ce"/>
    <p:sldLayoutId xmlns:r="http://schemas.openxmlformats.org/officeDocument/2006/relationships" id="2147483657" r:id="Rdbad6586d90d47c9"/>
    <p:sldLayoutId xmlns:r="http://schemas.openxmlformats.org/officeDocument/2006/relationships" id="2147483658" r:id="R773af3cbb1594ea3"/>
    <p:sldLayoutId xmlns:r="http://schemas.openxmlformats.org/officeDocument/2006/relationships" id="2147483659" r:id="R033593e79f544c9d"/>
    <p:sldLayoutId xmlns:r="http://schemas.openxmlformats.org/officeDocument/2006/relationships" id="2147483660" r:id="Rc757a4d90c894650"/>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e603025a70824be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95d900c45d04eec" /><Relationship Type="http://schemas.openxmlformats.org/officeDocument/2006/relationships/image" Target="/ppt/media/image.png" Id="R3a2d468da5c4462d" /><Relationship Type="http://schemas.openxmlformats.org/officeDocument/2006/relationships/notesSlide" Target="/ppt/notesSlides/notesSlide1.xml" Id="R8d9246aa4d2b42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50f24c082041a9" /><Relationship Type="http://schemas.openxmlformats.org/officeDocument/2006/relationships/image" Target="/ppt/media/image.png" Id="R26837cc320c047c9" /><Relationship Type="http://schemas.openxmlformats.org/officeDocument/2006/relationships/notesSlide" Target="/ppt/notesSlides/notesSlide2.xml" Id="R752e4f65b5624a8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654da74bee4d4e" /><Relationship Type="http://schemas.openxmlformats.org/officeDocument/2006/relationships/image" Target="/ppt/media/image.png" Id="R8fa8a24efb3a44cc" /><Relationship Type="http://schemas.openxmlformats.org/officeDocument/2006/relationships/notesSlide" Target="/ppt/notesSlides/notesSlide3.xml" Id="Raebcff245dea4f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aefe716423c4e73" /><Relationship Type="http://schemas.openxmlformats.org/officeDocument/2006/relationships/image" Target="/ppt/media/image.png" Id="Rc1f4b05def794898" /><Relationship Type="http://schemas.openxmlformats.org/officeDocument/2006/relationships/notesSlide" Target="/ppt/notesSlides/notesSlide4.xml" Id="Rd1fc230e25064b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f178595fc004bc9" /><Relationship Type="http://schemas.openxmlformats.org/officeDocument/2006/relationships/image" Target="/ppt/media/image.png" Id="R27c6ce2808ad42b7" /><Relationship Type="http://schemas.openxmlformats.org/officeDocument/2006/relationships/notesSlide" Target="/ppt/notesSlides/notesSlide5.xml" Id="Ra62bccbe59cf45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2dd3999f86469c" /><Relationship Type="http://schemas.openxmlformats.org/officeDocument/2006/relationships/image" Target="/ppt/media/image.png" Id="R19b8944e211540a2" /><Relationship Type="http://schemas.openxmlformats.org/officeDocument/2006/relationships/notesSlide" Target="/ppt/notesSlides/notesSlide6.xml" Id="R3e901c80b28e48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c2e8a0ea8746e2" /><Relationship Type="http://schemas.openxmlformats.org/officeDocument/2006/relationships/image" Target="/ppt/media/image.png" Id="R44d2cf2f5e1347a8" /><Relationship Type="http://schemas.openxmlformats.org/officeDocument/2006/relationships/notesSlide" Target="/ppt/notesSlides/notesSlide7.xml" Id="R70d925d58c79484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049cf70c06e4271" /><Relationship Type="http://schemas.openxmlformats.org/officeDocument/2006/relationships/image" Target="/ppt/media/image.png" Id="Ra0bb4fee1d494946" /><Relationship Type="http://schemas.openxmlformats.org/officeDocument/2006/relationships/notesSlide" Target="/ppt/notesSlides/notesSlide8.xml" Id="Rcd9d4aa3332944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7090b1f61f5450c" /><Relationship Type="http://schemas.openxmlformats.org/officeDocument/2006/relationships/image" Target="/ppt/media/image.png" Id="R169be8fad3ba439f" /><Relationship Type="http://schemas.openxmlformats.org/officeDocument/2006/relationships/notesSlide" Target="/ppt/notesSlides/notesSlide9.xml" Id="R17e374e9e61949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807acfb5f30427b" /><Relationship Type="http://schemas.openxmlformats.org/officeDocument/2006/relationships/image" Target="/ppt/media/image.png" Id="R7dd61178228a4ca4" /><Relationship Type="http://schemas.openxmlformats.org/officeDocument/2006/relationships/notesSlide" Target="/ppt/notesSlides/notesSlide10.xml" Id="R9629c56413ce418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7560e192838422c" /><Relationship Type="http://schemas.openxmlformats.org/officeDocument/2006/relationships/image" Target="/ppt/media/image.png" Id="R7de6af14fb1541a0" /><Relationship Type="http://schemas.openxmlformats.org/officeDocument/2006/relationships/notesSlide" Target="/ppt/notesSlides/notesSlide11.xml" Id="R9e9af2105509487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4f6dac197e9479d" /><Relationship Type="http://schemas.openxmlformats.org/officeDocument/2006/relationships/image" Target="/ppt/media/image.png" Id="R69e4c9c209b74d79" /><Relationship Type="http://schemas.openxmlformats.org/officeDocument/2006/relationships/notesSlide" Target="/ppt/notesSlides/notesSlide12.xml" Id="R45f280ddf61e49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78e54ab31a4af3" /><Relationship Type="http://schemas.openxmlformats.org/officeDocument/2006/relationships/image" Target="/ppt/media/image.png" Id="R44f2767bd7e7418a" /><Relationship Type="http://schemas.openxmlformats.org/officeDocument/2006/relationships/notesSlide" Target="/ppt/notesSlides/notesSlide13.xml" Id="R91c76f0844214d5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63a7836968a4b24" /><Relationship Type="http://schemas.openxmlformats.org/officeDocument/2006/relationships/image" Target="/ppt/media/image.png" Id="R14cdab6cde694c15" /><Relationship Type="http://schemas.openxmlformats.org/officeDocument/2006/relationships/notesSlide" Target="/ppt/notesSlides/notesSlide14.xml" Id="R1c412603822c44b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3a2d468da5c4462d">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Create the barebones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4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6837cc320c047c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6837cc320c047c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6837cc320c047c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6837cc320c047c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fa8a24efb3a44c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fa8a24efb3a44c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fa8a24efb3a44c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fa8a24efb3a44c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1f4b05def79489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1f4b05def79489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1f4b05def79489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1f4b05def79489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Two terminals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keep your Mac or Windows terminal in the repo folder. Run your platform’s step and run scripts here.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 open a second terminal and enter Ubuntu. Run commands for the collector to observe.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Terminal B: enter Ubuntu</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steps 2–4</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7c6ce2808ad42b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7c6ce2808ad42b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7c6ce2808ad42b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7c6ce2808ad42b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Terminal A: apply a step, then rebuild and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scripts/mac/step-4.sh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9b8944e211540a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9b8944e211540a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9b8944e211540a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9b8944e211540a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Terminal A: apply a step, then rebuild and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scripts/windows/step-4.ps1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4d2cf2f5e1347a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4d2cf2f5e1347a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4d2cf2f5e1347a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4d2cf2f5e1347a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0bb4fee1d49494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0bb4fee1d49494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0bb4fee1d49494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0bb4fee1d49494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Run starts a ten-second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69be8fad3ba439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69be8fad3ba439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69be8fad3ba439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69be8fad3ba439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agent prints the count when capture ends. It varies with VM activity.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4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"Received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dd61178228a4ca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dd61178228a4ca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dd61178228a4ca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dd61178228a4ca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opening capture. Run id in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capture,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de6af14fb1541a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de6af14fb1541a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de6af14fb1541a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de6af14fb1541a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4: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4, then run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process context to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id in B again during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4: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9e4c9c209b74d7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9e4c9c209b74d7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9e4c9c209b74d7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9e4c9c209b74d7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4 writes the complete collector. Run rebuilds and captures.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Received 1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Saved on your laptop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4f2767bd7e7418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4f2767bd7e7418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4f2767bd7e7418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4f2767bd7e7418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4cdab6cde694c1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4cdab6cde694c1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4cdab6cde694c1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4cdab6cde694c1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2026-10-01T22:58:19.2270000Z</dcterms:created>
  <dcterms:modified xsi:type="dcterms:W3CDTF">2026-10-01T22:58:19.2270000Z</dcterms:modified>
</coreProperties>
</file>